
<file path=[Content_Types].xml><?xml version="1.0" encoding="utf-8"?>
<Types xmlns="http://schemas.openxmlformats.org/package/2006/content-types">
  <Default Extension="png" ContentType="image/png"/>
  <Default Extension="svg" ContentType="image/svg+xml"/>
  <Default Extension="mp3" ContentType="audio/mpe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 id="2147483810" r:id="rId2"/>
    <p:sldMasterId id="2147483858" r:id="rId3"/>
    <p:sldMasterId id="2147483870" r:id="rId4"/>
    <p:sldMasterId id="2147483882" r:id="rId5"/>
    <p:sldMasterId id="2147483894" r:id="rId6"/>
    <p:sldMasterId id="2147483906" r:id="rId7"/>
  </p:sldMasterIdLst>
  <p:notesMasterIdLst>
    <p:notesMasterId r:id="rId61"/>
  </p:notesMasterIdLst>
  <p:sldIdLst>
    <p:sldId id="1370" r:id="rId8"/>
    <p:sldId id="267" r:id="rId9"/>
    <p:sldId id="262" r:id="rId10"/>
    <p:sldId id="737" r:id="rId11"/>
    <p:sldId id="1362" r:id="rId12"/>
    <p:sldId id="346" r:id="rId13"/>
    <p:sldId id="723" r:id="rId14"/>
    <p:sldId id="705" r:id="rId15"/>
    <p:sldId id="939" r:id="rId16"/>
    <p:sldId id="264" r:id="rId17"/>
    <p:sldId id="960" r:id="rId18"/>
    <p:sldId id="961" r:id="rId19"/>
    <p:sldId id="574" r:id="rId20"/>
    <p:sldId id="607" r:id="rId21"/>
    <p:sldId id="609" r:id="rId22"/>
    <p:sldId id="611" r:id="rId23"/>
    <p:sldId id="612" r:id="rId24"/>
    <p:sldId id="569" r:id="rId25"/>
    <p:sldId id="615" r:id="rId26"/>
    <p:sldId id="617" r:id="rId27"/>
    <p:sldId id="518" r:id="rId28"/>
    <p:sldId id="522" r:id="rId29"/>
    <p:sldId id="524" r:id="rId30"/>
    <p:sldId id="1363" r:id="rId31"/>
    <p:sldId id="944" r:id="rId32"/>
    <p:sldId id="1365" r:id="rId33"/>
    <p:sldId id="1367" r:id="rId34"/>
    <p:sldId id="1368" r:id="rId35"/>
    <p:sldId id="1366" r:id="rId36"/>
    <p:sldId id="852" r:id="rId37"/>
    <p:sldId id="504" r:id="rId38"/>
    <p:sldId id="526" r:id="rId39"/>
    <p:sldId id="527" r:id="rId40"/>
    <p:sldId id="528" r:id="rId41"/>
    <p:sldId id="529" r:id="rId42"/>
    <p:sldId id="531" r:id="rId43"/>
    <p:sldId id="536" r:id="rId44"/>
    <p:sldId id="535" r:id="rId45"/>
    <p:sldId id="534" r:id="rId46"/>
    <p:sldId id="533" r:id="rId47"/>
    <p:sldId id="532" r:id="rId48"/>
    <p:sldId id="538" r:id="rId49"/>
    <p:sldId id="537" r:id="rId50"/>
    <p:sldId id="539" r:id="rId51"/>
    <p:sldId id="542" r:id="rId52"/>
    <p:sldId id="541" r:id="rId53"/>
    <p:sldId id="945" r:id="rId54"/>
    <p:sldId id="966" r:id="rId55"/>
    <p:sldId id="970" r:id="rId56"/>
    <p:sldId id="969" r:id="rId57"/>
    <p:sldId id="268" r:id="rId58"/>
    <p:sldId id="950" r:id="rId59"/>
    <p:sldId id="1369"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4D062"/>
    <a:srgbClr val="D6B655"/>
    <a:srgbClr val="CFB46A"/>
    <a:srgbClr val="CFB5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7847" autoAdjust="0"/>
    <p:restoredTop sz="94660"/>
  </p:normalViewPr>
  <p:slideViewPr>
    <p:cSldViewPr snapToGrid="0">
      <p:cViewPr varScale="1">
        <p:scale>
          <a:sx n="81" d="100"/>
          <a:sy n="81" d="100"/>
        </p:scale>
        <p:origin x="86" y="1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slide" Target="slides/slide48.xml"/><Relationship Id="rId63" Type="http://schemas.openxmlformats.org/officeDocument/2006/relationships/viewProps" Target="view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5" Type="http://schemas.openxmlformats.org/officeDocument/2006/relationships/slideMaster" Target="slideMasters/slideMaster5.xml"/><Relationship Id="rId61" Type="http://schemas.openxmlformats.org/officeDocument/2006/relationships/notesMaster" Target="notesMasters/notesMaster1.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theme" Target="theme/theme1.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13CF38-E01B-4068-BD97-8A26E66561E5}" type="datetimeFigureOut">
              <a:rPr lang="en-US" smtClean="0"/>
              <a:t>8/6/2025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FDE251-B927-4717-A109-18C20AB2857D}" type="slidenum">
              <a:rPr lang="en-US" smtClean="0"/>
              <a:t>‹#›</a:t>
            </a:fld>
            <a:endParaRPr lang="en-US"/>
          </a:p>
        </p:txBody>
      </p:sp>
    </p:spTree>
    <p:extLst>
      <p:ext uri="{BB962C8B-B14F-4D97-AF65-F5344CB8AC3E}">
        <p14:creationId xmlns:p14="http://schemas.microsoft.com/office/powerpoint/2010/main" val="2170581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1" y="1122363"/>
            <a:ext cx="9144000" cy="2387600"/>
          </a:xfrm>
        </p:spPr>
        <p:txBody>
          <a:bodyPr anchor="b"/>
          <a:lstStyle>
            <a:lvl1pPr algn="ctr">
              <a:defRPr sz="5861"/>
            </a:lvl1pPr>
          </a:lstStyle>
          <a:p>
            <a:r>
              <a:rPr lang="en-US"/>
              <a:t>Click to edit Master title style</a:t>
            </a:r>
            <a:endParaRPr lang="en-US" dirty="0"/>
          </a:p>
        </p:txBody>
      </p:sp>
      <p:sp>
        <p:nvSpPr>
          <p:cNvPr id="3" name="Subtitle 2"/>
          <p:cNvSpPr>
            <a:spLocks noGrp="1"/>
          </p:cNvSpPr>
          <p:nvPr>
            <p:ph type="subTitle" idx="1"/>
          </p:nvPr>
        </p:nvSpPr>
        <p:spPr>
          <a:xfrm>
            <a:off x="1524001" y="3602038"/>
            <a:ext cx="9144000" cy="1655762"/>
          </a:xfrm>
        </p:spPr>
        <p:txBody>
          <a:bodyPr/>
          <a:lstStyle>
            <a:lvl1pPr marL="0" indent="0" algn="ctr">
              <a:buNone/>
              <a:defRPr sz="2344"/>
            </a:lvl1pPr>
            <a:lvl2pPr marL="446608" indent="0" algn="ctr">
              <a:buNone/>
              <a:defRPr sz="1954"/>
            </a:lvl2pPr>
            <a:lvl3pPr marL="893216" indent="0" algn="ctr">
              <a:buNone/>
              <a:defRPr sz="1759"/>
            </a:lvl3pPr>
            <a:lvl4pPr marL="1339825" indent="0" algn="ctr">
              <a:buNone/>
              <a:defRPr sz="1563"/>
            </a:lvl4pPr>
            <a:lvl5pPr marL="1786433" indent="0" algn="ctr">
              <a:buNone/>
              <a:defRPr sz="1563"/>
            </a:lvl5pPr>
            <a:lvl6pPr marL="2233041" indent="0" algn="ctr">
              <a:buNone/>
              <a:defRPr sz="1563"/>
            </a:lvl6pPr>
            <a:lvl7pPr marL="2679649" indent="0" algn="ctr">
              <a:buNone/>
              <a:defRPr sz="1563"/>
            </a:lvl7pPr>
            <a:lvl8pPr marL="3126257" indent="0" algn="ctr">
              <a:buNone/>
              <a:defRPr sz="1563"/>
            </a:lvl8pPr>
            <a:lvl9pPr marL="3572865" indent="0" algn="ctr">
              <a:buNone/>
              <a:defRPr sz="156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549C3A-F940-4AFE-81B9-64DB57044DC5}" type="datetimeFigureOut">
              <a:rPr lang="en-PK" smtClean="0"/>
              <a:t>08/06/2025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CF8BE953-CD4D-48A8-A18C-B1EF2B197153}" type="slidenum">
              <a:rPr lang="en-PK" smtClean="0"/>
              <a:t>‹#›</a:t>
            </a:fld>
            <a:endParaRPr lang="en-PK"/>
          </a:p>
        </p:txBody>
      </p:sp>
    </p:spTree>
    <p:extLst>
      <p:ext uri="{BB962C8B-B14F-4D97-AF65-F5344CB8AC3E}">
        <p14:creationId xmlns:p14="http://schemas.microsoft.com/office/powerpoint/2010/main" val="11387525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549C3A-F940-4AFE-81B9-64DB57044DC5}" type="datetimeFigureOut">
              <a:rPr lang="en-PK" smtClean="0"/>
              <a:t>08/06/2025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CF8BE953-CD4D-48A8-A18C-B1EF2B197153}" type="slidenum">
              <a:rPr lang="en-PK" smtClean="0"/>
              <a:t>‹#›</a:t>
            </a:fld>
            <a:endParaRPr lang="en-PK"/>
          </a:p>
        </p:txBody>
      </p:sp>
    </p:spTree>
    <p:extLst>
      <p:ext uri="{BB962C8B-B14F-4D97-AF65-F5344CB8AC3E}">
        <p14:creationId xmlns:p14="http://schemas.microsoft.com/office/powerpoint/2010/main" val="32727837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2852737"/>
          </a:xfrm>
        </p:spPr>
        <p:txBody>
          <a:bodyPr anchor="b"/>
          <a:lstStyle>
            <a:lvl1pPr>
              <a:defRPr sz="5861"/>
            </a:lvl1pPr>
          </a:lstStyle>
          <a:p>
            <a:r>
              <a:rPr lang="en-US"/>
              <a:t>Click to edit Master title style</a:t>
            </a:r>
            <a:endParaRPr lang="en-US" dirty="0"/>
          </a:p>
        </p:txBody>
      </p:sp>
      <p:sp>
        <p:nvSpPr>
          <p:cNvPr id="3" name="Text Placeholder 2"/>
          <p:cNvSpPr>
            <a:spLocks noGrp="1"/>
          </p:cNvSpPr>
          <p:nvPr>
            <p:ph type="body" idx="1"/>
          </p:nvPr>
        </p:nvSpPr>
        <p:spPr>
          <a:xfrm>
            <a:off x="831850" y="4589464"/>
            <a:ext cx="10515600" cy="1500187"/>
          </a:xfrm>
        </p:spPr>
        <p:txBody>
          <a:bodyPr/>
          <a:lstStyle>
            <a:lvl1pPr marL="0" indent="0">
              <a:buNone/>
              <a:defRPr sz="2344">
                <a:solidFill>
                  <a:schemeClr val="tx1">
                    <a:tint val="75000"/>
                  </a:schemeClr>
                </a:solidFill>
              </a:defRPr>
            </a:lvl1pPr>
            <a:lvl2pPr marL="446608" indent="0">
              <a:buNone/>
              <a:defRPr sz="1954">
                <a:solidFill>
                  <a:schemeClr val="tx1">
                    <a:tint val="75000"/>
                  </a:schemeClr>
                </a:solidFill>
              </a:defRPr>
            </a:lvl2pPr>
            <a:lvl3pPr marL="893216" indent="0">
              <a:buNone/>
              <a:defRPr sz="1759">
                <a:solidFill>
                  <a:schemeClr val="tx1">
                    <a:tint val="75000"/>
                  </a:schemeClr>
                </a:solidFill>
              </a:defRPr>
            </a:lvl3pPr>
            <a:lvl4pPr marL="1339825" indent="0">
              <a:buNone/>
              <a:defRPr sz="1563">
                <a:solidFill>
                  <a:schemeClr val="tx1">
                    <a:tint val="75000"/>
                  </a:schemeClr>
                </a:solidFill>
              </a:defRPr>
            </a:lvl4pPr>
            <a:lvl5pPr marL="1786433" indent="0">
              <a:buNone/>
              <a:defRPr sz="1563">
                <a:solidFill>
                  <a:schemeClr val="tx1">
                    <a:tint val="75000"/>
                  </a:schemeClr>
                </a:solidFill>
              </a:defRPr>
            </a:lvl5pPr>
            <a:lvl6pPr marL="2233041" indent="0">
              <a:buNone/>
              <a:defRPr sz="1563">
                <a:solidFill>
                  <a:schemeClr val="tx1">
                    <a:tint val="75000"/>
                  </a:schemeClr>
                </a:solidFill>
              </a:defRPr>
            </a:lvl6pPr>
            <a:lvl7pPr marL="2679649" indent="0">
              <a:buNone/>
              <a:defRPr sz="1563">
                <a:solidFill>
                  <a:schemeClr val="tx1">
                    <a:tint val="75000"/>
                  </a:schemeClr>
                </a:solidFill>
              </a:defRPr>
            </a:lvl7pPr>
            <a:lvl8pPr marL="3126257" indent="0">
              <a:buNone/>
              <a:defRPr sz="1563">
                <a:solidFill>
                  <a:schemeClr val="tx1">
                    <a:tint val="75000"/>
                  </a:schemeClr>
                </a:solidFill>
              </a:defRPr>
            </a:lvl8pPr>
            <a:lvl9pPr marL="3572865" indent="0">
              <a:buNone/>
              <a:defRPr sz="156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549C3A-F940-4AFE-81B9-64DB57044DC5}" type="datetimeFigureOut">
              <a:rPr lang="en-PK" smtClean="0"/>
              <a:t>08/06/2025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CF8BE953-CD4D-48A8-A18C-B1EF2B197153}" type="slidenum">
              <a:rPr lang="en-PK" smtClean="0"/>
              <a:t>‹#›</a:t>
            </a:fld>
            <a:endParaRPr lang="en-PK"/>
          </a:p>
        </p:txBody>
      </p:sp>
    </p:spTree>
    <p:extLst>
      <p:ext uri="{BB962C8B-B14F-4D97-AF65-F5344CB8AC3E}">
        <p14:creationId xmlns:p14="http://schemas.microsoft.com/office/powerpoint/2010/main" val="22830342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549C3A-F940-4AFE-81B9-64DB57044DC5}" type="datetimeFigureOut">
              <a:rPr lang="en-PK" smtClean="0"/>
              <a:t>08/06/2025</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CF8BE953-CD4D-48A8-A18C-B1EF2B197153}" type="slidenum">
              <a:rPr lang="en-PK" smtClean="0"/>
              <a:t>‹#›</a:t>
            </a:fld>
            <a:endParaRPr lang="en-PK"/>
          </a:p>
        </p:txBody>
      </p:sp>
    </p:spTree>
    <p:extLst>
      <p:ext uri="{BB962C8B-B14F-4D97-AF65-F5344CB8AC3E}">
        <p14:creationId xmlns:p14="http://schemas.microsoft.com/office/powerpoint/2010/main" val="3963644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6"/>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344" b="1"/>
            </a:lvl1pPr>
            <a:lvl2pPr marL="446608" indent="0">
              <a:buNone/>
              <a:defRPr sz="1954" b="1"/>
            </a:lvl2pPr>
            <a:lvl3pPr marL="893216" indent="0">
              <a:buNone/>
              <a:defRPr sz="1759" b="1"/>
            </a:lvl3pPr>
            <a:lvl4pPr marL="1339825" indent="0">
              <a:buNone/>
              <a:defRPr sz="1563" b="1"/>
            </a:lvl4pPr>
            <a:lvl5pPr marL="1786433" indent="0">
              <a:buNone/>
              <a:defRPr sz="1563" b="1"/>
            </a:lvl5pPr>
            <a:lvl6pPr marL="2233041" indent="0">
              <a:buNone/>
              <a:defRPr sz="1563" b="1"/>
            </a:lvl6pPr>
            <a:lvl7pPr marL="2679649" indent="0">
              <a:buNone/>
              <a:defRPr sz="1563" b="1"/>
            </a:lvl7pPr>
            <a:lvl8pPr marL="3126257" indent="0">
              <a:buNone/>
              <a:defRPr sz="1563" b="1"/>
            </a:lvl8pPr>
            <a:lvl9pPr marL="3572865" indent="0">
              <a:buNone/>
              <a:defRPr sz="1563"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344" b="1"/>
            </a:lvl1pPr>
            <a:lvl2pPr marL="446608" indent="0">
              <a:buNone/>
              <a:defRPr sz="1954" b="1"/>
            </a:lvl2pPr>
            <a:lvl3pPr marL="893216" indent="0">
              <a:buNone/>
              <a:defRPr sz="1759" b="1"/>
            </a:lvl3pPr>
            <a:lvl4pPr marL="1339825" indent="0">
              <a:buNone/>
              <a:defRPr sz="1563" b="1"/>
            </a:lvl4pPr>
            <a:lvl5pPr marL="1786433" indent="0">
              <a:buNone/>
              <a:defRPr sz="1563" b="1"/>
            </a:lvl5pPr>
            <a:lvl6pPr marL="2233041" indent="0">
              <a:buNone/>
              <a:defRPr sz="1563" b="1"/>
            </a:lvl6pPr>
            <a:lvl7pPr marL="2679649" indent="0">
              <a:buNone/>
              <a:defRPr sz="1563" b="1"/>
            </a:lvl7pPr>
            <a:lvl8pPr marL="3126257" indent="0">
              <a:buNone/>
              <a:defRPr sz="1563" b="1"/>
            </a:lvl8pPr>
            <a:lvl9pPr marL="3572865" indent="0">
              <a:buNone/>
              <a:defRPr sz="1563"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549C3A-F940-4AFE-81B9-64DB57044DC5}" type="datetimeFigureOut">
              <a:rPr lang="en-PK" smtClean="0"/>
              <a:t>08/06/2025</a:t>
            </a:fld>
            <a:endParaRPr lang="en-PK"/>
          </a:p>
        </p:txBody>
      </p:sp>
      <p:sp>
        <p:nvSpPr>
          <p:cNvPr id="8" name="Footer Placeholder 7"/>
          <p:cNvSpPr>
            <a:spLocks noGrp="1"/>
          </p:cNvSpPr>
          <p:nvPr>
            <p:ph type="ftr" sz="quarter" idx="11"/>
          </p:nvPr>
        </p:nvSpPr>
        <p:spPr/>
        <p:txBody>
          <a:bodyPr/>
          <a:lstStyle/>
          <a:p>
            <a:endParaRPr lang="en-PK"/>
          </a:p>
        </p:txBody>
      </p:sp>
      <p:sp>
        <p:nvSpPr>
          <p:cNvPr id="9" name="Slide Number Placeholder 8"/>
          <p:cNvSpPr>
            <a:spLocks noGrp="1"/>
          </p:cNvSpPr>
          <p:nvPr>
            <p:ph type="sldNum" sz="quarter" idx="12"/>
          </p:nvPr>
        </p:nvSpPr>
        <p:spPr/>
        <p:txBody>
          <a:bodyPr/>
          <a:lstStyle/>
          <a:p>
            <a:fld id="{CF8BE953-CD4D-48A8-A18C-B1EF2B197153}" type="slidenum">
              <a:rPr lang="en-PK" smtClean="0"/>
              <a:t>‹#›</a:t>
            </a:fld>
            <a:endParaRPr lang="en-PK"/>
          </a:p>
        </p:txBody>
      </p:sp>
    </p:spTree>
    <p:extLst>
      <p:ext uri="{BB962C8B-B14F-4D97-AF65-F5344CB8AC3E}">
        <p14:creationId xmlns:p14="http://schemas.microsoft.com/office/powerpoint/2010/main" val="3260927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549C3A-F940-4AFE-81B9-64DB57044DC5}" type="datetimeFigureOut">
              <a:rPr lang="en-PK" smtClean="0"/>
              <a:t>08/06/2025</a:t>
            </a:fld>
            <a:endParaRPr lang="en-PK"/>
          </a:p>
        </p:txBody>
      </p:sp>
      <p:sp>
        <p:nvSpPr>
          <p:cNvPr id="4" name="Footer Placeholder 3"/>
          <p:cNvSpPr>
            <a:spLocks noGrp="1"/>
          </p:cNvSpPr>
          <p:nvPr>
            <p:ph type="ftr" sz="quarter" idx="11"/>
          </p:nvPr>
        </p:nvSpPr>
        <p:spPr/>
        <p:txBody>
          <a:bodyPr/>
          <a:lstStyle/>
          <a:p>
            <a:endParaRPr lang="en-PK"/>
          </a:p>
        </p:txBody>
      </p:sp>
      <p:sp>
        <p:nvSpPr>
          <p:cNvPr id="5" name="Slide Number Placeholder 4"/>
          <p:cNvSpPr>
            <a:spLocks noGrp="1"/>
          </p:cNvSpPr>
          <p:nvPr>
            <p:ph type="sldNum" sz="quarter" idx="12"/>
          </p:nvPr>
        </p:nvSpPr>
        <p:spPr/>
        <p:txBody>
          <a:bodyPr/>
          <a:lstStyle/>
          <a:p>
            <a:fld id="{CF8BE953-CD4D-48A8-A18C-B1EF2B197153}" type="slidenum">
              <a:rPr lang="en-PK" smtClean="0"/>
              <a:t>‹#›</a:t>
            </a:fld>
            <a:endParaRPr lang="en-PK"/>
          </a:p>
        </p:txBody>
      </p:sp>
    </p:spTree>
    <p:extLst>
      <p:ext uri="{BB962C8B-B14F-4D97-AF65-F5344CB8AC3E}">
        <p14:creationId xmlns:p14="http://schemas.microsoft.com/office/powerpoint/2010/main" val="5887979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549C3A-F940-4AFE-81B9-64DB57044DC5}" type="datetimeFigureOut">
              <a:rPr lang="en-PK" smtClean="0"/>
              <a:t>08/06/2025</a:t>
            </a:fld>
            <a:endParaRPr lang="en-PK"/>
          </a:p>
        </p:txBody>
      </p:sp>
      <p:sp>
        <p:nvSpPr>
          <p:cNvPr id="3" name="Footer Placeholder 2"/>
          <p:cNvSpPr>
            <a:spLocks noGrp="1"/>
          </p:cNvSpPr>
          <p:nvPr>
            <p:ph type="ftr" sz="quarter" idx="11"/>
          </p:nvPr>
        </p:nvSpPr>
        <p:spPr/>
        <p:txBody>
          <a:bodyPr/>
          <a:lstStyle/>
          <a:p>
            <a:endParaRPr lang="en-PK"/>
          </a:p>
        </p:txBody>
      </p:sp>
      <p:sp>
        <p:nvSpPr>
          <p:cNvPr id="4" name="Slide Number Placeholder 3"/>
          <p:cNvSpPr>
            <a:spLocks noGrp="1"/>
          </p:cNvSpPr>
          <p:nvPr>
            <p:ph type="sldNum" sz="quarter" idx="12"/>
          </p:nvPr>
        </p:nvSpPr>
        <p:spPr/>
        <p:txBody>
          <a:bodyPr/>
          <a:lstStyle/>
          <a:p>
            <a:fld id="{CF8BE953-CD4D-48A8-A18C-B1EF2B197153}" type="slidenum">
              <a:rPr lang="en-PK" smtClean="0"/>
              <a:t>‹#›</a:t>
            </a:fld>
            <a:endParaRPr lang="en-PK"/>
          </a:p>
        </p:txBody>
      </p:sp>
    </p:spTree>
    <p:extLst>
      <p:ext uri="{BB962C8B-B14F-4D97-AF65-F5344CB8AC3E}">
        <p14:creationId xmlns:p14="http://schemas.microsoft.com/office/powerpoint/2010/main" val="34394355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7" cy="1600200"/>
          </a:xfrm>
        </p:spPr>
        <p:txBody>
          <a:bodyPr anchor="b"/>
          <a:lstStyle>
            <a:lvl1pPr>
              <a:defRPr sz="3126"/>
            </a:lvl1pPr>
          </a:lstStyle>
          <a:p>
            <a:r>
              <a:rPr lang="en-US"/>
              <a:t>Click to edit Master title style</a:t>
            </a:r>
            <a:endParaRPr lang="en-US" dirty="0"/>
          </a:p>
        </p:txBody>
      </p:sp>
      <p:sp>
        <p:nvSpPr>
          <p:cNvPr id="3" name="Content Placeholder 2"/>
          <p:cNvSpPr>
            <a:spLocks noGrp="1"/>
          </p:cNvSpPr>
          <p:nvPr>
            <p:ph idx="1"/>
          </p:nvPr>
        </p:nvSpPr>
        <p:spPr>
          <a:xfrm>
            <a:off x="5183189" y="987425"/>
            <a:ext cx="6172200" cy="4873625"/>
          </a:xfrm>
        </p:spPr>
        <p:txBody>
          <a:bodyPr/>
          <a:lstStyle>
            <a:lvl1pPr>
              <a:defRPr sz="3126"/>
            </a:lvl1pPr>
            <a:lvl2pPr>
              <a:defRPr sz="2735"/>
            </a:lvl2pPr>
            <a:lvl3pPr>
              <a:defRPr sz="2344"/>
            </a:lvl3pPr>
            <a:lvl4pPr>
              <a:defRPr sz="1954"/>
            </a:lvl4pPr>
            <a:lvl5pPr>
              <a:defRPr sz="1954"/>
            </a:lvl5pPr>
            <a:lvl6pPr>
              <a:defRPr sz="1954"/>
            </a:lvl6pPr>
            <a:lvl7pPr>
              <a:defRPr sz="1954"/>
            </a:lvl7pPr>
            <a:lvl8pPr>
              <a:defRPr sz="1954"/>
            </a:lvl8pPr>
            <a:lvl9pPr>
              <a:defRPr sz="195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9" y="2057400"/>
            <a:ext cx="3932237" cy="3811588"/>
          </a:xfrm>
        </p:spPr>
        <p:txBody>
          <a:bodyPr/>
          <a:lstStyle>
            <a:lvl1pPr marL="0" indent="0">
              <a:buNone/>
              <a:defRPr sz="1563"/>
            </a:lvl1pPr>
            <a:lvl2pPr marL="446608" indent="0">
              <a:buNone/>
              <a:defRPr sz="1368"/>
            </a:lvl2pPr>
            <a:lvl3pPr marL="893216" indent="0">
              <a:buNone/>
              <a:defRPr sz="1172"/>
            </a:lvl3pPr>
            <a:lvl4pPr marL="1339825" indent="0">
              <a:buNone/>
              <a:defRPr sz="977"/>
            </a:lvl4pPr>
            <a:lvl5pPr marL="1786433" indent="0">
              <a:buNone/>
              <a:defRPr sz="977"/>
            </a:lvl5pPr>
            <a:lvl6pPr marL="2233041" indent="0">
              <a:buNone/>
              <a:defRPr sz="977"/>
            </a:lvl6pPr>
            <a:lvl7pPr marL="2679649" indent="0">
              <a:buNone/>
              <a:defRPr sz="977"/>
            </a:lvl7pPr>
            <a:lvl8pPr marL="3126257" indent="0">
              <a:buNone/>
              <a:defRPr sz="977"/>
            </a:lvl8pPr>
            <a:lvl9pPr marL="3572865" indent="0">
              <a:buNone/>
              <a:defRPr sz="977"/>
            </a:lvl9pPr>
          </a:lstStyle>
          <a:p>
            <a:pPr lvl="0"/>
            <a:r>
              <a:rPr lang="en-US"/>
              <a:t>Click to edit Master text styles</a:t>
            </a:r>
          </a:p>
        </p:txBody>
      </p:sp>
      <p:sp>
        <p:nvSpPr>
          <p:cNvPr id="5" name="Date Placeholder 4"/>
          <p:cNvSpPr>
            <a:spLocks noGrp="1"/>
          </p:cNvSpPr>
          <p:nvPr>
            <p:ph type="dt" sz="half" idx="10"/>
          </p:nvPr>
        </p:nvSpPr>
        <p:spPr/>
        <p:txBody>
          <a:bodyPr/>
          <a:lstStyle/>
          <a:p>
            <a:fld id="{C7549C3A-F940-4AFE-81B9-64DB57044DC5}" type="datetimeFigureOut">
              <a:rPr lang="en-PK" smtClean="0"/>
              <a:t>08/06/2025</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CF8BE953-CD4D-48A8-A18C-B1EF2B197153}" type="slidenum">
              <a:rPr lang="en-PK" smtClean="0"/>
              <a:t>‹#›</a:t>
            </a:fld>
            <a:endParaRPr lang="en-PK"/>
          </a:p>
        </p:txBody>
      </p:sp>
    </p:spTree>
    <p:extLst>
      <p:ext uri="{BB962C8B-B14F-4D97-AF65-F5344CB8AC3E}">
        <p14:creationId xmlns:p14="http://schemas.microsoft.com/office/powerpoint/2010/main" val="3398090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7" cy="1600200"/>
          </a:xfrm>
        </p:spPr>
        <p:txBody>
          <a:bodyPr anchor="b"/>
          <a:lstStyle>
            <a:lvl1pPr>
              <a:defRPr sz="3126"/>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9" y="987425"/>
            <a:ext cx="6172200" cy="4873625"/>
          </a:xfrm>
        </p:spPr>
        <p:txBody>
          <a:bodyPr anchor="t"/>
          <a:lstStyle>
            <a:lvl1pPr marL="0" indent="0">
              <a:buNone/>
              <a:defRPr sz="3126"/>
            </a:lvl1pPr>
            <a:lvl2pPr marL="446608" indent="0">
              <a:buNone/>
              <a:defRPr sz="2735"/>
            </a:lvl2pPr>
            <a:lvl3pPr marL="893216" indent="0">
              <a:buNone/>
              <a:defRPr sz="2344"/>
            </a:lvl3pPr>
            <a:lvl4pPr marL="1339825" indent="0">
              <a:buNone/>
              <a:defRPr sz="1954"/>
            </a:lvl4pPr>
            <a:lvl5pPr marL="1786433" indent="0">
              <a:buNone/>
              <a:defRPr sz="1954"/>
            </a:lvl5pPr>
            <a:lvl6pPr marL="2233041" indent="0">
              <a:buNone/>
              <a:defRPr sz="1954"/>
            </a:lvl6pPr>
            <a:lvl7pPr marL="2679649" indent="0">
              <a:buNone/>
              <a:defRPr sz="1954"/>
            </a:lvl7pPr>
            <a:lvl8pPr marL="3126257" indent="0">
              <a:buNone/>
              <a:defRPr sz="1954"/>
            </a:lvl8pPr>
            <a:lvl9pPr marL="3572865" indent="0">
              <a:buNone/>
              <a:defRPr sz="1954"/>
            </a:lvl9pPr>
          </a:lstStyle>
          <a:p>
            <a:r>
              <a:rPr lang="en-US"/>
              <a:t>Click icon to add picture</a:t>
            </a:r>
            <a:endParaRPr lang="en-US" dirty="0"/>
          </a:p>
        </p:txBody>
      </p:sp>
      <p:sp>
        <p:nvSpPr>
          <p:cNvPr id="4" name="Text Placeholder 3"/>
          <p:cNvSpPr>
            <a:spLocks noGrp="1"/>
          </p:cNvSpPr>
          <p:nvPr>
            <p:ph type="body" sz="half" idx="2"/>
          </p:nvPr>
        </p:nvSpPr>
        <p:spPr>
          <a:xfrm>
            <a:off x="839789" y="2057400"/>
            <a:ext cx="3932237" cy="3811588"/>
          </a:xfrm>
        </p:spPr>
        <p:txBody>
          <a:bodyPr/>
          <a:lstStyle>
            <a:lvl1pPr marL="0" indent="0">
              <a:buNone/>
              <a:defRPr sz="1563"/>
            </a:lvl1pPr>
            <a:lvl2pPr marL="446608" indent="0">
              <a:buNone/>
              <a:defRPr sz="1368"/>
            </a:lvl2pPr>
            <a:lvl3pPr marL="893216" indent="0">
              <a:buNone/>
              <a:defRPr sz="1172"/>
            </a:lvl3pPr>
            <a:lvl4pPr marL="1339825" indent="0">
              <a:buNone/>
              <a:defRPr sz="977"/>
            </a:lvl4pPr>
            <a:lvl5pPr marL="1786433" indent="0">
              <a:buNone/>
              <a:defRPr sz="977"/>
            </a:lvl5pPr>
            <a:lvl6pPr marL="2233041" indent="0">
              <a:buNone/>
              <a:defRPr sz="977"/>
            </a:lvl6pPr>
            <a:lvl7pPr marL="2679649" indent="0">
              <a:buNone/>
              <a:defRPr sz="977"/>
            </a:lvl7pPr>
            <a:lvl8pPr marL="3126257" indent="0">
              <a:buNone/>
              <a:defRPr sz="977"/>
            </a:lvl8pPr>
            <a:lvl9pPr marL="3572865" indent="0">
              <a:buNone/>
              <a:defRPr sz="977"/>
            </a:lvl9pPr>
          </a:lstStyle>
          <a:p>
            <a:pPr lvl="0"/>
            <a:r>
              <a:rPr lang="en-US"/>
              <a:t>Click to edit Master text styles</a:t>
            </a:r>
          </a:p>
        </p:txBody>
      </p:sp>
      <p:sp>
        <p:nvSpPr>
          <p:cNvPr id="5" name="Date Placeholder 4"/>
          <p:cNvSpPr>
            <a:spLocks noGrp="1"/>
          </p:cNvSpPr>
          <p:nvPr>
            <p:ph type="dt" sz="half" idx="10"/>
          </p:nvPr>
        </p:nvSpPr>
        <p:spPr/>
        <p:txBody>
          <a:bodyPr/>
          <a:lstStyle/>
          <a:p>
            <a:fld id="{C7549C3A-F940-4AFE-81B9-64DB57044DC5}" type="datetimeFigureOut">
              <a:rPr lang="en-PK" smtClean="0"/>
              <a:t>08/06/2025</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CF8BE953-CD4D-48A8-A18C-B1EF2B197153}" type="slidenum">
              <a:rPr lang="en-PK" smtClean="0"/>
              <a:t>‹#›</a:t>
            </a:fld>
            <a:endParaRPr lang="en-PK"/>
          </a:p>
        </p:txBody>
      </p:sp>
    </p:spTree>
    <p:extLst>
      <p:ext uri="{BB962C8B-B14F-4D97-AF65-F5344CB8AC3E}">
        <p14:creationId xmlns:p14="http://schemas.microsoft.com/office/powerpoint/2010/main" val="8957413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549C3A-F940-4AFE-81B9-64DB57044DC5}" type="datetimeFigureOut">
              <a:rPr lang="en-PK" smtClean="0"/>
              <a:t>08/06/2025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CF8BE953-CD4D-48A8-A18C-B1EF2B197153}" type="slidenum">
              <a:rPr lang="en-PK" smtClean="0"/>
              <a:t>‹#›</a:t>
            </a:fld>
            <a:endParaRPr lang="en-PK"/>
          </a:p>
        </p:txBody>
      </p:sp>
    </p:spTree>
    <p:extLst>
      <p:ext uri="{BB962C8B-B14F-4D97-AF65-F5344CB8AC3E}">
        <p14:creationId xmlns:p14="http://schemas.microsoft.com/office/powerpoint/2010/main" val="1789864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549C3A-F940-4AFE-81B9-64DB57044DC5}" type="datetimeFigureOut">
              <a:rPr lang="en-PK" smtClean="0"/>
              <a:t>08/06/2025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CF8BE953-CD4D-48A8-A18C-B1EF2B197153}" type="slidenum">
              <a:rPr lang="en-PK" smtClean="0"/>
              <a:t>‹#›</a:t>
            </a:fld>
            <a:endParaRPr lang="en-PK"/>
          </a:p>
        </p:txBody>
      </p:sp>
    </p:spTree>
    <p:extLst>
      <p:ext uri="{BB962C8B-B14F-4D97-AF65-F5344CB8AC3E}">
        <p14:creationId xmlns:p14="http://schemas.microsoft.com/office/powerpoint/2010/main" val="8649131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5700"/>
            </a:lvl1pPr>
          </a:lstStyle>
          <a:p>
            <a:r>
              <a:rPr lang="en-US"/>
              <a:t>Click to edit Master title style</a:t>
            </a:r>
            <a:endParaRPr lang="en-US" dirty="0"/>
          </a:p>
        </p:txBody>
      </p:sp>
      <p:sp>
        <p:nvSpPr>
          <p:cNvPr id="3" name="Subtitle 2"/>
          <p:cNvSpPr>
            <a:spLocks noGrp="1"/>
          </p:cNvSpPr>
          <p:nvPr>
            <p:ph type="subTitle" idx="1"/>
          </p:nvPr>
        </p:nvSpPr>
        <p:spPr>
          <a:xfrm>
            <a:off x="1524000" y="3602039"/>
            <a:ext cx="9144000" cy="1655762"/>
          </a:xfrm>
        </p:spPr>
        <p:txBody>
          <a:bodyPr/>
          <a:lstStyle>
            <a:lvl1pPr marL="0" indent="0" algn="ctr">
              <a:buNone/>
              <a:defRPr sz="2300"/>
            </a:lvl1pPr>
            <a:lvl2pPr marL="433801" indent="0" algn="ctr">
              <a:buNone/>
              <a:defRPr sz="1900"/>
            </a:lvl2pPr>
            <a:lvl3pPr marL="867598" indent="0" algn="ctr">
              <a:buNone/>
              <a:defRPr sz="1700"/>
            </a:lvl3pPr>
            <a:lvl4pPr marL="1301416" indent="0" algn="ctr">
              <a:buNone/>
              <a:defRPr sz="1500"/>
            </a:lvl4pPr>
            <a:lvl5pPr marL="1735200" indent="0" algn="ctr">
              <a:buNone/>
              <a:defRPr sz="1500"/>
            </a:lvl5pPr>
            <a:lvl6pPr marL="2169023" indent="0" algn="ctr">
              <a:buNone/>
              <a:defRPr sz="1500"/>
            </a:lvl6pPr>
            <a:lvl7pPr marL="2602827" indent="0" algn="ctr">
              <a:buNone/>
              <a:defRPr sz="1500"/>
            </a:lvl7pPr>
            <a:lvl8pPr marL="3036631" indent="0" algn="ctr">
              <a:buNone/>
              <a:defRPr sz="1500"/>
            </a:lvl8pPr>
            <a:lvl9pPr marL="3470415"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D7D1476-510D-4006-9322-6BCE1A1105BA}" type="datetimeFigureOut">
              <a:rPr lang="x-none" smtClean="0">
                <a:solidFill>
                  <a:prstClr val="black">
                    <a:tint val="75000"/>
                  </a:prstClr>
                </a:solidFill>
              </a:rPr>
              <a:pPr/>
              <a:t>8/6/2025</a:t>
            </a:fld>
            <a:endParaRPr lang="x-none">
              <a:solidFill>
                <a:prstClr val="black">
                  <a:tint val="75000"/>
                </a:prstClr>
              </a:solidFill>
            </a:endParaRPr>
          </a:p>
        </p:txBody>
      </p:sp>
      <p:sp>
        <p:nvSpPr>
          <p:cNvPr id="5" name="Footer Placeholder 4"/>
          <p:cNvSpPr>
            <a:spLocks noGrp="1"/>
          </p:cNvSpPr>
          <p:nvPr>
            <p:ph type="ftr" sz="quarter" idx="11"/>
          </p:nvPr>
        </p:nvSpPr>
        <p:spPr/>
        <p:txBody>
          <a:bodyPr/>
          <a:lstStyle/>
          <a:p>
            <a:endParaRPr lang="x-none">
              <a:solidFill>
                <a:prstClr val="black">
                  <a:tint val="75000"/>
                </a:prstClr>
              </a:solidFill>
            </a:endParaRPr>
          </a:p>
        </p:txBody>
      </p:sp>
      <p:sp>
        <p:nvSpPr>
          <p:cNvPr id="6" name="Slide Number Placeholder 5"/>
          <p:cNvSpPr>
            <a:spLocks noGrp="1"/>
          </p:cNvSpPr>
          <p:nvPr>
            <p:ph type="sldNum" sz="quarter" idx="12"/>
          </p:nvPr>
        </p:nvSpPr>
        <p:spPr/>
        <p:txBody>
          <a:bodyPr/>
          <a:lstStyle/>
          <a:p>
            <a:fld id="{CC57F0A9-80E9-47E5-AC84-1B2DEF9A30A5}" type="slidenum">
              <a:rPr lang="x-none" smtClean="0">
                <a:solidFill>
                  <a:prstClr val="black">
                    <a:tint val="75000"/>
                  </a:prstClr>
                </a:solidFill>
              </a:rPr>
              <a:pPr/>
              <a:t>‹#›</a:t>
            </a:fld>
            <a:endParaRPr lang="x-none">
              <a:solidFill>
                <a:prstClr val="black">
                  <a:tint val="75000"/>
                </a:prstClr>
              </a:solidFill>
            </a:endParaRPr>
          </a:p>
        </p:txBody>
      </p:sp>
    </p:spTree>
    <p:extLst>
      <p:ext uri="{BB962C8B-B14F-4D97-AF65-F5344CB8AC3E}">
        <p14:creationId xmlns:p14="http://schemas.microsoft.com/office/powerpoint/2010/main" val="3432935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7D1476-510D-4006-9322-6BCE1A1105BA}" type="datetimeFigureOut">
              <a:rPr lang="x-none" smtClean="0">
                <a:solidFill>
                  <a:prstClr val="black">
                    <a:tint val="75000"/>
                  </a:prstClr>
                </a:solidFill>
              </a:rPr>
              <a:pPr/>
              <a:t>8/6/2025</a:t>
            </a:fld>
            <a:endParaRPr lang="x-none">
              <a:solidFill>
                <a:prstClr val="black">
                  <a:tint val="75000"/>
                </a:prstClr>
              </a:solidFill>
            </a:endParaRPr>
          </a:p>
        </p:txBody>
      </p:sp>
      <p:sp>
        <p:nvSpPr>
          <p:cNvPr id="5" name="Footer Placeholder 4"/>
          <p:cNvSpPr>
            <a:spLocks noGrp="1"/>
          </p:cNvSpPr>
          <p:nvPr>
            <p:ph type="ftr" sz="quarter" idx="11"/>
          </p:nvPr>
        </p:nvSpPr>
        <p:spPr/>
        <p:txBody>
          <a:bodyPr/>
          <a:lstStyle/>
          <a:p>
            <a:endParaRPr lang="x-none">
              <a:solidFill>
                <a:prstClr val="black">
                  <a:tint val="75000"/>
                </a:prstClr>
              </a:solidFill>
            </a:endParaRPr>
          </a:p>
        </p:txBody>
      </p:sp>
      <p:sp>
        <p:nvSpPr>
          <p:cNvPr id="6" name="Slide Number Placeholder 5"/>
          <p:cNvSpPr>
            <a:spLocks noGrp="1"/>
          </p:cNvSpPr>
          <p:nvPr>
            <p:ph type="sldNum" sz="quarter" idx="12"/>
          </p:nvPr>
        </p:nvSpPr>
        <p:spPr/>
        <p:txBody>
          <a:bodyPr/>
          <a:lstStyle/>
          <a:p>
            <a:fld id="{CC57F0A9-80E9-47E5-AC84-1B2DEF9A30A5}" type="slidenum">
              <a:rPr lang="x-none" smtClean="0">
                <a:solidFill>
                  <a:prstClr val="black">
                    <a:tint val="75000"/>
                  </a:prstClr>
                </a:solidFill>
              </a:rPr>
              <a:pPr/>
              <a:t>‹#›</a:t>
            </a:fld>
            <a:endParaRPr lang="x-none">
              <a:solidFill>
                <a:prstClr val="black">
                  <a:tint val="75000"/>
                </a:prstClr>
              </a:solidFill>
            </a:endParaRPr>
          </a:p>
        </p:txBody>
      </p:sp>
    </p:spTree>
    <p:extLst>
      <p:ext uri="{BB962C8B-B14F-4D97-AF65-F5344CB8AC3E}">
        <p14:creationId xmlns:p14="http://schemas.microsoft.com/office/powerpoint/2010/main" val="28305570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814"/>
            <a:ext cx="10515600" cy="2852737"/>
          </a:xfrm>
        </p:spPr>
        <p:txBody>
          <a:bodyPr anchor="b"/>
          <a:lstStyle>
            <a:lvl1pPr>
              <a:defRPr sz="5700"/>
            </a:lvl1pPr>
          </a:lstStyle>
          <a:p>
            <a:r>
              <a:rPr lang="en-US"/>
              <a:t>Click to edit Master title style</a:t>
            </a:r>
            <a:endParaRPr lang="en-US" dirty="0"/>
          </a:p>
        </p:txBody>
      </p:sp>
      <p:sp>
        <p:nvSpPr>
          <p:cNvPr id="3" name="Text Placeholder 2"/>
          <p:cNvSpPr>
            <a:spLocks noGrp="1"/>
          </p:cNvSpPr>
          <p:nvPr>
            <p:ph type="body" idx="1"/>
          </p:nvPr>
        </p:nvSpPr>
        <p:spPr>
          <a:xfrm>
            <a:off x="831851" y="4589464"/>
            <a:ext cx="10515600" cy="1500187"/>
          </a:xfrm>
        </p:spPr>
        <p:txBody>
          <a:bodyPr/>
          <a:lstStyle>
            <a:lvl1pPr marL="0" indent="0">
              <a:buNone/>
              <a:defRPr sz="2300">
                <a:solidFill>
                  <a:schemeClr val="tx1">
                    <a:tint val="75000"/>
                  </a:schemeClr>
                </a:solidFill>
              </a:defRPr>
            </a:lvl1pPr>
            <a:lvl2pPr marL="433801" indent="0">
              <a:buNone/>
              <a:defRPr sz="1900">
                <a:solidFill>
                  <a:schemeClr val="tx1">
                    <a:tint val="75000"/>
                  </a:schemeClr>
                </a:solidFill>
              </a:defRPr>
            </a:lvl2pPr>
            <a:lvl3pPr marL="867598" indent="0">
              <a:buNone/>
              <a:defRPr sz="1700">
                <a:solidFill>
                  <a:schemeClr val="tx1">
                    <a:tint val="75000"/>
                  </a:schemeClr>
                </a:solidFill>
              </a:defRPr>
            </a:lvl3pPr>
            <a:lvl4pPr marL="1301416" indent="0">
              <a:buNone/>
              <a:defRPr sz="1500">
                <a:solidFill>
                  <a:schemeClr val="tx1">
                    <a:tint val="75000"/>
                  </a:schemeClr>
                </a:solidFill>
              </a:defRPr>
            </a:lvl4pPr>
            <a:lvl5pPr marL="1735200" indent="0">
              <a:buNone/>
              <a:defRPr sz="1500">
                <a:solidFill>
                  <a:schemeClr val="tx1">
                    <a:tint val="75000"/>
                  </a:schemeClr>
                </a:solidFill>
              </a:defRPr>
            </a:lvl5pPr>
            <a:lvl6pPr marL="2169023" indent="0">
              <a:buNone/>
              <a:defRPr sz="1500">
                <a:solidFill>
                  <a:schemeClr val="tx1">
                    <a:tint val="75000"/>
                  </a:schemeClr>
                </a:solidFill>
              </a:defRPr>
            </a:lvl6pPr>
            <a:lvl7pPr marL="2602827" indent="0">
              <a:buNone/>
              <a:defRPr sz="1500">
                <a:solidFill>
                  <a:schemeClr val="tx1">
                    <a:tint val="75000"/>
                  </a:schemeClr>
                </a:solidFill>
              </a:defRPr>
            </a:lvl7pPr>
            <a:lvl8pPr marL="3036631" indent="0">
              <a:buNone/>
              <a:defRPr sz="1500">
                <a:solidFill>
                  <a:schemeClr val="tx1">
                    <a:tint val="75000"/>
                  </a:schemeClr>
                </a:solidFill>
              </a:defRPr>
            </a:lvl8pPr>
            <a:lvl9pPr marL="3470415" indent="0">
              <a:buNone/>
              <a:defRPr sz="15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D7D1476-510D-4006-9322-6BCE1A1105BA}" type="datetimeFigureOut">
              <a:rPr lang="x-none" smtClean="0">
                <a:solidFill>
                  <a:prstClr val="black">
                    <a:tint val="75000"/>
                  </a:prstClr>
                </a:solidFill>
              </a:rPr>
              <a:pPr/>
              <a:t>8/6/2025</a:t>
            </a:fld>
            <a:endParaRPr lang="x-none">
              <a:solidFill>
                <a:prstClr val="black">
                  <a:tint val="75000"/>
                </a:prstClr>
              </a:solidFill>
            </a:endParaRPr>
          </a:p>
        </p:txBody>
      </p:sp>
      <p:sp>
        <p:nvSpPr>
          <p:cNvPr id="5" name="Footer Placeholder 4"/>
          <p:cNvSpPr>
            <a:spLocks noGrp="1"/>
          </p:cNvSpPr>
          <p:nvPr>
            <p:ph type="ftr" sz="quarter" idx="11"/>
          </p:nvPr>
        </p:nvSpPr>
        <p:spPr/>
        <p:txBody>
          <a:bodyPr/>
          <a:lstStyle/>
          <a:p>
            <a:endParaRPr lang="x-none">
              <a:solidFill>
                <a:prstClr val="black">
                  <a:tint val="75000"/>
                </a:prstClr>
              </a:solidFill>
            </a:endParaRPr>
          </a:p>
        </p:txBody>
      </p:sp>
      <p:sp>
        <p:nvSpPr>
          <p:cNvPr id="6" name="Slide Number Placeholder 5"/>
          <p:cNvSpPr>
            <a:spLocks noGrp="1"/>
          </p:cNvSpPr>
          <p:nvPr>
            <p:ph type="sldNum" sz="quarter" idx="12"/>
          </p:nvPr>
        </p:nvSpPr>
        <p:spPr/>
        <p:txBody>
          <a:bodyPr/>
          <a:lstStyle/>
          <a:p>
            <a:fld id="{CC57F0A9-80E9-47E5-AC84-1B2DEF9A30A5}" type="slidenum">
              <a:rPr lang="x-none" smtClean="0">
                <a:solidFill>
                  <a:prstClr val="black">
                    <a:tint val="75000"/>
                  </a:prstClr>
                </a:solidFill>
              </a:rPr>
              <a:pPr/>
              <a:t>‹#›</a:t>
            </a:fld>
            <a:endParaRPr lang="x-none">
              <a:solidFill>
                <a:prstClr val="black">
                  <a:tint val="75000"/>
                </a:prstClr>
              </a:solidFill>
            </a:endParaRPr>
          </a:p>
        </p:txBody>
      </p:sp>
    </p:spTree>
    <p:extLst>
      <p:ext uri="{BB962C8B-B14F-4D97-AF65-F5344CB8AC3E}">
        <p14:creationId xmlns:p14="http://schemas.microsoft.com/office/powerpoint/2010/main" val="36908710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8"/>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8"/>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D7D1476-510D-4006-9322-6BCE1A1105BA}" type="datetimeFigureOut">
              <a:rPr lang="x-none" smtClean="0">
                <a:solidFill>
                  <a:prstClr val="black">
                    <a:tint val="75000"/>
                  </a:prstClr>
                </a:solidFill>
              </a:rPr>
              <a:pPr/>
              <a:t>8/6/2025</a:t>
            </a:fld>
            <a:endParaRPr lang="x-none">
              <a:solidFill>
                <a:prstClr val="black">
                  <a:tint val="75000"/>
                </a:prstClr>
              </a:solidFill>
            </a:endParaRPr>
          </a:p>
        </p:txBody>
      </p:sp>
      <p:sp>
        <p:nvSpPr>
          <p:cNvPr id="6" name="Footer Placeholder 5"/>
          <p:cNvSpPr>
            <a:spLocks noGrp="1"/>
          </p:cNvSpPr>
          <p:nvPr>
            <p:ph type="ftr" sz="quarter" idx="11"/>
          </p:nvPr>
        </p:nvSpPr>
        <p:spPr/>
        <p:txBody>
          <a:bodyPr/>
          <a:lstStyle/>
          <a:p>
            <a:endParaRPr lang="x-none">
              <a:solidFill>
                <a:prstClr val="black">
                  <a:tint val="75000"/>
                </a:prstClr>
              </a:solidFill>
            </a:endParaRPr>
          </a:p>
        </p:txBody>
      </p:sp>
      <p:sp>
        <p:nvSpPr>
          <p:cNvPr id="7" name="Slide Number Placeholder 6"/>
          <p:cNvSpPr>
            <a:spLocks noGrp="1"/>
          </p:cNvSpPr>
          <p:nvPr>
            <p:ph type="sldNum" sz="quarter" idx="12"/>
          </p:nvPr>
        </p:nvSpPr>
        <p:spPr/>
        <p:txBody>
          <a:bodyPr/>
          <a:lstStyle/>
          <a:p>
            <a:fld id="{CC57F0A9-80E9-47E5-AC84-1B2DEF9A30A5}" type="slidenum">
              <a:rPr lang="x-none" smtClean="0">
                <a:solidFill>
                  <a:prstClr val="black">
                    <a:tint val="75000"/>
                  </a:prstClr>
                </a:solidFill>
              </a:rPr>
              <a:pPr/>
              <a:t>‹#›</a:t>
            </a:fld>
            <a:endParaRPr lang="x-none">
              <a:solidFill>
                <a:prstClr val="black">
                  <a:tint val="75000"/>
                </a:prstClr>
              </a:solidFill>
            </a:endParaRPr>
          </a:p>
        </p:txBody>
      </p:sp>
    </p:spTree>
    <p:extLst>
      <p:ext uri="{BB962C8B-B14F-4D97-AF65-F5344CB8AC3E}">
        <p14:creationId xmlns:p14="http://schemas.microsoft.com/office/powerpoint/2010/main" val="17951731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8"/>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6" cy="823912"/>
          </a:xfrm>
        </p:spPr>
        <p:txBody>
          <a:bodyPr anchor="b"/>
          <a:lstStyle>
            <a:lvl1pPr marL="0" indent="0">
              <a:buNone/>
              <a:defRPr sz="2300" b="1"/>
            </a:lvl1pPr>
            <a:lvl2pPr marL="433801" indent="0">
              <a:buNone/>
              <a:defRPr sz="1900" b="1"/>
            </a:lvl2pPr>
            <a:lvl3pPr marL="867598" indent="0">
              <a:buNone/>
              <a:defRPr sz="1700" b="1"/>
            </a:lvl3pPr>
            <a:lvl4pPr marL="1301416" indent="0">
              <a:buNone/>
              <a:defRPr sz="1500" b="1"/>
            </a:lvl4pPr>
            <a:lvl5pPr marL="1735200" indent="0">
              <a:buNone/>
              <a:defRPr sz="1500" b="1"/>
            </a:lvl5pPr>
            <a:lvl6pPr marL="2169023" indent="0">
              <a:buNone/>
              <a:defRPr sz="1500" b="1"/>
            </a:lvl6pPr>
            <a:lvl7pPr marL="2602827" indent="0">
              <a:buNone/>
              <a:defRPr sz="1500" b="1"/>
            </a:lvl7pPr>
            <a:lvl8pPr marL="3036631" indent="0">
              <a:buNone/>
              <a:defRPr sz="1500" b="1"/>
            </a:lvl8pPr>
            <a:lvl9pPr marL="3470415" indent="0">
              <a:buNone/>
              <a:defRPr sz="1500" b="1"/>
            </a:lvl9pPr>
          </a:lstStyle>
          <a:p>
            <a:pPr lvl="0"/>
            <a:r>
              <a:rPr lang="en-US"/>
              <a:t>Edit Master text styles</a:t>
            </a:r>
          </a:p>
        </p:txBody>
      </p:sp>
      <p:sp>
        <p:nvSpPr>
          <p:cNvPr id="4" name="Content Placeholder 3"/>
          <p:cNvSpPr>
            <a:spLocks noGrp="1"/>
          </p:cNvSpPr>
          <p:nvPr>
            <p:ph sz="half" idx="2"/>
          </p:nvPr>
        </p:nvSpPr>
        <p:spPr>
          <a:xfrm>
            <a:off x="839789" y="2505075"/>
            <a:ext cx="5157786"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300" b="1"/>
            </a:lvl1pPr>
            <a:lvl2pPr marL="433801" indent="0">
              <a:buNone/>
              <a:defRPr sz="1900" b="1"/>
            </a:lvl2pPr>
            <a:lvl3pPr marL="867598" indent="0">
              <a:buNone/>
              <a:defRPr sz="1700" b="1"/>
            </a:lvl3pPr>
            <a:lvl4pPr marL="1301416" indent="0">
              <a:buNone/>
              <a:defRPr sz="1500" b="1"/>
            </a:lvl4pPr>
            <a:lvl5pPr marL="1735200" indent="0">
              <a:buNone/>
              <a:defRPr sz="1500" b="1"/>
            </a:lvl5pPr>
            <a:lvl6pPr marL="2169023" indent="0">
              <a:buNone/>
              <a:defRPr sz="1500" b="1"/>
            </a:lvl6pPr>
            <a:lvl7pPr marL="2602827" indent="0">
              <a:buNone/>
              <a:defRPr sz="1500" b="1"/>
            </a:lvl7pPr>
            <a:lvl8pPr marL="3036631" indent="0">
              <a:buNone/>
              <a:defRPr sz="1500" b="1"/>
            </a:lvl8pPr>
            <a:lvl9pPr marL="3470415" indent="0">
              <a:buNone/>
              <a:defRPr sz="15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D7D1476-510D-4006-9322-6BCE1A1105BA}" type="datetimeFigureOut">
              <a:rPr lang="x-none" smtClean="0">
                <a:solidFill>
                  <a:prstClr val="black">
                    <a:tint val="75000"/>
                  </a:prstClr>
                </a:solidFill>
              </a:rPr>
              <a:pPr/>
              <a:t>8/6/2025</a:t>
            </a:fld>
            <a:endParaRPr lang="x-none">
              <a:solidFill>
                <a:prstClr val="black">
                  <a:tint val="75000"/>
                </a:prstClr>
              </a:solidFill>
            </a:endParaRPr>
          </a:p>
        </p:txBody>
      </p:sp>
      <p:sp>
        <p:nvSpPr>
          <p:cNvPr id="8" name="Footer Placeholder 7"/>
          <p:cNvSpPr>
            <a:spLocks noGrp="1"/>
          </p:cNvSpPr>
          <p:nvPr>
            <p:ph type="ftr" sz="quarter" idx="11"/>
          </p:nvPr>
        </p:nvSpPr>
        <p:spPr/>
        <p:txBody>
          <a:bodyPr/>
          <a:lstStyle/>
          <a:p>
            <a:endParaRPr lang="x-none">
              <a:solidFill>
                <a:prstClr val="black">
                  <a:tint val="75000"/>
                </a:prstClr>
              </a:solidFill>
            </a:endParaRPr>
          </a:p>
        </p:txBody>
      </p:sp>
      <p:sp>
        <p:nvSpPr>
          <p:cNvPr id="9" name="Slide Number Placeholder 8"/>
          <p:cNvSpPr>
            <a:spLocks noGrp="1"/>
          </p:cNvSpPr>
          <p:nvPr>
            <p:ph type="sldNum" sz="quarter" idx="12"/>
          </p:nvPr>
        </p:nvSpPr>
        <p:spPr/>
        <p:txBody>
          <a:bodyPr/>
          <a:lstStyle/>
          <a:p>
            <a:fld id="{CC57F0A9-80E9-47E5-AC84-1B2DEF9A30A5}" type="slidenum">
              <a:rPr lang="x-none" smtClean="0">
                <a:solidFill>
                  <a:prstClr val="black">
                    <a:tint val="75000"/>
                  </a:prstClr>
                </a:solidFill>
              </a:rPr>
              <a:pPr/>
              <a:t>‹#›</a:t>
            </a:fld>
            <a:endParaRPr lang="x-none">
              <a:solidFill>
                <a:prstClr val="black">
                  <a:tint val="75000"/>
                </a:prstClr>
              </a:solidFill>
            </a:endParaRPr>
          </a:p>
        </p:txBody>
      </p:sp>
    </p:spTree>
    <p:extLst>
      <p:ext uri="{BB962C8B-B14F-4D97-AF65-F5344CB8AC3E}">
        <p14:creationId xmlns:p14="http://schemas.microsoft.com/office/powerpoint/2010/main" val="26404287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D7D1476-510D-4006-9322-6BCE1A1105BA}" type="datetimeFigureOut">
              <a:rPr lang="x-none" smtClean="0">
                <a:solidFill>
                  <a:prstClr val="black">
                    <a:tint val="75000"/>
                  </a:prstClr>
                </a:solidFill>
              </a:rPr>
              <a:pPr/>
              <a:t>8/6/2025</a:t>
            </a:fld>
            <a:endParaRPr lang="x-none">
              <a:solidFill>
                <a:prstClr val="black">
                  <a:tint val="75000"/>
                </a:prstClr>
              </a:solidFill>
            </a:endParaRPr>
          </a:p>
        </p:txBody>
      </p:sp>
      <p:sp>
        <p:nvSpPr>
          <p:cNvPr id="4" name="Footer Placeholder 3"/>
          <p:cNvSpPr>
            <a:spLocks noGrp="1"/>
          </p:cNvSpPr>
          <p:nvPr>
            <p:ph type="ftr" sz="quarter" idx="11"/>
          </p:nvPr>
        </p:nvSpPr>
        <p:spPr/>
        <p:txBody>
          <a:bodyPr/>
          <a:lstStyle/>
          <a:p>
            <a:endParaRPr lang="x-none">
              <a:solidFill>
                <a:prstClr val="black">
                  <a:tint val="75000"/>
                </a:prstClr>
              </a:solidFill>
            </a:endParaRPr>
          </a:p>
        </p:txBody>
      </p:sp>
      <p:sp>
        <p:nvSpPr>
          <p:cNvPr id="5" name="Slide Number Placeholder 4"/>
          <p:cNvSpPr>
            <a:spLocks noGrp="1"/>
          </p:cNvSpPr>
          <p:nvPr>
            <p:ph type="sldNum" sz="quarter" idx="12"/>
          </p:nvPr>
        </p:nvSpPr>
        <p:spPr/>
        <p:txBody>
          <a:bodyPr/>
          <a:lstStyle/>
          <a:p>
            <a:fld id="{CC57F0A9-80E9-47E5-AC84-1B2DEF9A30A5}" type="slidenum">
              <a:rPr lang="x-none" smtClean="0">
                <a:solidFill>
                  <a:prstClr val="black">
                    <a:tint val="75000"/>
                  </a:prstClr>
                </a:solidFill>
              </a:rPr>
              <a:pPr/>
              <a:t>‹#›</a:t>
            </a:fld>
            <a:endParaRPr lang="x-none">
              <a:solidFill>
                <a:prstClr val="black">
                  <a:tint val="75000"/>
                </a:prstClr>
              </a:solidFill>
            </a:endParaRPr>
          </a:p>
        </p:txBody>
      </p:sp>
    </p:spTree>
    <p:extLst>
      <p:ext uri="{BB962C8B-B14F-4D97-AF65-F5344CB8AC3E}">
        <p14:creationId xmlns:p14="http://schemas.microsoft.com/office/powerpoint/2010/main" val="4933155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D7D1476-510D-4006-9322-6BCE1A1105BA}" type="datetimeFigureOut">
              <a:rPr lang="x-none" smtClean="0">
                <a:solidFill>
                  <a:prstClr val="black">
                    <a:tint val="75000"/>
                  </a:prstClr>
                </a:solidFill>
              </a:rPr>
              <a:pPr/>
              <a:t>8/6/2025</a:t>
            </a:fld>
            <a:endParaRPr lang="x-none">
              <a:solidFill>
                <a:prstClr val="black">
                  <a:tint val="75000"/>
                </a:prstClr>
              </a:solidFill>
            </a:endParaRPr>
          </a:p>
        </p:txBody>
      </p:sp>
      <p:sp>
        <p:nvSpPr>
          <p:cNvPr id="3" name="Footer Placeholder 2"/>
          <p:cNvSpPr>
            <a:spLocks noGrp="1"/>
          </p:cNvSpPr>
          <p:nvPr>
            <p:ph type="ftr" sz="quarter" idx="11"/>
          </p:nvPr>
        </p:nvSpPr>
        <p:spPr/>
        <p:txBody>
          <a:bodyPr/>
          <a:lstStyle/>
          <a:p>
            <a:endParaRPr lang="x-none">
              <a:solidFill>
                <a:prstClr val="black">
                  <a:tint val="75000"/>
                </a:prstClr>
              </a:solidFill>
            </a:endParaRPr>
          </a:p>
        </p:txBody>
      </p:sp>
      <p:sp>
        <p:nvSpPr>
          <p:cNvPr id="4" name="Slide Number Placeholder 3"/>
          <p:cNvSpPr>
            <a:spLocks noGrp="1"/>
          </p:cNvSpPr>
          <p:nvPr>
            <p:ph type="sldNum" sz="quarter" idx="12"/>
          </p:nvPr>
        </p:nvSpPr>
        <p:spPr/>
        <p:txBody>
          <a:bodyPr/>
          <a:lstStyle/>
          <a:p>
            <a:fld id="{CC57F0A9-80E9-47E5-AC84-1B2DEF9A30A5}" type="slidenum">
              <a:rPr lang="x-none" smtClean="0">
                <a:solidFill>
                  <a:prstClr val="black">
                    <a:tint val="75000"/>
                  </a:prstClr>
                </a:solidFill>
              </a:rPr>
              <a:pPr/>
              <a:t>‹#›</a:t>
            </a:fld>
            <a:endParaRPr lang="x-none">
              <a:solidFill>
                <a:prstClr val="black">
                  <a:tint val="75000"/>
                </a:prstClr>
              </a:solidFill>
            </a:endParaRPr>
          </a:p>
        </p:txBody>
      </p:sp>
    </p:spTree>
    <p:extLst>
      <p:ext uri="{BB962C8B-B14F-4D97-AF65-F5344CB8AC3E}">
        <p14:creationId xmlns:p14="http://schemas.microsoft.com/office/powerpoint/2010/main" val="31013188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864" y="457200"/>
            <a:ext cx="3932237" cy="1600200"/>
          </a:xfrm>
        </p:spPr>
        <p:txBody>
          <a:bodyPr anchor="b"/>
          <a:lstStyle>
            <a:lvl1pPr>
              <a:defRPr sz="3000"/>
            </a:lvl1pPr>
          </a:lstStyle>
          <a:p>
            <a:r>
              <a:rPr lang="en-US"/>
              <a:t>Click to edit Master title style</a:t>
            </a:r>
            <a:endParaRPr lang="en-US" dirty="0"/>
          </a:p>
        </p:txBody>
      </p:sp>
      <p:sp>
        <p:nvSpPr>
          <p:cNvPr id="3" name="Content Placeholder 2"/>
          <p:cNvSpPr>
            <a:spLocks noGrp="1"/>
          </p:cNvSpPr>
          <p:nvPr>
            <p:ph idx="1"/>
          </p:nvPr>
        </p:nvSpPr>
        <p:spPr>
          <a:xfrm>
            <a:off x="5183188" y="987427"/>
            <a:ext cx="6172200" cy="4873625"/>
          </a:xfrm>
        </p:spPr>
        <p:txBody>
          <a:bodyPr/>
          <a:lstStyle>
            <a:lvl1pPr>
              <a:defRPr sz="3000"/>
            </a:lvl1pPr>
            <a:lvl2pPr>
              <a:defRPr sz="2700"/>
            </a:lvl2pPr>
            <a:lvl3pPr>
              <a:defRPr sz="2300"/>
            </a:lvl3pPr>
            <a:lvl4pPr>
              <a:defRPr sz="1900"/>
            </a:lvl4pPr>
            <a:lvl5pPr>
              <a:defRPr sz="1900"/>
            </a:lvl5pPr>
            <a:lvl6pPr>
              <a:defRPr sz="1900"/>
            </a:lvl6pPr>
            <a:lvl7pPr>
              <a:defRPr sz="1900"/>
            </a:lvl7pPr>
            <a:lvl8pPr>
              <a:defRPr sz="1900"/>
            </a:lvl8pPr>
            <a:lvl9pPr>
              <a:defRPr sz="19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864" y="2057400"/>
            <a:ext cx="3932237" cy="3811588"/>
          </a:xfrm>
        </p:spPr>
        <p:txBody>
          <a:bodyPr/>
          <a:lstStyle>
            <a:lvl1pPr marL="0" indent="0">
              <a:buNone/>
              <a:defRPr sz="1500"/>
            </a:lvl1pPr>
            <a:lvl2pPr marL="433801" indent="0">
              <a:buNone/>
              <a:defRPr sz="1300"/>
            </a:lvl2pPr>
            <a:lvl3pPr marL="867598" indent="0">
              <a:buNone/>
              <a:defRPr sz="1100"/>
            </a:lvl3pPr>
            <a:lvl4pPr marL="1301416" indent="0">
              <a:buNone/>
              <a:defRPr sz="1000"/>
            </a:lvl4pPr>
            <a:lvl5pPr marL="1735200" indent="0">
              <a:buNone/>
              <a:defRPr sz="1000"/>
            </a:lvl5pPr>
            <a:lvl6pPr marL="2169023" indent="0">
              <a:buNone/>
              <a:defRPr sz="1000"/>
            </a:lvl6pPr>
            <a:lvl7pPr marL="2602827" indent="0">
              <a:buNone/>
              <a:defRPr sz="1000"/>
            </a:lvl7pPr>
            <a:lvl8pPr marL="3036631" indent="0">
              <a:buNone/>
              <a:defRPr sz="1000"/>
            </a:lvl8pPr>
            <a:lvl9pPr marL="3470415"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D7D1476-510D-4006-9322-6BCE1A1105BA}" type="datetimeFigureOut">
              <a:rPr lang="x-none" smtClean="0">
                <a:solidFill>
                  <a:prstClr val="black">
                    <a:tint val="75000"/>
                  </a:prstClr>
                </a:solidFill>
              </a:rPr>
              <a:pPr/>
              <a:t>8/6/2025</a:t>
            </a:fld>
            <a:endParaRPr lang="x-none">
              <a:solidFill>
                <a:prstClr val="black">
                  <a:tint val="75000"/>
                </a:prstClr>
              </a:solidFill>
            </a:endParaRPr>
          </a:p>
        </p:txBody>
      </p:sp>
      <p:sp>
        <p:nvSpPr>
          <p:cNvPr id="6" name="Footer Placeholder 5"/>
          <p:cNvSpPr>
            <a:spLocks noGrp="1"/>
          </p:cNvSpPr>
          <p:nvPr>
            <p:ph type="ftr" sz="quarter" idx="11"/>
          </p:nvPr>
        </p:nvSpPr>
        <p:spPr/>
        <p:txBody>
          <a:bodyPr/>
          <a:lstStyle/>
          <a:p>
            <a:endParaRPr lang="x-none">
              <a:solidFill>
                <a:prstClr val="black">
                  <a:tint val="75000"/>
                </a:prstClr>
              </a:solidFill>
            </a:endParaRPr>
          </a:p>
        </p:txBody>
      </p:sp>
      <p:sp>
        <p:nvSpPr>
          <p:cNvPr id="7" name="Slide Number Placeholder 6"/>
          <p:cNvSpPr>
            <a:spLocks noGrp="1"/>
          </p:cNvSpPr>
          <p:nvPr>
            <p:ph type="sldNum" sz="quarter" idx="12"/>
          </p:nvPr>
        </p:nvSpPr>
        <p:spPr/>
        <p:txBody>
          <a:bodyPr/>
          <a:lstStyle/>
          <a:p>
            <a:fld id="{CC57F0A9-80E9-47E5-AC84-1B2DEF9A30A5}" type="slidenum">
              <a:rPr lang="x-none" smtClean="0">
                <a:solidFill>
                  <a:prstClr val="black">
                    <a:tint val="75000"/>
                  </a:prstClr>
                </a:solidFill>
              </a:rPr>
              <a:pPr/>
              <a:t>‹#›</a:t>
            </a:fld>
            <a:endParaRPr lang="x-none">
              <a:solidFill>
                <a:prstClr val="black">
                  <a:tint val="75000"/>
                </a:prstClr>
              </a:solidFill>
            </a:endParaRPr>
          </a:p>
        </p:txBody>
      </p:sp>
    </p:spTree>
    <p:extLst>
      <p:ext uri="{BB962C8B-B14F-4D97-AF65-F5344CB8AC3E}">
        <p14:creationId xmlns:p14="http://schemas.microsoft.com/office/powerpoint/2010/main" val="15887805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864" y="457200"/>
            <a:ext cx="3932237" cy="1600200"/>
          </a:xfrm>
        </p:spPr>
        <p:txBody>
          <a:bodyPr anchor="b"/>
          <a:lstStyle>
            <a:lvl1pPr>
              <a:defRPr sz="30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000"/>
            </a:lvl1pPr>
            <a:lvl2pPr marL="433801" indent="0">
              <a:buNone/>
              <a:defRPr sz="2700"/>
            </a:lvl2pPr>
            <a:lvl3pPr marL="867598" indent="0">
              <a:buNone/>
              <a:defRPr sz="2300"/>
            </a:lvl3pPr>
            <a:lvl4pPr marL="1301416" indent="0">
              <a:buNone/>
              <a:defRPr sz="1900"/>
            </a:lvl4pPr>
            <a:lvl5pPr marL="1735200" indent="0">
              <a:buNone/>
              <a:defRPr sz="1900"/>
            </a:lvl5pPr>
            <a:lvl6pPr marL="2169023" indent="0">
              <a:buNone/>
              <a:defRPr sz="1900"/>
            </a:lvl6pPr>
            <a:lvl7pPr marL="2602827" indent="0">
              <a:buNone/>
              <a:defRPr sz="1900"/>
            </a:lvl7pPr>
            <a:lvl8pPr marL="3036631" indent="0">
              <a:buNone/>
              <a:defRPr sz="1900"/>
            </a:lvl8pPr>
            <a:lvl9pPr marL="3470415" indent="0">
              <a:buNone/>
              <a:defRPr sz="1900"/>
            </a:lvl9pPr>
          </a:lstStyle>
          <a:p>
            <a:r>
              <a:rPr lang="en-US"/>
              <a:t>Click icon to add picture</a:t>
            </a:r>
            <a:endParaRPr lang="en-US" dirty="0"/>
          </a:p>
        </p:txBody>
      </p:sp>
      <p:sp>
        <p:nvSpPr>
          <p:cNvPr id="4" name="Text Placeholder 3"/>
          <p:cNvSpPr>
            <a:spLocks noGrp="1"/>
          </p:cNvSpPr>
          <p:nvPr>
            <p:ph type="body" sz="half" idx="2"/>
          </p:nvPr>
        </p:nvSpPr>
        <p:spPr>
          <a:xfrm>
            <a:off x="839864" y="2057400"/>
            <a:ext cx="3932237" cy="3811588"/>
          </a:xfrm>
        </p:spPr>
        <p:txBody>
          <a:bodyPr/>
          <a:lstStyle>
            <a:lvl1pPr marL="0" indent="0">
              <a:buNone/>
              <a:defRPr sz="1500"/>
            </a:lvl1pPr>
            <a:lvl2pPr marL="433801" indent="0">
              <a:buNone/>
              <a:defRPr sz="1300"/>
            </a:lvl2pPr>
            <a:lvl3pPr marL="867598" indent="0">
              <a:buNone/>
              <a:defRPr sz="1100"/>
            </a:lvl3pPr>
            <a:lvl4pPr marL="1301416" indent="0">
              <a:buNone/>
              <a:defRPr sz="1000"/>
            </a:lvl4pPr>
            <a:lvl5pPr marL="1735200" indent="0">
              <a:buNone/>
              <a:defRPr sz="1000"/>
            </a:lvl5pPr>
            <a:lvl6pPr marL="2169023" indent="0">
              <a:buNone/>
              <a:defRPr sz="1000"/>
            </a:lvl6pPr>
            <a:lvl7pPr marL="2602827" indent="0">
              <a:buNone/>
              <a:defRPr sz="1000"/>
            </a:lvl7pPr>
            <a:lvl8pPr marL="3036631" indent="0">
              <a:buNone/>
              <a:defRPr sz="1000"/>
            </a:lvl8pPr>
            <a:lvl9pPr marL="3470415"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D7D1476-510D-4006-9322-6BCE1A1105BA}" type="datetimeFigureOut">
              <a:rPr lang="x-none" smtClean="0">
                <a:solidFill>
                  <a:prstClr val="black">
                    <a:tint val="75000"/>
                  </a:prstClr>
                </a:solidFill>
              </a:rPr>
              <a:pPr/>
              <a:t>8/6/2025</a:t>
            </a:fld>
            <a:endParaRPr lang="x-none">
              <a:solidFill>
                <a:prstClr val="black">
                  <a:tint val="75000"/>
                </a:prstClr>
              </a:solidFill>
            </a:endParaRPr>
          </a:p>
        </p:txBody>
      </p:sp>
      <p:sp>
        <p:nvSpPr>
          <p:cNvPr id="6" name="Footer Placeholder 5"/>
          <p:cNvSpPr>
            <a:spLocks noGrp="1"/>
          </p:cNvSpPr>
          <p:nvPr>
            <p:ph type="ftr" sz="quarter" idx="11"/>
          </p:nvPr>
        </p:nvSpPr>
        <p:spPr/>
        <p:txBody>
          <a:bodyPr/>
          <a:lstStyle/>
          <a:p>
            <a:endParaRPr lang="x-none">
              <a:solidFill>
                <a:prstClr val="black">
                  <a:tint val="75000"/>
                </a:prstClr>
              </a:solidFill>
            </a:endParaRPr>
          </a:p>
        </p:txBody>
      </p:sp>
      <p:sp>
        <p:nvSpPr>
          <p:cNvPr id="7" name="Slide Number Placeholder 6"/>
          <p:cNvSpPr>
            <a:spLocks noGrp="1"/>
          </p:cNvSpPr>
          <p:nvPr>
            <p:ph type="sldNum" sz="quarter" idx="12"/>
          </p:nvPr>
        </p:nvSpPr>
        <p:spPr/>
        <p:txBody>
          <a:bodyPr/>
          <a:lstStyle/>
          <a:p>
            <a:fld id="{CC57F0A9-80E9-47E5-AC84-1B2DEF9A30A5}" type="slidenum">
              <a:rPr lang="x-none" smtClean="0">
                <a:solidFill>
                  <a:prstClr val="black">
                    <a:tint val="75000"/>
                  </a:prstClr>
                </a:solidFill>
              </a:rPr>
              <a:pPr/>
              <a:t>‹#›</a:t>
            </a:fld>
            <a:endParaRPr lang="x-none">
              <a:solidFill>
                <a:prstClr val="black">
                  <a:tint val="75000"/>
                </a:prstClr>
              </a:solidFill>
            </a:endParaRPr>
          </a:p>
        </p:txBody>
      </p:sp>
    </p:spTree>
    <p:extLst>
      <p:ext uri="{BB962C8B-B14F-4D97-AF65-F5344CB8AC3E}">
        <p14:creationId xmlns:p14="http://schemas.microsoft.com/office/powerpoint/2010/main" val="64227822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7D1476-510D-4006-9322-6BCE1A1105BA}" type="datetimeFigureOut">
              <a:rPr lang="x-none" smtClean="0">
                <a:solidFill>
                  <a:prstClr val="black">
                    <a:tint val="75000"/>
                  </a:prstClr>
                </a:solidFill>
              </a:rPr>
              <a:pPr/>
              <a:t>8/6/2025</a:t>
            </a:fld>
            <a:endParaRPr lang="x-none">
              <a:solidFill>
                <a:prstClr val="black">
                  <a:tint val="75000"/>
                </a:prstClr>
              </a:solidFill>
            </a:endParaRPr>
          </a:p>
        </p:txBody>
      </p:sp>
      <p:sp>
        <p:nvSpPr>
          <p:cNvPr id="5" name="Footer Placeholder 4"/>
          <p:cNvSpPr>
            <a:spLocks noGrp="1"/>
          </p:cNvSpPr>
          <p:nvPr>
            <p:ph type="ftr" sz="quarter" idx="11"/>
          </p:nvPr>
        </p:nvSpPr>
        <p:spPr/>
        <p:txBody>
          <a:bodyPr/>
          <a:lstStyle/>
          <a:p>
            <a:endParaRPr lang="x-none">
              <a:solidFill>
                <a:prstClr val="black">
                  <a:tint val="75000"/>
                </a:prstClr>
              </a:solidFill>
            </a:endParaRPr>
          </a:p>
        </p:txBody>
      </p:sp>
      <p:sp>
        <p:nvSpPr>
          <p:cNvPr id="6" name="Slide Number Placeholder 5"/>
          <p:cNvSpPr>
            <a:spLocks noGrp="1"/>
          </p:cNvSpPr>
          <p:nvPr>
            <p:ph type="sldNum" sz="quarter" idx="12"/>
          </p:nvPr>
        </p:nvSpPr>
        <p:spPr/>
        <p:txBody>
          <a:bodyPr/>
          <a:lstStyle/>
          <a:p>
            <a:fld id="{CC57F0A9-80E9-47E5-AC84-1B2DEF9A30A5}" type="slidenum">
              <a:rPr lang="x-none" smtClean="0">
                <a:solidFill>
                  <a:prstClr val="black">
                    <a:tint val="75000"/>
                  </a:prstClr>
                </a:solidFill>
              </a:rPr>
              <a:pPr/>
              <a:t>‹#›</a:t>
            </a:fld>
            <a:endParaRPr lang="x-none">
              <a:solidFill>
                <a:prstClr val="black">
                  <a:tint val="75000"/>
                </a:prstClr>
              </a:solidFill>
            </a:endParaRPr>
          </a:p>
        </p:txBody>
      </p:sp>
    </p:spTree>
    <p:extLst>
      <p:ext uri="{BB962C8B-B14F-4D97-AF65-F5344CB8AC3E}">
        <p14:creationId xmlns:p14="http://schemas.microsoft.com/office/powerpoint/2010/main" val="5585015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7D1476-510D-4006-9322-6BCE1A1105BA}" type="datetimeFigureOut">
              <a:rPr lang="x-none" smtClean="0">
                <a:solidFill>
                  <a:prstClr val="black">
                    <a:tint val="75000"/>
                  </a:prstClr>
                </a:solidFill>
              </a:rPr>
              <a:pPr/>
              <a:t>8/6/2025</a:t>
            </a:fld>
            <a:endParaRPr lang="x-none">
              <a:solidFill>
                <a:prstClr val="black">
                  <a:tint val="75000"/>
                </a:prstClr>
              </a:solidFill>
            </a:endParaRPr>
          </a:p>
        </p:txBody>
      </p:sp>
      <p:sp>
        <p:nvSpPr>
          <p:cNvPr id="5" name="Footer Placeholder 4"/>
          <p:cNvSpPr>
            <a:spLocks noGrp="1"/>
          </p:cNvSpPr>
          <p:nvPr>
            <p:ph type="ftr" sz="quarter" idx="11"/>
          </p:nvPr>
        </p:nvSpPr>
        <p:spPr/>
        <p:txBody>
          <a:bodyPr/>
          <a:lstStyle/>
          <a:p>
            <a:endParaRPr lang="x-none">
              <a:solidFill>
                <a:prstClr val="black">
                  <a:tint val="75000"/>
                </a:prstClr>
              </a:solidFill>
            </a:endParaRPr>
          </a:p>
        </p:txBody>
      </p:sp>
      <p:sp>
        <p:nvSpPr>
          <p:cNvPr id="6" name="Slide Number Placeholder 5"/>
          <p:cNvSpPr>
            <a:spLocks noGrp="1"/>
          </p:cNvSpPr>
          <p:nvPr>
            <p:ph type="sldNum" sz="quarter" idx="12"/>
          </p:nvPr>
        </p:nvSpPr>
        <p:spPr/>
        <p:txBody>
          <a:bodyPr/>
          <a:lstStyle/>
          <a:p>
            <a:fld id="{CC57F0A9-80E9-47E5-AC84-1B2DEF9A30A5}" type="slidenum">
              <a:rPr lang="x-none" smtClean="0">
                <a:solidFill>
                  <a:prstClr val="black">
                    <a:tint val="75000"/>
                  </a:prstClr>
                </a:solidFill>
              </a:rPr>
              <a:pPr/>
              <a:t>‹#›</a:t>
            </a:fld>
            <a:endParaRPr lang="x-none">
              <a:solidFill>
                <a:prstClr val="black">
                  <a:tint val="75000"/>
                </a:prstClr>
              </a:solidFill>
            </a:endParaRPr>
          </a:p>
        </p:txBody>
      </p:sp>
    </p:spTree>
    <p:extLst>
      <p:ext uri="{BB962C8B-B14F-4D97-AF65-F5344CB8AC3E}">
        <p14:creationId xmlns:p14="http://schemas.microsoft.com/office/powerpoint/2010/main" val="395387067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807186-1067-4749-B92A-A9B0A7D6597A}" type="datetimeFigureOut">
              <a:rPr lang="en-US" smtClean="0"/>
              <a:t>8/6/2025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3062BA-BB19-47A3-975B-D8BBEA3EE709}" type="slidenum">
              <a:rPr lang="en-US" smtClean="0"/>
              <a:t>‹#›</a:t>
            </a:fld>
            <a:endParaRPr lang="en-US"/>
          </a:p>
        </p:txBody>
      </p:sp>
    </p:spTree>
    <p:extLst>
      <p:ext uri="{BB962C8B-B14F-4D97-AF65-F5344CB8AC3E}">
        <p14:creationId xmlns:p14="http://schemas.microsoft.com/office/powerpoint/2010/main" val="1309756996"/>
      </p:ext>
    </p:extLst>
  </p:cSld>
  <p:clrMapOvr>
    <a:masterClrMapping/>
  </p:clrMapOvr>
  <p:transition spd="med">
    <p:pull/>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807186-1067-4749-B92A-A9B0A7D6597A}" type="datetimeFigureOut">
              <a:rPr lang="en-US" smtClean="0"/>
              <a:t>8/6/2025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3062BA-BB19-47A3-975B-D8BBEA3EE709}" type="slidenum">
              <a:rPr lang="en-US" smtClean="0"/>
              <a:t>‹#›</a:t>
            </a:fld>
            <a:endParaRPr lang="en-US"/>
          </a:p>
        </p:txBody>
      </p:sp>
    </p:spTree>
    <p:extLst>
      <p:ext uri="{BB962C8B-B14F-4D97-AF65-F5344CB8AC3E}">
        <p14:creationId xmlns:p14="http://schemas.microsoft.com/office/powerpoint/2010/main" val="3317961272"/>
      </p:ext>
    </p:extLst>
  </p:cSld>
  <p:clrMapOvr>
    <a:masterClrMapping/>
  </p:clrMapOvr>
  <p:transition spd="med">
    <p:pull/>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807186-1067-4749-B92A-A9B0A7D6597A}" type="datetimeFigureOut">
              <a:rPr lang="en-US" smtClean="0"/>
              <a:t>8/6/2025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3062BA-BB19-47A3-975B-D8BBEA3EE709}" type="slidenum">
              <a:rPr lang="en-US" smtClean="0"/>
              <a:t>‹#›</a:t>
            </a:fld>
            <a:endParaRPr lang="en-US"/>
          </a:p>
        </p:txBody>
      </p:sp>
    </p:spTree>
    <p:extLst>
      <p:ext uri="{BB962C8B-B14F-4D97-AF65-F5344CB8AC3E}">
        <p14:creationId xmlns:p14="http://schemas.microsoft.com/office/powerpoint/2010/main" val="3837545298"/>
      </p:ext>
    </p:extLst>
  </p:cSld>
  <p:clrMapOvr>
    <a:masterClrMapping/>
  </p:clrMapOvr>
  <p:transition spd="med">
    <p:pull/>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807186-1067-4749-B92A-A9B0A7D6597A}" type="datetimeFigureOut">
              <a:rPr lang="en-US" smtClean="0"/>
              <a:t>8/6/2025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3062BA-BB19-47A3-975B-D8BBEA3EE709}" type="slidenum">
              <a:rPr lang="en-US" smtClean="0"/>
              <a:t>‹#›</a:t>
            </a:fld>
            <a:endParaRPr lang="en-US"/>
          </a:p>
        </p:txBody>
      </p:sp>
    </p:spTree>
    <p:extLst>
      <p:ext uri="{BB962C8B-B14F-4D97-AF65-F5344CB8AC3E}">
        <p14:creationId xmlns:p14="http://schemas.microsoft.com/office/powerpoint/2010/main" val="1442650778"/>
      </p:ext>
    </p:extLst>
  </p:cSld>
  <p:clrMapOvr>
    <a:masterClrMapping/>
  </p:clrMapOvr>
  <p:transition spd="med">
    <p:pull/>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807186-1067-4749-B92A-A9B0A7D6597A}" type="datetimeFigureOut">
              <a:rPr lang="en-US" smtClean="0"/>
              <a:t>8/6/2025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C3062BA-BB19-47A3-975B-D8BBEA3EE709}" type="slidenum">
              <a:rPr lang="en-US" smtClean="0"/>
              <a:t>‹#›</a:t>
            </a:fld>
            <a:endParaRPr lang="en-US"/>
          </a:p>
        </p:txBody>
      </p:sp>
    </p:spTree>
    <p:extLst>
      <p:ext uri="{BB962C8B-B14F-4D97-AF65-F5344CB8AC3E}">
        <p14:creationId xmlns:p14="http://schemas.microsoft.com/office/powerpoint/2010/main" val="1127319324"/>
      </p:ext>
    </p:extLst>
  </p:cSld>
  <p:clrMapOvr>
    <a:masterClrMapping/>
  </p:clrMapOvr>
  <p:transition spd="med">
    <p:pull/>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807186-1067-4749-B92A-A9B0A7D6597A}" type="datetimeFigureOut">
              <a:rPr lang="en-US" smtClean="0"/>
              <a:t>8/6/2025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C3062BA-BB19-47A3-975B-D8BBEA3EE709}" type="slidenum">
              <a:rPr lang="en-US" smtClean="0"/>
              <a:t>‹#›</a:t>
            </a:fld>
            <a:endParaRPr lang="en-US"/>
          </a:p>
        </p:txBody>
      </p:sp>
    </p:spTree>
    <p:extLst>
      <p:ext uri="{BB962C8B-B14F-4D97-AF65-F5344CB8AC3E}">
        <p14:creationId xmlns:p14="http://schemas.microsoft.com/office/powerpoint/2010/main" val="1125887899"/>
      </p:ext>
    </p:extLst>
  </p:cSld>
  <p:clrMapOvr>
    <a:masterClrMapping/>
  </p:clrMapOvr>
  <p:transition spd="med">
    <p:pull/>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807186-1067-4749-B92A-A9B0A7D6597A}" type="datetimeFigureOut">
              <a:rPr lang="en-US" smtClean="0"/>
              <a:t>8/6/2025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C3062BA-BB19-47A3-975B-D8BBEA3EE709}" type="slidenum">
              <a:rPr lang="en-US" smtClean="0"/>
              <a:t>‹#›</a:t>
            </a:fld>
            <a:endParaRPr lang="en-US"/>
          </a:p>
        </p:txBody>
      </p:sp>
    </p:spTree>
    <p:extLst>
      <p:ext uri="{BB962C8B-B14F-4D97-AF65-F5344CB8AC3E}">
        <p14:creationId xmlns:p14="http://schemas.microsoft.com/office/powerpoint/2010/main" val="3015575927"/>
      </p:ext>
    </p:extLst>
  </p:cSld>
  <p:clrMapOvr>
    <a:masterClrMapping/>
  </p:clrMapOvr>
  <p:transition spd="med">
    <p:pull/>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807186-1067-4749-B92A-A9B0A7D6597A}" type="datetimeFigureOut">
              <a:rPr lang="en-US" smtClean="0"/>
              <a:t>8/6/2025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3062BA-BB19-47A3-975B-D8BBEA3EE709}" type="slidenum">
              <a:rPr lang="en-US" smtClean="0"/>
              <a:t>‹#›</a:t>
            </a:fld>
            <a:endParaRPr lang="en-US"/>
          </a:p>
        </p:txBody>
      </p:sp>
    </p:spTree>
    <p:extLst>
      <p:ext uri="{BB962C8B-B14F-4D97-AF65-F5344CB8AC3E}">
        <p14:creationId xmlns:p14="http://schemas.microsoft.com/office/powerpoint/2010/main" val="3910338926"/>
      </p:ext>
    </p:extLst>
  </p:cSld>
  <p:clrMapOvr>
    <a:masterClrMapping/>
  </p:clrMapOvr>
  <p:transition spd="med">
    <p:pull/>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807186-1067-4749-B92A-A9B0A7D6597A}" type="datetimeFigureOut">
              <a:rPr lang="en-US" smtClean="0"/>
              <a:t>8/6/2025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3062BA-BB19-47A3-975B-D8BBEA3EE709}" type="slidenum">
              <a:rPr lang="en-US" smtClean="0"/>
              <a:t>‹#›</a:t>
            </a:fld>
            <a:endParaRPr lang="en-US"/>
          </a:p>
        </p:txBody>
      </p:sp>
    </p:spTree>
    <p:extLst>
      <p:ext uri="{BB962C8B-B14F-4D97-AF65-F5344CB8AC3E}">
        <p14:creationId xmlns:p14="http://schemas.microsoft.com/office/powerpoint/2010/main" val="2038459998"/>
      </p:ext>
    </p:extLst>
  </p:cSld>
  <p:clrMapOvr>
    <a:masterClrMapping/>
  </p:clrMapOvr>
  <p:transition spd="med">
    <p:pull/>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807186-1067-4749-B92A-A9B0A7D6597A}" type="datetimeFigureOut">
              <a:rPr lang="en-US" smtClean="0"/>
              <a:t>8/6/2025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3062BA-BB19-47A3-975B-D8BBEA3EE709}" type="slidenum">
              <a:rPr lang="en-US" smtClean="0"/>
              <a:t>‹#›</a:t>
            </a:fld>
            <a:endParaRPr lang="en-US"/>
          </a:p>
        </p:txBody>
      </p:sp>
    </p:spTree>
    <p:extLst>
      <p:ext uri="{BB962C8B-B14F-4D97-AF65-F5344CB8AC3E}">
        <p14:creationId xmlns:p14="http://schemas.microsoft.com/office/powerpoint/2010/main" val="3460801806"/>
      </p:ext>
    </p:extLst>
  </p:cSld>
  <p:clrMapOvr>
    <a:masterClrMapping/>
  </p:clrMapOvr>
  <p:transition spd="med">
    <p:pull/>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807186-1067-4749-B92A-A9B0A7D6597A}" type="datetimeFigureOut">
              <a:rPr lang="en-US" smtClean="0"/>
              <a:t>8/6/2025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3062BA-BB19-47A3-975B-D8BBEA3EE709}" type="slidenum">
              <a:rPr lang="en-US" smtClean="0"/>
              <a:t>‹#›</a:t>
            </a:fld>
            <a:endParaRPr lang="en-US"/>
          </a:p>
        </p:txBody>
      </p:sp>
    </p:spTree>
    <p:extLst>
      <p:ext uri="{BB962C8B-B14F-4D97-AF65-F5344CB8AC3E}">
        <p14:creationId xmlns:p14="http://schemas.microsoft.com/office/powerpoint/2010/main" val="442333542"/>
      </p:ext>
    </p:extLst>
  </p:cSld>
  <p:clrMapOvr>
    <a:masterClrMapping/>
  </p:clrMapOvr>
  <p:transition spd="med">
    <p:pull/>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1" y="1122363"/>
            <a:ext cx="9144000" cy="2387600"/>
          </a:xfrm>
        </p:spPr>
        <p:txBody>
          <a:bodyPr anchor="b"/>
          <a:lstStyle>
            <a:lvl1pPr algn="ctr">
              <a:defRPr sz="5861"/>
            </a:lvl1pPr>
          </a:lstStyle>
          <a:p>
            <a:r>
              <a:rPr lang="en-US"/>
              <a:t>Click to edit Master title style</a:t>
            </a:r>
            <a:endParaRPr lang="en-US" dirty="0"/>
          </a:p>
        </p:txBody>
      </p:sp>
      <p:sp>
        <p:nvSpPr>
          <p:cNvPr id="3" name="Subtitle 2"/>
          <p:cNvSpPr>
            <a:spLocks noGrp="1"/>
          </p:cNvSpPr>
          <p:nvPr>
            <p:ph type="subTitle" idx="1"/>
          </p:nvPr>
        </p:nvSpPr>
        <p:spPr>
          <a:xfrm>
            <a:off x="1524001" y="3602038"/>
            <a:ext cx="9144000" cy="1655762"/>
          </a:xfrm>
        </p:spPr>
        <p:txBody>
          <a:bodyPr/>
          <a:lstStyle>
            <a:lvl1pPr marL="0" indent="0" algn="ctr">
              <a:buNone/>
              <a:defRPr sz="2344"/>
            </a:lvl1pPr>
            <a:lvl2pPr marL="446608" indent="0" algn="ctr">
              <a:buNone/>
              <a:defRPr sz="1954"/>
            </a:lvl2pPr>
            <a:lvl3pPr marL="893216" indent="0" algn="ctr">
              <a:buNone/>
              <a:defRPr sz="1759"/>
            </a:lvl3pPr>
            <a:lvl4pPr marL="1339825" indent="0" algn="ctr">
              <a:buNone/>
              <a:defRPr sz="1563"/>
            </a:lvl4pPr>
            <a:lvl5pPr marL="1786433" indent="0" algn="ctr">
              <a:buNone/>
              <a:defRPr sz="1563"/>
            </a:lvl5pPr>
            <a:lvl6pPr marL="2233041" indent="0" algn="ctr">
              <a:buNone/>
              <a:defRPr sz="1563"/>
            </a:lvl6pPr>
            <a:lvl7pPr marL="2679649" indent="0" algn="ctr">
              <a:buNone/>
              <a:defRPr sz="1563"/>
            </a:lvl7pPr>
            <a:lvl8pPr marL="3126257" indent="0" algn="ctr">
              <a:buNone/>
              <a:defRPr sz="1563"/>
            </a:lvl8pPr>
            <a:lvl9pPr marL="3572865" indent="0" algn="ctr">
              <a:buNone/>
              <a:defRPr sz="156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549C3A-F940-4AFE-81B9-64DB57044DC5}" type="datetimeFigureOut">
              <a:rPr lang="en-PK" smtClean="0"/>
              <a:t>08/06/2025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CF8BE953-CD4D-48A8-A18C-B1EF2B197153}" type="slidenum">
              <a:rPr lang="en-PK" smtClean="0"/>
              <a:t>‹#›</a:t>
            </a:fld>
            <a:endParaRPr lang="en-PK"/>
          </a:p>
        </p:txBody>
      </p:sp>
    </p:spTree>
    <p:extLst>
      <p:ext uri="{BB962C8B-B14F-4D97-AF65-F5344CB8AC3E}">
        <p14:creationId xmlns:p14="http://schemas.microsoft.com/office/powerpoint/2010/main" val="79246470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invX="1"/>
      </p:transition>
    </mc:Choice>
    <mc:Fallback xmlns="">
      <p:transition spd="slow">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549C3A-F940-4AFE-81B9-64DB57044DC5}" type="datetimeFigureOut">
              <a:rPr lang="en-PK" smtClean="0"/>
              <a:t>08/06/2025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CF8BE953-CD4D-48A8-A18C-B1EF2B197153}" type="slidenum">
              <a:rPr lang="en-PK" smtClean="0"/>
              <a:t>‹#›</a:t>
            </a:fld>
            <a:endParaRPr lang="en-PK"/>
          </a:p>
        </p:txBody>
      </p:sp>
    </p:spTree>
    <p:extLst>
      <p:ext uri="{BB962C8B-B14F-4D97-AF65-F5344CB8AC3E}">
        <p14:creationId xmlns:p14="http://schemas.microsoft.com/office/powerpoint/2010/main" val="7566432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invX="1"/>
      </p:transition>
    </mc:Choice>
    <mc:Fallback xmlns="">
      <p:transition spd="slow">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2852737"/>
          </a:xfrm>
        </p:spPr>
        <p:txBody>
          <a:bodyPr anchor="b"/>
          <a:lstStyle>
            <a:lvl1pPr>
              <a:defRPr sz="5861"/>
            </a:lvl1pPr>
          </a:lstStyle>
          <a:p>
            <a:r>
              <a:rPr lang="en-US"/>
              <a:t>Click to edit Master title style</a:t>
            </a:r>
            <a:endParaRPr lang="en-US" dirty="0"/>
          </a:p>
        </p:txBody>
      </p:sp>
      <p:sp>
        <p:nvSpPr>
          <p:cNvPr id="3" name="Text Placeholder 2"/>
          <p:cNvSpPr>
            <a:spLocks noGrp="1"/>
          </p:cNvSpPr>
          <p:nvPr>
            <p:ph type="body" idx="1"/>
          </p:nvPr>
        </p:nvSpPr>
        <p:spPr>
          <a:xfrm>
            <a:off x="831850" y="4589464"/>
            <a:ext cx="10515600" cy="1500187"/>
          </a:xfrm>
        </p:spPr>
        <p:txBody>
          <a:bodyPr/>
          <a:lstStyle>
            <a:lvl1pPr marL="0" indent="0">
              <a:buNone/>
              <a:defRPr sz="2344">
                <a:solidFill>
                  <a:schemeClr val="tx1">
                    <a:tint val="75000"/>
                  </a:schemeClr>
                </a:solidFill>
              </a:defRPr>
            </a:lvl1pPr>
            <a:lvl2pPr marL="446608" indent="0">
              <a:buNone/>
              <a:defRPr sz="1954">
                <a:solidFill>
                  <a:schemeClr val="tx1">
                    <a:tint val="75000"/>
                  </a:schemeClr>
                </a:solidFill>
              </a:defRPr>
            </a:lvl2pPr>
            <a:lvl3pPr marL="893216" indent="0">
              <a:buNone/>
              <a:defRPr sz="1759">
                <a:solidFill>
                  <a:schemeClr val="tx1">
                    <a:tint val="75000"/>
                  </a:schemeClr>
                </a:solidFill>
              </a:defRPr>
            </a:lvl3pPr>
            <a:lvl4pPr marL="1339825" indent="0">
              <a:buNone/>
              <a:defRPr sz="1563">
                <a:solidFill>
                  <a:schemeClr val="tx1">
                    <a:tint val="75000"/>
                  </a:schemeClr>
                </a:solidFill>
              </a:defRPr>
            </a:lvl4pPr>
            <a:lvl5pPr marL="1786433" indent="0">
              <a:buNone/>
              <a:defRPr sz="1563">
                <a:solidFill>
                  <a:schemeClr val="tx1">
                    <a:tint val="75000"/>
                  </a:schemeClr>
                </a:solidFill>
              </a:defRPr>
            </a:lvl5pPr>
            <a:lvl6pPr marL="2233041" indent="0">
              <a:buNone/>
              <a:defRPr sz="1563">
                <a:solidFill>
                  <a:schemeClr val="tx1">
                    <a:tint val="75000"/>
                  </a:schemeClr>
                </a:solidFill>
              </a:defRPr>
            </a:lvl6pPr>
            <a:lvl7pPr marL="2679649" indent="0">
              <a:buNone/>
              <a:defRPr sz="1563">
                <a:solidFill>
                  <a:schemeClr val="tx1">
                    <a:tint val="75000"/>
                  </a:schemeClr>
                </a:solidFill>
              </a:defRPr>
            </a:lvl7pPr>
            <a:lvl8pPr marL="3126257" indent="0">
              <a:buNone/>
              <a:defRPr sz="1563">
                <a:solidFill>
                  <a:schemeClr val="tx1">
                    <a:tint val="75000"/>
                  </a:schemeClr>
                </a:solidFill>
              </a:defRPr>
            </a:lvl8pPr>
            <a:lvl9pPr marL="3572865" indent="0">
              <a:buNone/>
              <a:defRPr sz="156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549C3A-F940-4AFE-81B9-64DB57044DC5}" type="datetimeFigureOut">
              <a:rPr lang="en-PK" smtClean="0"/>
              <a:t>08/06/2025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CF8BE953-CD4D-48A8-A18C-B1EF2B197153}" type="slidenum">
              <a:rPr lang="en-PK" smtClean="0"/>
              <a:t>‹#›</a:t>
            </a:fld>
            <a:endParaRPr lang="en-PK"/>
          </a:p>
        </p:txBody>
      </p:sp>
    </p:spTree>
    <p:extLst>
      <p:ext uri="{BB962C8B-B14F-4D97-AF65-F5344CB8AC3E}">
        <p14:creationId xmlns:p14="http://schemas.microsoft.com/office/powerpoint/2010/main" val="29180525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invX="1"/>
      </p:transition>
    </mc:Choice>
    <mc:Fallback xmlns="">
      <p:transition spd="slow">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549C3A-F940-4AFE-81B9-64DB57044DC5}" type="datetimeFigureOut">
              <a:rPr lang="en-PK" smtClean="0"/>
              <a:t>08/06/2025</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CF8BE953-CD4D-48A8-A18C-B1EF2B197153}" type="slidenum">
              <a:rPr lang="en-PK" smtClean="0"/>
              <a:t>‹#›</a:t>
            </a:fld>
            <a:endParaRPr lang="en-PK"/>
          </a:p>
        </p:txBody>
      </p:sp>
    </p:spTree>
    <p:extLst>
      <p:ext uri="{BB962C8B-B14F-4D97-AF65-F5344CB8AC3E}">
        <p14:creationId xmlns:p14="http://schemas.microsoft.com/office/powerpoint/2010/main" val="10725021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invX="1"/>
      </p:transition>
    </mc:Choice>
    <mc:Fallback xmlns="">
      <p:transition spd="slow">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6"/>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344" b="1"/>
            </a:lvl1pPr>
            <a:lvl2pPr marL="446608" indent="0">
              <a:buNone/>
              <a:defRPr sz="1954" b="1"/>
            </a:lvl2pPr>
            <a:lvl3pPr marL="893216" indent="0">
              <a:buNone/>
              <a:defRPr sz="1759" b="1"/>
            </a:lvl3pPr>
            <a:lvl4pPr marL="1339825" indent="0">
              <a:buNone/>
              <a:defRPr sz="1563" b="1"/>
            </a:lvl4pPr>
            <a:lvl5pPr marL="1786433" indent="0">
              <a:buNone/>
              <a:defRPr sz="1563" b="1"/>
            </a:lvl5pPr>
            <a:lvl6pPr marL="2233041" indent="0">
              <a:buNone/>
              <a:defRPr sz="1563" b="1"/>
            </a:lvl6pPr>
            <a:lvl7pPr marL="2679649" indent="0">
              <a:buNone/>
              <a:defRPr sz="1563" b="1"/>
            </a:lvl7pPr>
            <a:lvl8pPr marL="3126257" indent="0">
              <a:buNone/>
              <a:defRPr sz="1563" b="1"/>
            </a:lvl8pPr>
            <a:lvl9pPr marL="3572865" indent="0">
              <a:buNone/>
              <a:defRPr sz="1563"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344" b="1"/>
            </a:lvl1pPr>
            <a:lvl2pPr marL="446608" indent="0">
              <a:buNone/>
              <a:defRPr sz="1954" b="1"/>
            </a:lvl2pPr>
            <a:lvl3pPr marL="893216" indent="0">
              <a:buNone/>
              <a:defRPr sz="1759" b="1"/>
            </a:lvl3pPr>
            <a:lvl4pPr marL="1339825" indent="0">
              <a:buNone/>
              <a:defRPr sz="1563" b="1"/>
            </a:lvl4pPr>
            <a:lvl5pPr marL="1786433" indent="0">
              <a:buNone/>
              <a:defRPr sz="1563" b="1"/>
            </a:lvl5pPr>
            <a:lvl6pPr marL="2233041" indent="0">
              <a:buNone/>
              <a:defRPr sz="1563" b="1"/>
            </a:lvl6pPr>
            <a:lvl7pPr marL="2679649" indent="0">
              <a:buNone/>
              <a:defRPr sz="1563" b="1"/>
            </a:lvl7pPr>
            <a:lvl8pPr marL="3126257" indent="0">
              <a:buNone/>
              <a:defRPr sz="1563" b="1"/>
            </a:lvl8pPr>
            <a:lvl9pPr marL="3572865" indent="0">
              <a:buNone/>
              <a:defRPr sz="1563"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549C3A-F940-4AFE-81B9-64DB57044DC5}" type="datetimeFigureOut">
              <a:rPr lang="en-PK" smtClean="0"/>
              <a:t>08/06/2025</a:t>
            </a:fld>
            <a:endParaRPr lang="en-PK"/>
          </a:p>
        </p:txBody>
      </p:sp>
      <p:sp>
        <p:nvSpPr>
          <p:cNvPr id="8" name="Footer Placeholder 7"/>
          <p:cNvSpPr>
            <a:spLocks noGrp="1"/>
          </p:cNvSpPr>
          <p:nvPr>
            <p:ph type="ftr" sz="quarter" idx="11"/>
          </p:nvPr>
        </p:nvSpPr>
        <p:spPr/>
        <p:txBody>
          <a:bodyPr/>
          <a:lstStyle/>
          <a:p>
            <a:endParaRPr lang="en-PK"/>
          </a:p>
        </p:txBody>
      </p:sp>
      <p:sp>
        <p:nvSpPr>
          <p:cNvPr id="9" name="Slide Number Placeholder 8"/>
          <p:cNvSpPr>
            <a:spLocks noGrp="1"/>
          </p:cNvSpPr>
          <p:nvPr>
            <p:ph type="sldNum" sz="quarter" idx="12"/>
          </p:nvPr>
        </p:nvSpPr>
        <p:spPr/>
        <p:txBody>
          <a:bodyPr/>
          <a:lstStyle/>
          <a:p>
            <a:fld id="{CF8BE953-CD4D-48A8-A18C-B1EF2B197153}" type="slidenum">
              <a:rPr lang="en-PK" smtClean="0"/>
              <a:t>‹#›</a:t>
            </a:fld>
            <a:endParaRPr lang="en-PK"/>
          </a:p>
        </p:txBody>
      </p:sp>
    </p:spTree>
    <p:extLst>
      <p:ext uri="{BB962C8B-B14F-4D97-AF65-F5344CB8AC3E}">
        <p14:creationId xmlns:p14="http://schemas.microsoft.com/office/powerpoint/2010/main" val="424251710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invX="1"/>
      </p:transition>
    </mc:Choice>
    <mc:Fallback xmlns="">
      <p:transition spd="slow">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549C3A-F940-4AFE-81B9-64DB57044DC5}" type="datetimeFigureOut">
              <a:rPr lang="en-PK" smtClean="0"/>
              <a:t>08/06/2025</a:t>
            </a:fld>
            <a:endParaRPr lang="en-PK"/>
          </a:p>
        </p:txBody>
      </p:sp>
      <p:sp>
        <p:nvSpPr>
          <p:cNvPr id="4" name="Footer Placeholder 3"/>
          <p:cNvSpPr>
            <a:spLocks noGrp="1"/>
          </p:cNvSpPr>
          <p:nvPr>
            <p:ph type="ftr" sz="quarter" idx="11"/>
          </p:nvPr>
        </p:nvSpPr>
        <p:spPr/>
        <p:txBody>
          <a:bodyPr/>
          <a:lstStyle/>
          <a:p>
            <a:endParaRPr lang="en-PK"/>
          </a:p>
        </p:txBody>
      </p:sp>
      <p:sp>
        <p:nvSpPr>
          <p:cNvPr id="5" name="Slide Number Placeholder 4"/>
          <p:cNvSpPr>
            <a:spLocks noGrp="1"/>
          </p:cNvSpPr>
          <p:nvPr>
            <p:ph type="sldNum" sz="quarter" idx="12"/>
          </p:nvPr>
        </p:nvSpPr>
        <p:spPr/>
        <p:txBody>
          <a:bodyPr/>
          <a:lstStyle/>
          <a:p>
            <a:fld id="{CF8BE953-CD4D-48A8-A18C-B1EF2B197153}" type="slidenum">
              <a:rPr lang="en-PK" smtClean="0"/>
              <a:t>‹#›</a:t>
            </a:fld>
            <a:endParaRPr lang="en-PK"/>
          </a:p>
        </p:txBody>
      </p:sp>
    </p:spTree>
    <p:extLst>
      <p:ext uri="{BB962C8B-B14F-4D97-AF65-F5344CB8AC3E}">
        <p14:creationId xmlns:p14="http://schemas.microsoft.com/office/powerpoint/2010/main" val="272677103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invX="1"/>
      </p:transition>
    </mc:Choice>
    <mc:Fallback xmlns="">
      <p:transition spd="slow">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549C3A-F940-4AFE-81B9-64DB57044DC5}" type="datetimeFigureOut">
              <a:rPr lang="en-PK" smtClean="0"/>
              <a:t>08/06/2025</a:t>
            </a:fld>
            <a:endParaRPr lang="en-PK"/>
          </a:p>
        </p:txBody>
      </p:sp>
      <p:sp>
        <p:nvSpPr>
          <p:cNvPr id="3" name="Footer Placeholder 2"/>
          <p:cNvSpPr>
            <a:spLocks noGrp="1"/>
          </p:cNvSpPr>
          <p:nvPr>
            <p:ph type="ftr" sz="quarter" idx="11"/>
          </p:nvPr>
        </p:nvSpPr>
        <p:spPr/>
        <p:txBody>
          <a:bodyPr/>
          <a:lstStyle/>
          <a:p>
            <a:endParaRPr lang="en-PK"/>
          </a:p>
        </p:txBody>
      </p:sp>
      <p:sp>
        <p:nvSpPr>
          <p:cNvPr id="4" name="Slide Number Placeholder 3"/>
          <p:cNvSpPr>
            <a:spLocks noGrp="1"/>
          </p:cNvSpPr>
          <p:nvPr>
            <p:ph type="sldNum" sz="quarter" idx="12"/>
          </p:nvPr>
        </p:nvSpPr>
        <p:spPr/>
        <p:txBody>
          <a:bodyPr/>
          <a:lstStyle/>
          <a:p>
            <a:fld id="{CF8BE953-CD4D-48A8-A18C-B1EF2B197153}" type="slidenum">
              <a:rPr lang="en-PK" smtClean="0"/>
              <a:t>‹#›</a:t>
            </a:fld>
            <a:endParaRPr lang="en-PK"/>
          </a:p>
        </p:txBody>
      </p:sp>
    </p:spTree>
    <p:extLst>
      <p:ext uri="{BB962C8B-B14F-4D97-AF65-F5344CB8AC3E}">
        <p14:creationId xmlns:p14="http://schemas.microsoft.com/office/powerpoint/2010/main" val="150277607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invX="1"/>
      </p:transition>
    </mc:Choice>
    <mc:Fallback xmlns="">
      <p:transition spd="slow">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7" cy="1600200"/>
          </a:xfrm>
        </p:spPr>
        <p:txBody>
          <a:bodyPr anchor="b"/>
          <a:lstStyle>
            <a:lvl1pPr>
              <a:defRPr sz="3126"/>
            </a:lvl1pPr>
          </a:lstStyle>
          <a:p>
            <a:r>
              <a:rPr lang="en-US"/>
              <a:t>Click to edit Master title style</a:t>
            </a:r>
            <a:endParaRPr lang="en-US" dirty="0"/>
          </a:p>
        </p:txBody>
      </p:sp>
      <p:sp>
        <p:nvSpPr>
          <p:cNvPr id="3" name="Content Placeholder 2"/>
          <p:cNvSpPr>
            <a:spLocks noGrp="1"/>
          </p:cNvSpPr>
          <p:nvPr>
            <p:ph idx="1"/>
          </p:nvPr>
        </p:nvSpPr>
        <p:spPr>
          <a:xfrm>
            <a:off x="5183189" y="987425"/>
            <a:ext cx="6172200" cy="4873625"/>
          </a:xfrm>
        </p:spPr>
        <p:txBody>
          <a:bodyPr/>
          <a:lstStyle>
            <a:lvl1pPr>
              <a:defRPr sz="3126"/>
            </a:lvl1pPr>
            <a:lvl2pPr>
              <a:defRPr sz="2735"/>
            </a:lvl2pPr>
            <a:lvl3pPr>
              <a:defRPr sz="2344"/>
            </a:lvl3pPr>
            <a:lvl4pPr>
              <a:defRPr sz="1954"/>
            </a:lvl4pPr>
            <a:lvl5pPr>
              <a:defRPr sz="1954"/>
            </a:lvl5pPr>
            <a:lvl6pPr>
              <a:defRPr sz="1954"/>
            </a:lvl6pPr>
            <a:lvl7pPr>
              <a:defRPr sz="1954"/>
            </a:lvl7pPr>
            <a:lvl8pPr>
              <a:defRPr sz="1954"/>
            </a:lvl8pPr>
            <a:lvl9pPr>
              <a:defRPr sz="195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9" y="2057400"/>
            <a:ext cx="3932237" cy="3811588"/>
          </a:xfrm>
        </p:spPr>
        <p:txBody>
          <a:bodyPr/>
          <a:lstStyle>
            <a:lvl1pPr marL="0" indent="0">
              <a:buNone/>
              <a:defRPr sz="1563"/>
            </a:lvl1pPr>
            <a:lvl2pPr marL="446608" indent="0">
              <a:buNone/>
              <a:defRPr sz="1368"/>
            </a:lvl2pPr>
            <a:lvl3pPr marL="893216" indent="0">
              <a:buNone/>
              <a:defRPr sz="1172"/>
            </a:lvl3pPr>
            <a:lvl4pPr marL="1339825" indent="0">
              <a:buNone/>
              <a:defRPr sz="977"/>
            </a:lvl4pPr>
            <a:lvl5pPr marL="1786433" indent="0">
              <a:buNone/>
              <a:defRPr sz="977"/>
            </a:lvl5pPr>
            <a:lvl6pPr marL="2233041" indent="0">
              <a:buNone/>
              <a:defRPr sz="977"/>
            </a:lvl6pPr>
            <a:lvl7pPr marL="2679649" indent="0">
              <a:buNone/>
              <a:defRPr sz="977"/>
            </a:lvl7pPr>
            <a:lvl8pPr marL="3126257" indent="0">
              <a:buNone/>
              <a:defRPr sz="977"/>
            </a:lvl8pPr>
            <a:lvl9pPr marL="3572865" indent="0">
              <a:buNone/>
              <a:defRPr sz="977"/>
            </a:lvl9pPr>
          </a:lstStyle>
          <a:p>
            <a:pPr lvl="0"/>
            <a:r>
              <a:rPr lang="en-US"/>
              <a:t>Click to edit Master text styles</a:t>
            </a:r>
          </a:p>
        </p:txBody>
      </p:sp>
      <p:sp>
        <p:nvSpPr>
          <p:cNvPr id="5" name="Date Placeholder 4"/>
          <p:cNvSpPr>
            <a:spLocks noGrp="1"/>
          </p:cNvSpPr>
          <p:nvPr>
            <p:ph type="dt" sz="half" idx="10"/>
          </p:nvPr>
        </p:nvSpPr>
        <p:spPr/>
        <p:txBody>
          <a:bodyPr/>
          <a:lstStyle/>
          <a:p>
            <a:fld id="{C7549C3A-F940-4AFE-81B9-64DB57044DC5}" type="datetimeFigureOut">
              <a:rPr lang="en-PK" smtClean="0"/>
              <a:t>08/06/2025</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CF8BE953-CD4D-48A8-A18C-B1EF2B197153}" type="slidenum">
              <a:rPr lang="en-PK" smtClean="0"/>
              <a:t>‹#›</a:t>
            </a:fld>
            <a:endParaRPr lang="en-PK"/>
          </a:p>
        </p:txBody>
      </p:sp>
    </p:spTree>
    <p:extLst>
      <p:ext uri="{BB962C8B-B14F-4D97-AF65-F5344CB8AC3E}">
        <p14:creationId xmlns:p14="http://schemas.microsoft.com/office/powerpoint/2010/main" val="26997364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invX="1"/>
      </p:transition>
    </mc:Choice>
    <mc:Fallback xmlns="">
      <p:transition spd="slow">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7" cy="1600200"/>
          </a:xfrm>
        </p:spPr>
        <p:txBody>
          <a:bodyPr anchor="b"/>
          <a:lstStyle>
            <a:lvl1pPr>
              <a:defRPr sz="3126"/>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9" y="987425"/>
            <a:ext cx="6172200" cy="4873625"/>
          </a:xfrm>
        </p:spPr>
        <p:txBody>
          <a:bodyPr anchor="t"/>
          <a:lstStyle>
            <a:lvl1pPr marL="0" indent="0">
              <a:buNone/>
              <a:defRPr sz="3126"/>
            </a:lvl1pPr>
            <a:lvl2pPr marL="446608" indent="0">
              <a:buNone/>
              <a:defRPr sz="2735"/>
            </a:lvl2pPr>
            <a:lvl3pPr marL="893216" indent="0">
              <a:buNone/>
              <a:defRPr sz="2344"/>
            </a:lvl3pPr>
            <a:lvl4pPr marL="1339825" indent="0">
              <a:buNone/>
              <a:defRPr sz="1954"/>
            </a:lvl4pPr>
            <a:lvl5pPr marL="1786433" indent="0">
              <a:buNone/>
              <a:defRPr sz="1954"/>
            </a:lvl5pPr>
            <a:lvl6pPr marL="2233041" indent="0">
              <a:buNone/>
              <a:defRPr sz="1954"/>
            </a:lvl6pPr>
            <a:lvl7pPr marL="2679649" indent="0">
              <a:buNone/>
              <a:defRPr sz="1954"/>
            </a:lvl7pPr>
            <a:lvl8pPr marL="3126257" indent="0">
              <a:buNone/>
              <a:defRPr sz="1954"/>
            </a:lvl8pPr>
            <a:lvl9pPr marL="3572865" indent="0">
              <a:buNone/>
              <a:defRPr sz="1954"/>
            </a:lvl9pPr>
          </a:lstStyle>
          <a:p>
            <a:r>
              <a:rPr lang="en-US"/>
              <a:t>Click icon to add picture</a:t>
            </a:r>
            <a:endParaRPr lang="en-US" dirty="0"/>
          </a:p>
        </p:txBody>
      </p:sp>
      <p:sp>
        <p:nvSpPr>
          <p:cNvPr id="4" name="Text Placeholder 3"/>
          <p:cNvSpPr>
            <a:spLocks noGrp="1"/>
          </p:cNvSpPr>
          <p:nvPr>
            <p:ph type="body" sz="half" idx="2"/>
          </p:nvPr>
        </p:nvSpPr>
        <p:spPr>
          <a:xfrm>
            <a:off x="839789" y="2057400"/>
            <a:ext cx="3932237" cy="3811588"/>
          </a:xfrm>
        </p:spPr>
        <p:txBody>
          <a:bodyPr/>
          <a:lstStyle>
            <a:lvl1pPr marL="0" indent="0">
              <a:buNone/>
              <a:defRPr sz="1563"/>
            </a:lvl1pPr>
            <a:lvl2pPr marL="446608" indent="0">
              <a:buNone/>
              <a:defRPr sz="1368"/>
            </a:lvl2pPr>
            <a:lvl3pPr marL="893216" indent="0">
              <a:buNone/>
              <a:defRPr sz="1172"/>
            </a:lvl3pPr>
            <a:lvl4pPr marL="1339825" indent="0">
              <a:buNone/>
              <a:defRPr sz="977"/>
            </a:lvl4pPr>
            <a:lvl5pPr marL="1786433" indent="0">
              <a:buNone/>
              <a:defRPr sz="977"/>
            </a:lvl5pPr>
            <a:lvl6pPr marL="2233041" indent="0">
              <a:buNone/>
              <a:defRPr sz="977"/>
            </a:lvl6pPr>
            <a:lvl7pPr marL="2679649" indent="0">
              <a:buNone/>
              <a:defRPr sz="977"/>
            </a:lvl7pPr>
            <a:lvl8pPr marL="3126257" indent="0">
              <a:buNone/>
              <a:defRPr sz="977"/>
            </a:lvl8pPr>
            <a:lvl9pPr marL="3572865" indent="0">
              <a:buNone/>
              <a:defRPr sz="977"/>
            </a:lvl9pPr>
          </a:lstStyle>
          <a:p>
            <a:pPr lvl="0"/>
            <a:r>
              <a:rPr lang="en-US"/>
              <a:t>Click to edit Master text styles</a:t>
            </a:r>
          </a:p>
        </p:txBody>
      </p:sp>
      <p:sp>
        <p:nvSpPr>
          <p:cNvPr id="5" name="Date Placeholder 4"/>
          <p:cNvSpPr>
            <a:spLocks noGrp="1"/>
          </p:cNvSpPr>
          <p:nvPr>
            <p:ph type="dt" sz="half" idx="10"/>
          </p:nvPr>
        </p:nvSpPr>
        <p:spPr/>
        <p:txBody>
          <a:bodyPr/>
          <a:lstStyle/>
          <a:p>
            <a:fld id="{C7549C3A-F940-4AFE-81B9-64DB57044DC5}" type="datetimeFigureOut">
              <a:rPr lang="en-PK" smtClean="0"/>
              <a:t>08/06/2025</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CF8BE953-CD4D-48A8-A18C-B1EF2B197153}" type="slidenum">
              <a:rPr lang="en-PK" smtClean="0"/>
              <a:t>‹#›</a:t>
            </a:fld>
            <a:endParaRPr lang="en-PK"/>
          </a:p>
        </p:txBody>
      </p:sp>
    </p:spTree>
    <p:extLst>
      <p:ext uri="{BB962C8B-B14F-4D97-AF65-F5344CB8AC3E}">
        <p14:creationId xmlns:p14="http://schemas.microsoft.com/office/powerpoint/2010/main" val="248965247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invX="1"/>
      </p:transition>
    </mc:Choice>
    <mc:Fallback xmlns="">
      <p:transition spd="slow">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549C3A-F940-4AFE-81B9-64DB57044DC5}" type="datetimeFigureOut">
              <a:rPr lang="en-PK" smtClean="0"/>
              <a:t>08/06/2025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CF8BE953-CD4D-48A8-A18C-B1EF2B197153}" type="slidenum">
              <a:rPr lang="en-PK" smtClean="0"/>
              <a:t>‹#›</a:t>
            </a:fld>
            <a:endParaRPr lang="en-PK"/>
          </a:p>
        </p:txBody>
      </p:sp>
    </p:spTree>
    <p:extLst>
      <p:ext uri="{BB962C8B-B14F-4D97-AF65-F5344CB8AC3E}">
        <p14:creationId xmlns:p14="http://schemas.microsoft.com/office/powerpoint/2010/main" val="124295593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invX="1"/>
      </p:transition>
    </mc:Choice>
    <mc:Fallback xmlns="">
      <p:transition spd="slow">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549C3A-F940-4AFE-81B9-64DB57044DC5}" type="datetimeFigureOut">
              <a:rPr lang="en-PK" smtClean="0"/>
              <a:t>08/06/2025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CF8BE953-CD4D-48A8-A18C-B1EF2B197153}" type="slidenum">
              <a:rPr lang="en-PK" smtClean="0"/>
              <a:t>‹#›</a:t>
            </a:fld>
            <a:endParaRPr lang="en-PK"/>
          </a:p>
        </p:txBody>
      </p:sp>
    </p:spTree>
    <p:extLst>
      <p:ext uri="{BB962C8B-B14F-4D97-AF65-F5344CB8AC3E}">
        <p14:creationId xmlns:p14="http://schemas.microsoft.com/office/powerpoint/2010/main" val="143515813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invX="1"/>
      </p:transition>
    </mc:Choice>
    <mc:Fallback xmlns="">
      <p:transition spd="slow">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5999"/>
            </a:lvl1pPr>
          </a:lstStyle>
          <a:p>
            <a:r>
              <a:rPr lang="en-US"/>
              <a:t>Click to edit Master title style</a:t>
            </a:r>
            <a:endParaRPr lang="en-US" dirty="0"/>
          </a:p>
        </p:txBody>
      </p:sp>
      <p:sp>
        <p:nvSpPr>
          <p:cNvPr id="3" name="Subtitle 2"/>
          <p:cNvSpPr>
            <a:spLocks noGrp="1"/>
          </p:cNvSpPr>
          <p:nvPr>
            <p:ph type="subTitle" idx="1"/>
          </p:nvPr>
        </p:nvSpPr>
        <p:spPr>
          <a:xfrm>
            <a:off x="1524000" y="3602039"/>
            <a:ext cx="9144000" cy="1655762"/>
          </a:xfrm>
        </p:spPr>
        <p:txBody>
          <a:bodyPr/>
          <a:lstStyle>
            <a:lvl1pPr marL="0" indent="0" algn="ctr">
              <a:buNone/>
              <a:defRPr sz="2400"/>
            </a:lvl1pPr>
            <a:lvl2pPr marL="457177" indent="0" algn="ctr">
              <a:buNone/>
              <a:defRPr sz="2000"/>
            </a:lvl2pPr>
            <a:lvl3pPr marL="914354" indent="0" algn="ctr">
              <a:buNone/>
              <a:defRPr sz="1800"/>
            </a:lvl3pPr>
            <a:lvl4pPr marL="1371531" indent="0" algn="ctr">
              <a:buNone/>
              <a:defRPr sz="1600"/>
            </a:lvl4pPr>
            <a:lvl5pPr marL="1828708" indent="0" algn="ctr">
              <a:buNone/>
              <a:defRPr sz="1600"/>
            </a:lvl5pPr>
            <a:lvl6pPr marL="2285885" indent="0" algn="ctr">
              <a:buNone/>
              <a:defRPr sz="1600"/>
            </a:lvl6pPr>
            <a:lvl7pPr marL="2743063" indent="0" algn="ctr">
              <a:buNone/>
              <a:defRPr sz="1600"/>
            </a:lvl7pPr>
            <a:lvl8pPr marL="3200239" indent="0" algn="ctr">
              <a:buNone/>
              <a:defRPr sz="1600"/>
            </a:lvl8pPr>
            <a:lvl9pPr marL="365741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807186-1067-4749-B92A-A9B0A7D6597A}" type="datetimeFigureOut">
              <a:rPr lang="en-US" smtClean="0"/>
              <a:t>8/6/2025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3062BA-BB19-47A3-975B-D8BBEA3EE709}" type="slidenum">
              <a:rPr lang="en-US" smtClean="0"/>
              <a:t>‹#›</a:t>
            </a:fld>
            <a:endParaRPr lang="en-US"/>
          </a:p>
        </p:txBody>
      </p:sp>
    </p:spTree>
    <p:extLst>
      <p:ext uri="{BB962C8B-B14F-4D97-AF65-F5344CB8AC3E}">
        <p14:creationId xmlns:p14="http://schemas.microsoft.com/office/powerpoint/2010/main" val="1920901508"/>
      </p:ext>
    </p:extLst>
  </p:cSld>
  <p:clrMapOvr>
    <a:masterClrMapping/>
  </p:clrMapOvr>
  <p:transition spd="med">
    <p:pull/>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807186-1067-4749-B92A-A9B0A7D6597A}" type="datetimeFigureOut">
              <a:rPr lang="en-US" smtClean="0"/>
              <a:t>8/6/2025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3062BA-BB19-47A3-975B-D8BBEA3EE709}" type="slidenum">
              <a:rPr lang="en-US" smtClean="0"/>
              <a:t>‹#›</a:t>
            </a:fld>
            <a:endParaRPr lang="en-US"/>
          </a:p>
        </p:txBody>
      </p:sp>
    </p:spTree>
    <p:extLst>
      <p:ext uri="{BB962C8B-B14F-4D97-AF65-F5344CB8AC3E}">
        <p14:creationId xmlns:p14="http://schemas.microsoft.com/office/powerpoint/2010/main" val="1448809231"/>
      </p:ext>
    </p:extLst>
  </p:cSld>
  <p:clrMapOvr>
    <a:masterClrMapping/>
  </p:clrMapOvr>
  <p:transition spd="med">
    <p:pull/>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2852737"/>
          </a:xfrm>
        </p:spPr>
        <p:txBody>
          <a:bodyPr anchor="b"/>
          <a:lstStyle>
            <a:lvl1pPr>
              <a:defRPr sz="5999"/>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177" indent="0">
              <a:buNone/>
              <a:defRPr sz="2000">
                <a:solidFill>
                  <a:schemeClr val="tx1">
                    <a:tint val="75000"/>
                  </a:schemeClr>
                </a:solidFill>
              </a:defRPr>
            </a:lvl2pPr>
            <a:lvl3pPr marL="914354" indent="0">
              <a:buNone/>
              <a:defRPr sz="1800">
                <a:solidFill>
                  <a:schemeClr val="tx1">
                    <a:tint val="75000"/>
                  </a:schemeClr>
                </a:solidFill>
              </a:defRPr>
            </a:lvl3pPr>
            <a:lvl4pPr marL="1371531" indent="0">
              <a:buNone/>
              <a:defRPr sz="1600">
                <a:solidFill>
                  <a:schemeClr val="tx1">
                    <a:tint val="75000"/>
                  </a:schemeClr>
                </a:solidFill>
              </a:defRPr>
            </a:lvl4pPr>
            <a:lvl5pPr marL="1828708" indent="0">
              <a:buNone/>
              <a:defRPr sz="1600">
                <a:solidFill>
                  <a:schemeClr val="tx1">
                    <a:tint val="75000"/>
                  </a:schemeClr>
                </a:solidFill>
              </a:defRPr>
            </a:lvl5pPr>
            <a:lvl6pPr marL="2285885" indent="0">
              <a:buNone/>
              <a:defRPr sz="1600">
                <a:solidFill>
                  <a:schemeClr val="tx1">
                    <a:tint val="75000"/>
                  </a:schemeClr>
                </a:solidFill>
              </a:defRPr>
            </a:lvl6pPr>
            <a:lvl7pPr marL="2743063" indent="0">
              <a:buNone/>
              <a:defRPr sz="1600">
                <a:solidFill>
                  <a:schemeClr val="tx1">
                    <a:tint val="75000"/>
                  </a:schemeClr>
                </a:solidFill>
              </a:defRPr>
            </a:lvl7pPr>
            <a:lvl8pPr marL="3200239" indent="0">
              <a:buNone/>
              <a:defRPr sz="1600">
                <a:solidFill>
                  <a:schemeClr val="tx1">
                    <a:tint val="75000"/>
                  </a:schemeClr>
                </a:solidFill>
              </a:defRPr>
            </a:lvl8pPr>
            <a:lvl9pPr marL="3657416"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807186-1067-4749-B92A-A9B0A7D6597A}" type="datetimeFigureOut">
              <a:rPr lang="en-US" smtClean="0"/>
              <a:t>8/6/2025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3062BA-BB19-47A3-975B-D8BBEA3EE709}" type="slidenum">
              <a:rPr lang="en-US" smtClean="0"/>
              <a:t>‹#›</a:t>
            </a:fld>
            <a:endParaRPr lang="en-US"/>
          </a:p>
        </p:txBody>
      </p:sp>
    </p:spTree>
    <p:extLst>
      <p:ext uri="{BB962C8B-B14F-4D97-AF65-F5344CB8AC3E}">
        <p14:creationId xmlns:p14="http://schemas.microsoft.com/office/powerpoint/2010/main" val="676263027"/>
      </p:ext>
    </p:extLst>
  </p:cSld>
  <p:clrMapOvr>
    <a:masterClrMapping/>
  </p:clrMapOvr>
  <p:transition spd="med">
    <p:pull/>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6"/>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6"/>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807186-1067-4749-B92A-A9B0A7D6597A}" type="datetimeFigureOut">
              <a:rPr lang="en-US" smtClean="0"/>
              <a:t>8/6/2025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3062BA-BB19-47A3-975B-D8BBEA3EE709}" type="slidenum">
              <a:rPr lang="en-US" smtClean="0"/>
              <a:t>‹#›</a:t>
            </a:fld>
            <a:endParaRPr lang="en-US"/>
          </a:p>
        </p:txBody>
      </p:sp>
    </p:spTree>
    <p:extLst>
      <p:ext uri="{BB962C8B-B14F-4D97-AF65-F5344CB8AC3E}">
        <p14:creationId xmlns:p14="http://schemas.microsoft.com/office/powerpoint/2010/main" val="2648018483"/>
      </p:ext>
    </p:extLst>
  </p:cSld>
  <p:clrMapOvr>
    <a:masterClrMapping/>
  </p:clrMapOvr>
  <p:transition spd="med">
    <p:pull/>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6"/>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177" indent="0">
              <a:buNone/>
              <a:defRPr sz="2000" b="1"/>
            </a:lvl2pPr>
            <a:lvl3pPr marL="914354" indent="0">
              <a:buNone/>
              <a:defRPr sz="1800" b="1"/>
            </a:lvl3pPr>
            <a:lvl4pPr marL="1371531" indent="0">
              <a:buNone/>
              <a:defRPr sz="1600" b="1"/>
            </a:lvl4pPr>
            <a:lvl5pPr marL="1828708" indent="0">
              <a:buNone/>
              <a:defRPr sz="1600" b="1"/>
            </a:lvl5pPr>
            <a:lvl6pPr marL="2285885" indent="0">
              <a:buNone/>
              <a:defRPr sz="1600" b="1"/>
            </a:lvl6pPr>
            <a:lvl7pPr marL="2743063" indent="0">
              <a:buNone/>
              <a:defRPr sz="1600" b="1"/>
            </a:lvl7pPr>
            <a:lvl8pPr marL="3200239" indent="0">
              <a:buNone/>
              <a:defRPr sz="1600" b="1"/>
            </a:lvl8pPr>
            <a:lvl9pPr marL="3657416"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177" indent="0">
              <a:buNone/>
              <a:defRPr sz="2000" b="1"/>
            </a:lvl2pPr>
            <a:lvl3pPr marL="914354" indent="0">
              <a:buNone/>
              <a:defRPr sz="1800" b="1"/>
            </a:lvl3pPr>
            <a:lvl4pPr marL="1371531" indent="0">
              <a:buNone/>
              <a:defRPr sz="1600" b="1"/>
            </a:lvl4pPr>
            <a:lvl5pPr marL="1828708" indent="0">
              <a:buNone/>
              <a:defRPr sz="1600" b="1"/>
            </a:lvl5pPr>
            <a:lvl6pPr marL="2285885" indent="0">
              <a:buNone/>
              <a:defRPr sz="1600" b="1"/>
            </a:lvl6pPr>
            <a:lvl7pPr marL="2743063" indent="0">
              <a:buNone/>
              <a:defRPr sz="1600" b="1"/>
            </a:lvl7pPr>
            <a:lvl8pPr marL="3200239" indent="0">
              <a:buNone/>
              <a:defRPr sz="1600" b="1"/>
            </a:lvl8pPr>
            <a:lvl9pPr marL="3657416"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807186-1067-4749-B92A-A9B0A7D6597A}" type="datetimeFigureOut">
              <a:rPr lang="en-US" smtClean="0"/>
              <a:t>8/6/2025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C3062BA-BB19-47A3-975B-D8BBEA3EE709}" type="slidenum">
              <a:rPr lang="en-US" smtClean="0"/>
              <a:t>‹#›</a:t>
            </a:fld>
            <a:endParaRPr lang="en-US"/>
          </a:p>
        </p:txBody>
      </p:sp>
    </p:spTree>
    <p:extLst>
      <p:ext uri="{BB962C8B-B14F-4D97-AF65-F5344CB8AC3E}">
        <p14:creationId xmlns:p14="http://schemas.microsoft.com/office/powerpoint/2010/main" val="2471011609"/>
      </p:ext>
    </p:extLst>
  </p:cSld>
  <p:clrMapOvr>
    <a:masterClrMapping/>
  </p:clrMapOvr>
  <p:transition spd="med">
    <p:pull/>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807186-1067-4749-B92A-A9B0A7D6597A}" type="datetimeFigureOut">
              <a:rPr lang="en-US" smtClean="0"/>
              <a:t>8/6/2025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C3062BA-BB19-47A3-975B-D8BBEA3EE709}" type="slidenum">
              <a:rPr lang="en-US" smtClean="0"/>
              <a:t>‹#›</a:t>
            </a:fld>
            <a:endParaRPr lang="en-US"/>
          </a:p>
        </p:txBody>
      </p:sp>
    </p:spTree>
    <p:extLst>
      <p:ext uri="{BB962C8B-B14F-4D97-AF65-F5344CB8AC3E}">
        <p14:creationId xmlns:p14="http://schemas.microsoft.com/office/powerpoint/2010/main" val="3235436860"/>
      </p:ext>
    </p:extLst>
  </p:cSld>
  <p:clrMapOvr>
    <a:masterClrMapping/>
  </p:clrMapOvr>
  <p:transition spd="med">
    <p:pull/>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807186-1067-4749-B92A-A9B0A7D6597A}" type="datetimeFigureOut">
              <a:rPr lang="en-US" smtClean="0"/>
              <a:t>8/6/2025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C3062BA-BB19-47A3-975B-D8BBEA3EE709}" type="slidenum">
              <a:rPr lang="en-US" smtClean="0"/>
              <a:t>‹#›</a:t>
            </a:fld>
            <a:endParaRPr lang="en-US"/>
          </a:p>
        </p:txBody>
      </p:sp>
    </p:spTree>
    <p:extLst>
      <p:ext uri="{BB962C8B-B14F-4D97-AF65-F5344CB8AC3E}">
        <p14:creationId xmlns:p14="http://schemas.microsoft.com/office/powerpoint/2010/main" val="1018272599"/>
      </p:ext>
    </p:extLst>
  </p:cSld>
  <p:clrMapOvr>
    <a:masterClrMapping/>
  </p:clrMapOvr>
  <p:transition spd="med">
    <p:pull/>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9" y="2057400"/>
            <a:ext cx="3932237" cy="3811588"/>
          </a:xfrm>
        </p:spPr>
        <p:txBody>
          <a:bodyPr/>
          <a:lstStyle>
            <a:lvl1pPr marL="0" indent="0">
              <a:buNone/>
              <a:defRPr sz="1600"/>
            </a:lvl1pPr>
            <a:lvl2pPr marL="457177" indent="0">
              <a:buNone/>
              <a:defRPr sz="1400"/>
            </a:lvl2pPr>
            <a:lvl3pPr marL="914354" indent="0">
              <a:buNone/>
              <a:defRPr sz="1200"/>
            </a:lvl3pPr>
            <a:lvl4pPr marL="1371531" indent="0">
              <a:buNone/>
              <a:defRPr sz="1000"/>
            </a:lvl4pPr>
            <a:lvl5pPr marL="1828708" indent="0">
              <a:buNone/>
              <a:defRPr sz="1000"/>
            </a:lvl5pPr>
            <a:lvl6pPr marL="2285885" indent="0">
              <a:buNone/>
              <a:defRPr sz="1000"/>
            </a:lvl6pPr>
            <a:lvl7pPr marL="2743063" indent="0">
              <a:buNone/>
              <a:defRPr sz="1000"/>
            </a:lvl7pPr>
            <a:lvl8pPr marL="3200239" indent="0">
              <a:buNone/>
              <a:defRPr sz="1000"/>
            </a:lvl8pPr>
            <a:lvl9pPr marL="3657416"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807186-1067-4749-B92A-A9B0A7D6597A}" type="datetimeFigureOut">
              <a:rPr lang="en-US" smtClean="0"/>
              <a:t>8/6/2025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3062BA-BB19-47A3-975B-D8BBEA3EE709}" type="slidenum">
              <a:rPr lang="en-US" smtClean="0"/>
              <a:t>‹#›</a:t>
            </a:fld>
            <a:endParaRPr lang="en-US"/>
          </a:p>
        </p:txBody>
      </p:sp>
    </p:spTree>
    <p:extLst>
      <p:ext uri="{BB962C8B-B14F-4D97-AF65-F5344CB8AC3E}">
        <p14:creationId xmlns:p14="http://schemas.microsoft.com/office/powerpoint/2010/main" val="3436652879"/>
      </p:ext>
    </p:extLst>
  </p:cSld>
  <p:clrMapOvr>
    <a:masterClrMapping/>
  </p:clrMapOvr>
  <p:transition spd="med">
    <p:pull/>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6"/>
            <a:ext cx="6172200" cy="4873625"/>
          </a:xfrm>
        </p:spPr>
        <p:txBody>
          <a:bodyPr anchor="t"/>
          <a:lstStyle>
            <a:lvl1pPr marL="0" indent="0">
              <a:buNone/>
              <a:defRPr sz="3200"/>
            </a:lvl1pPr>
            <a:lvl2pPr marL="457177" indent="0">
              <a:buNone/>
              <a:defRPr sz="2800"/>
            </a:lvl2pPr>
            <a:lvl3pPr marL="914354" indent="0">
              <a:buNone/>
              <a:defRPr sz="2400"/>
            </a:lvl3pPr>
            <a:lvl4pPr marL="1371531" indent="0">
              <a:buNone/>
              <a:defRPr sz="2000"/>
            </a:lvl4pPr>
            <a:lvl5pPr marL="1828708" indent="0">
              <a:buNone/>
              <a:defRPr sz="2000"/>
            </a:lvl5pPr>
            <a:lvl6pPr marL="2285885" indent="0">
              <a:buNone/>
              <a:defRPr sz="2000"/>
            </a:lvl6pPr>
            <a:lvl7pPr marL="2743063" indent="0">
              <a:buNone/>
              <a:defRPr sz="2000"/>
            </a:lvl7pPr>
            <a:lvl8pPr marL="3200239" indent="0">
              <a:buNone/>
              <a:defRPr sz="2000"/>
            </a:lvl8pPr>
            <a:lvl9pPr marL="3657416"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9" y="2057400"/>
            <a:ext cx="3932237" cy="3811588"/>
          </a:xfrm>
        </p:spPr>
        <p:txBody>
          <a:bodyPr/>
          <a:lstStyle>
            <a:lvl1pPr marL="0" indent="0">
              <a:buNone/>
              <a:defRPr sz="1600"/>
            </a:lvl1pPr>
            <a:lvl2pPr marL="457177" indent="0">
              <a:buNone/>
              <a:defRPr sz="1400"/>
            </a:lvl2pPr>
            <a:lvl3pPr marL="914354" indent="0">
              <a:buNone/>
              <a:defRPr sz="1200"/>
            </a:lvl3pPr>
            <a:lvl4pPr marL="1371531" indent="0">
              <a:buNone/>
              <a:defRPr sz="1000"/>
            </a:lvl4pPr>
            <a:lvl5pPr marL="1828708" indent="0">
              <a:buNone/>
              <a:defRPr sz="1000"/>
            </a:lvl5pPr>
            <a:lvl6pPr marL="2285885" indent="0">
              <a:buNone/>
              <a:defRPr sz="1000"/>
            </a:lvl6pPr>
            <a:lvl7pPr marL="2743063" indent="0">
              <a:buNone/>
              <a:defRPr sz="1000"/>
            </a:lvl7pPr>
            <a:lvl8pPr marL="3200239" indent="0">
              <a:buNone/>
              <a:defRPr sz="1000"/>
            </a:lvl8pPr>
            <a:lvl9pPr marL="3657416"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807186-1067-4749-B92A-A9B0A7D6597A}" type="datetimeFigureOut">
              <a:rPr lang="en-US" smtClean="0"/>
              <a:t>8/6/2025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3062BA-BB19-47A3-975B-D8BBEA3EE709}" type="slidenum">
              <a:rPr lang="en-US" smtClean="0"/>
              <a:t>‹#›</a:t>
            </a:fld>
            <a:endParaRPr lang="en-US"/>
          </a:p>
        </p:txBody>
      </p:sp>
    </p:spTree>
    <p:extLst>
      <p:ext uri="{BB962C8B-B14F-4D97-AF65-F5344CB8AC3E}">
        <p14:creationId xmlns:p14="http://schemas.microsoft.com/office/powerpoint/2010/main" val="518378249"/>
      </p:ext>
    </p:extLst>
  </p:cSld>
  <p:clrMapOvr>
    <a:masterClrMapping/>
  </p:clrMapOvr>
  <p:transition spd="med">
    <p:pull/>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807186-1067-4749-B92A-A9B0A7D6597A}" type="datetimeFigureOut">
              <a:rPr lang="en-US" smtClean="0"/>
              <a:t>8/6/2025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3062BA-BB19-47A3-975B-D8BBEA3EE709}" type="slidenum">
              <a:rPr lang="en-US" smtClean="0"/>
              <a:t>‹#›</a:t>
            </a:fld>
            <a:endParaRPr lang="en-US"/>
          </a:p>
        </p:txBody>
      </p:sp>
    </p:spTree>
    <p:extLst>
      <p:ext uri="{BB962C8B-B14F-4D97-AF65-F5344CB8AC3E}">
        <p14:creationId xmlns:p14="http://schemas.microsoft.com/office/powerpoint/2010/main" val="3747708664"/>
      </p:ext>
    </p:extLst>
  </p:cSld>
  <p:clrMapOvr>
    <a:masterClrMapping/>
  </p:clrMapOvr>
  <p:transition spd="med">
    <p:pull/>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807186-1067-4749-B92A-A9B0A7D6597A}" type="datetimeFigureOut">
              <a:rPr lang="en-US" smtClean="0"/>
              <a:t>8/6/2025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3062BA-BB19-47A3-975B-D8BBEA3EE709}" type="slidenum">
              <a:rPr lang="en-US" smtClean="0"/>
              <a:t>‹#›</a:t>
            </a:fld>
            <a:endParaRPr lang="en-US"/>
          </a:p>
        </p:txBody>
      </p:sp>
    </p:spTree>
    <p:extLst>
      <p:ext uri="{BB962C8B-B14F-4D97-AF65-F5344CB8AC3E}">
        <p14:creationId xmlns:p14="http://schemas.microsoft.com/office/powerpoint/2010/main" val="1456507523"/>
      </p:ext>
    </p:extLst>
  </p:cSld>
  <p:clrMapOvr>
    <a:masterClrMapping/>
  </p:clrMapOvr>
  <p:transition spd="med">
    <p:pull/>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9853319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7700549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3317704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8320129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1889458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0596828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7414634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3382249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159209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849157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2863457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8D53C-C29E-4A1E-A5E8-D4E2387DF0A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34BC838-DF30-4941-BA3A-ECAC5BAA65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669329A-13C0-4412-9B83-B8E09439E4AA}"/>
              </a:ext>
            </a:extLst>
          </p:cNvPr>
          <p:cNvSpPr>
            <a:spLocks noGrp="1"/>
          </p:cNvSpPr>
          <p:nvPr>
            <p:ph type="dt" sz="half" idx="10"/>
          </p:nvPr>
        </p:nvSpPr>
        <p:spPr/>
        <p:txBody>
          <a:bodyPr/>
          <a:lstStyle/>
          <a:p>
            <a:fld id="{CB9226F1-5BFF-47EE-AAA7-A6E6BA0C1A4F}" type="datetimeFigureOut">
              <a:rPr lang="en-US" smtClean="0"/>
              <a:t>8/6/2025</a:t>
            </a:fld>
            <a:endParaRPr lang="en-US"/>
          </a:p>
        </p:txBody>
      </p:sp>
      <p:sp>
        <p:nvSpPr>
          <p:cNvPr id="5" name="Footer Placeholder 4">
            <a:extLst>
              <a:ext uri="{FF2B5EF4-FFF2-40B4-BE49-F238E27FC236}">
                <a16:creationId xmlns:a16="http://schemas.microsoft.com/office/drawing/2014/main" id="{192AEC02-7925-4F56-8F96-FE2C98E7E5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56C34B-066D-48B8-976A-F61D50E656FD}"/>
              </a:ext>
            </a:extLst>
          </p:cNvPr>
          <p:cNvSpPr>
            <a:spLocks noGrp="1"/>
          </p:cNvSpPr>
          <p:nvPr>
            <p:ph type="sldNum" sz="quarter" idx="12"/>
          </p:nvPr>
        </p:nvSpPr>
        <p:spPr/>
        <p:txBody>
          <a:bodyPr/>
          <a:lstStyle/>
          <a:p>
            <a:fld id="{0CB40213-975E-48D6-BA51-CBA9098F598A}" type="slidenum">
              <a:rPr lang="en-US" smtClean="0"/>
              <a:t>‹#›</a:t>
            </a:fld>
            <a:endParaRPr lang="en-US"/>
          </a:p>
        </p:txBody>
      </p:sp>
    </p:spTree>
    <p:extLst>
      <p:ext uri="{BB962C8B-B14F-4D97-AF65-F5344CB8AC3E}">
        <p14:creationId xmlns:p14="http://schemas.microsoft.com/office/powerpoint/2010/main" val="358189276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AF0A3-1086-4138-80CD-A15236FCFE1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BC3BCA-660B-481F-9512-8195758259B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EE5F3E-0499-492F-8C3E-41A0ACE1E52A}"/>
              </a:ext>
            </a:extLst>
          </p:cNvPr>
          <p:cNvSpPr>
            <a:spLocks noGrp="1"/>
          </p:cNvSpPr>
          <p:nvPr>
            <p:ph type="dt" sz="half" idx="10"/>
          </p:nvPr>
        </p:nvSpPr>
        <p:spPr/>
        <p:txBody>
          <a:bodyPr/>
          <a:lstStyle/>
          <a:p>
            <a:fld id="{CB9226F1-5BFF-47EE-AAA7-A6E6BA0C1A4F}" type="datetimeFigureOut">
              <a:rPr lang="en-US" smtClean="0"/>
              <a:t>8/6/2025</a:t>
            </a:fld>
            <a:endParaRPr lang="en-US"/>
          </a:p>
        </p:txBody>
      </p:sp>
      <p:sp>
        <p:nvSpPr>
          <p:cNvPr id="5" name="Footer Placeholder 4">
            <a:extLst>
              <a:ext uri="{FF2B5EF4-FFF2-40B4-BE49-F238E27FC236}">
                <a16:creationId xmlns:a16="http://schemas.microsoft.com/office/drawing/2014/main" id="{80629325-3614-40F2-B162-211F8189E4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F656D8-95A7-4D2C-BD88-F1C370EC8B69}"/>
              </a:ext>
            </a:extLst>
          </p:cNvPr>
          <p:cNvSpPr>
            <a:spLocks noGrp="1"/>
          </p:cNvSpPr>
          <p:nvPr>
            <p:ph type="sldNum" sz="quarter" idx="12"/>
          </p:nvPr>
        </p:nvSpPr>
        <p:spPr/>
        <p:txBody>
          <a:bodyPr/>
          <a:lstStyle/>
          <a:p>
            <a:fld id="{0CB40213-975E-48D6-BA51-CBA9098F598A}" type="slidenum">
              <a:rPr lang="en-US" smtClean="0"/>
              <a:t>‹#›</a:t>
            </a:fld>
            <a:endParaRPr lang="en-US"/>
          </a:p>
        </p:txBody>
      </p:sp>
    </p:spTree>
    <p:extLst>
      <p:ext uri="{BB962C8B-B14F-4D97-AF65-F5344CB8AC3E}">
        <p14:creationId xmlns:p14="http://schemas.microsoft.com/office/powerpoint/2010/main" val="161997752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99B7A-1145-4325-8AEF-8AE959B9B7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6B4CDA2-94CC-456B-BEA7-58DDEC0CDF7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FF20C07-0E80-4009-A5B5-B446E317572A}"/>
              </a:ext>
            </a:extLst>
          </p:cNvPr>
          <p:cNvSpPr>
            <a:spLocks noGrp="1"/>
          </p:cNvSpPr>
          <p:nvPr>
            <p:ph type="dt" sz="half" idx="10"/>
          </p:nvPr>
        </p:nvSpPr>
        <p:spPr/>
        <p:txBody>
          <a:bodyPr/>
          <a:lstStyle/>
          <a:p>
            <a:fld id="{CB9226F1-5BFF-47EE-AAA7-A6E6BA0C1A4F}" type="datetimeFigureOut">
              <a:rPr lang="en-US" smtClean="0"/>
              <a:t>8/6/2025</a:t>
            </a:fld>
            <a:endParaRPr lang="en-US"/>
          </a:p>
        </p:txBody>
      </p:sp>
      <p:sp>
        <p:nvSpPr>
          <p:cNvPr id="5" name="Footer Placeholder 4">
            <a:extLst>
              <a:ext uri="{FF2B5EF4-FFF2-40B4-BE49-F238E27FC236}">
                <a16:creationId xmlns:a16="http://schemas.microsoft.com/office/drawing/2014/main" id="{5A61615B-D5EA-4FF7-A43E-57C422DD6A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7515C8-6E95-4F1D-BD5F-8ADAEBAD3322}"/>
              </a:ext>
            </a:extLst>
          </p:cNvPr>
          <p:cNvSpPr>
            <a:spLocks noGrp="1"/>
          </p:cNvSpPr>
          <p:nvPr>
            <p:ph type="sldNum" sz="quarter" idx="12"/>
          </p:nvPr>
        </p:nvSpPr>
        <p:spPr/>
        <p:txBody>
          <a:bodyPr/>
          <a:lstStyle/>
          <a:p>
            <a:fld id="{0CB40213-975E-48D6-BA51-CBA9098F598A}" type="slidenum">
              <a:rPr lang="en-US" smtClean="0"/>
              <a:t>‹#›</a:t>
            </a:fld>
            <a:endParaRPr lang="en-US"/>
          </a:p>
        </p:txBody>
      </p:sp>
    </p:spTree>
    <p:extLst>
      <p:ext uri="{BB962C8B-B14F-4D97-AF65-F5344CB8AC3E}">
        <p14:creationId xmlns:p14="http://schemas.microsoft.com/office/powerpoint/2010/main" val="191140433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C5E7F-9349-40F1-A530-52BC50CEBE0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9484626-C489-4964-AE36-99A34532BC41}"/>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F0FFCCA-D714-4192-8290-D4E7C6331B2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BC78317-FE9C-499E-85B9-46670DA62574}"/>
              </a:ext>
            </a:extLst>
          </p:cNvPr>
          <p:cNvSpPr>
            <a:spLocks noGrp="1"/>
          </p:cNvSpPr>
          <p:nvPr>
            <p:ph type="dt" sz="half" idx="10"/>
          </p:nvPr>
        </p:nvSpPr>
        <p:spPr/>
        <p:txBody>
          <a:bodyPr/>
          <a:lstStyle/>
          <a:p>
            <a:fld id="{CB9226F1-5BFF-47EE-AAA7-A6E6BA0C1A4F}" type="datetimeFigureOut">
              <a:rPr lang="en-US" smtClean="0"/>
              <a:t>8/6/2025</a:t>
            </a:fld>
            <a:endParaRPr lang="en-US"/>
          </a:p>
        </p:txBody>
      </p:sp>
      <p:sp>
        <p:nvSpPr>
          <p:cNvPr id="6" name="Footer Placeholder 5">
            <a:extLst>
              <a:ext uri="{FF2B5EF4-FFF2-40B4-BE49-F238E27FC236}">
                <a16:creationId xmlns:a16="http://schemas.microsoft.com/office/drawing/2014/main" id="{590263D9-CDD1-4FB7-B313-41B96AFF11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840922-5E4A-4ACA-B32B-7F5DD6170DAB}"/>
              </a:ext>
            </a:extLst>
          </p:cNvPr>
          <p:cNvSpPr>
            <a:spLocks noGrp="1"/>
          </p:cNvSpPr>
          <p:nvPr>
            <p:ph type="sldNum" sz="quarter" idx="12"/>
          </p:nvPr>
        </p:nvSpPr>
        <p:spPr/>
        <p:txBody>
          <a:bodyPr/>
          <a:lstStyle/>
          <a:p>
            <a:fld id="{0CB40213-975E-48D6-BA51-CBA9098F598A}" type="slidenum">
              <a:rPr lang="en-US" smtClean="0"/>
              <a:t>‹#›</a:t>
            </a:fld>
            <a:endParaRPr lang="en-US"/>
          </a:p>
        </p:txBody>
      </p:sp>
    </p:spTree>
    <p:extLst>
      <p:ext uri="{BB962C8B-B14F-4D97-AF65-F5344CB8AC3E}">
        <p14:creationId xmlns:p14="http://schemas.microsoft.com/office/powerpoint/2010/main" val="329844026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A018D-7809-41D1-951C-86EDA68E581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E8557DC-24DA-4A02-A2CD-39A1790BD6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F12CE0D-C1C6-49A2-9EC1-1C3933B6904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F785950-2BED-41F0-9938-EE018CA37F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9B42CA14-9E71-49B0-A72A-DA0DA7528A82}"/>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8EDCF3F-63F6-4666-8954-896923919CBF}"/>
              </a:ext>
            </a:extLst>
          </p:cNvPr>
          <p:cNvSpPr>
            <a:spLocks noGrp="1"/>
          </p:cNvSpPr>
          <p:nvPr>
            <p:ph type="dt" sz="half" idx="10"/>
          </p:nvPr>
        </p:nvSpPr>
        <p:spPr/>
        <p:txBody>
          <a:bodyPr/>
          <a:lstStyle/>
          <a:p>
            <a:fld id="{CB9226F1-5BFF-47EE-AAA7-A6E6BA0C1A4F}" type="datetimeFigureOut">
              <a:rPr lang="en-US" smtClean="0"/>
              <a:t>8/6/2025</a:t>
            </a:fld>
            <a:endParaRPr lang="en-US"/>
          </a:p>
        </p:txBody>
      </p:sp>
      <p:sp>
        <p:nvSpPr>
          <p:cNvPr id="8" name="Footer Placeholder 7">
            <a:extLst>
              <a:ext uri="{FF2B5EF4-FFF2-40B4-BE49-F238E27FC236}">
                <a16:creationId xmlns:a16="http://schemas.microsoft.com/office/drawing/2014/main" id="{9D471E6D-2473-456B-89EC-14FF0782C10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47F7E94-09BB-4F26-B3A3-1BE5834355F2}"/>
              </a:ext>
            </a:extLst>
          </p:cNvPr>
          <p:cNvSpPr>
            <a:spLocks noGrp="1"/>
          </p:cNvSpPr>
          <p:nvPr>
            <p:ph type="sldNum" sz="quarter" idx="12"/>
          </p:nvPr>
        </p:nvSpPr>
        <p:spPr/>
        <p:txBody>
          <a:bodyPr/>
          <a:lstStyle/>
          <a:p>
            <a:fld id="{0CB40213-975E-48D6-BA51-CBA9098F598A}" type="slidenum">
              <a:rPr lang="en-US" smtClean="0"/>
              <a:t>‹#›</a:t>
            </a:fld>
            <a:endParaRPr lang="en-US"/>
          </a:p>
        </p:txBody>
      </p:sp>
    </p:spTree>
    <p:extLst>
      <p:ext uri="{BB962C8B-B14F-4D97-AF65-F5344CB8AC3E}">
        <p14:creationId xmlns:p14="http://schemas.microsoft.com/office/powerpoint/2010/main" val="164109499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83CA5-A624-4E5B-9F08-62CF0CBE792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46AA328-762E-4ED8-9E72-0C00519B78E4}"/>
              </a:ext>
            </a:extLst>
          </p:cNvPr>
          <p:cNvSpPr>
            <a:spLocks noGrp="1"/>
          </p:cNvSpPr>
          <p:nvPr>
            <p:ph type="dt" sz="half" idx="10"/>
          </p:nvPr>
        </p:nvSpPr>
        <p:spPr/>
        <p:txBody>
          <a:bodyPr/>
          <a:lstStyle/>
          <a:p>
            <a:fld id="{CB9226F1-5BFF-47EE-AAA7-A6E6BA0C1A4F}" type="datetimeFigureOut">
              <a:rPr lang="en-US" smtClean="0"/>
              <a:t>8/6/2025</a:t>
            </a:fld>
            <a:endParaRPr lang="en-US"/>
          </a:p>
        </p:txBody>
      </p:sp>
      <p:sp>
        <p:nvSpPr>
          <p:cNvPr id="4" name="Footer Placeholder 3">
            <a:extLst>
              <a:ext uri="{FF2B5EF4-FFF2-40B4-BE49-F238E27FC236}">
                <a16:creationId xmlns:a16="http://schemas.microsoft.com/office/drawing/2014/main" id="{DAE88BAC-0024-4FFD-BB68-14D457E9204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0E16C7F-85EE-4AD4-9E1A-7BDA440617C5}"/>
              </a:ext>
            </a:extLst>
          </p:cNvPr>
          <p:cNvSpPr>
            <a:spLocks noGrp="1"/>
          </p:cNvSpPr>
          <p:nvPr>
            <p:ph type="sldNum" sz="quarter" idx="12"/>
          </p:nvPr>
        </p:nvSpPr>
        <p:spPr/>
        <p:txBody>
          <a:bodyPr/>
          <a:lstStyle/>
          <a:p>
            <a:fld id="{0CB40213-975E-48D6-BA51-CBA9098F598A}" type="slidenum">
              <a:rPr lang="en-US" smtClean="0"/>
              <a:t>‹#›</a:t>
            </a:fld>
            <a:endParaRPr lang="en-US"/>
          </a:p>
        </p:txBody>
      </p:sp>
    </p:spTree>
    <p:extLst>
      <p:ext uri="{BB962C8B-B14F-4D97-AF65-F5344CB8AC3E}">
        <p14:creationId xmlns:p14="http://schemas.microsoft.com/office/powerpoint/2010/main" val="328545671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B81B170-4D92-491C-9C9C-A281AD0DDF47}"/>
              </a:ext>
            </a:extLst>
          </p:cNvPr>
          <p:cNvSpPr>
            <a:spLocks noGrp="1"/>
          </p:cNvSpPr>
          <p:nvPr>
            <p:ph type="dt" sz="half" idx="10"/>
          </p:nvPr>
        </p:nvSpPr>
        <p:spPr/>
        <p:txBody>
          <a:bodyPr/>
          <a:lstStyle/>
          <a:p>
            <a:fld id="{CB9226F1-5BFF-47EE-AAA7-A6E6BA0C1A4F}" type="datetimeFigureOut">
              <a:rPr lang="en-US" smtClean="0"/>
              <a:t>8/6/2025</a:t>
            </a:fld>
            <a:endParaRPr lang="en-US"/>
          </a:p>
        </p:txBody>
      </p:sp>
      <p:sp>
        <p:nvSpPr>
          <p:cNvPr id="3" name="Footer Placeholder 2">
            <a:extLst>
              <a:ext uri="{FF2B5EF4-FFF2-40B4-BE49-F238E27FC236}">
                <a16:creationId xmlns:a16="http://schemas.microsoft.com/office/drawing/2014/main" id="{A5681C38-B2B1-4388-8A21-BFF390C0871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C858E4B-F1A2-4881-AF5B-18AA3EE20874}"/>
              </a:ext>
            </a:extLst>
          </p:cNvPr>
          <p:cNvSpPr>
            <a:spLocks noGrp="1"/>
          </p:cNvSpPr>
          <p:nvPr>
            <p:ph type="sldNum" sz="quarter" idx="12"/>
          </p:nvPr>
        </p:nvSpPr>
        <p:spPr/>
        <p:txBody>
          <a:bodyPr/>
          <a:lstStyle/>
          <a:p>
            <a:fld id="{0CB40213-975E-48D6-BA51-CBA9098F598A}" type="slidenum">
              <a:rPr lang="en-US" smtClean="0"/>
              <a:t>‹#›</a:t>
            </a:fld>
            <a:endParaRPr lang="en-US"/>
          </a:p>
        </p:txBody>
      </p:sp>
    </p:spTree>
    <p:extLst>
      <p:ext uri="{BB962C8B-B14F-4D97-AF65-F5344CB8AC3E}">
        <p14:creationId xmlns:p14="http://schemas.microsoft.com/office/powerpoint/2010/main" val="131272969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501EB-5A0B-4F9B-9F51-400CCF53E5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71C9DFA-A3AF-4D2A-AF62-852A71EB09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264ECA4-7552-40DC-8B23-2957762E7A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7FBB1A5-CD13-4962-93CA-7B0D9741D2FB}"/>
              </a:ext>
            </a:extLst>
          </p:cNvPr>
          <p:cNvSpPr>
            <a:spLocks noGrp="1"/>
          </p:cNvSpPr>
          <p:nvPr>
            <p:ph type="dt" sz="half" idx="10"/>
          </p:nvPr>
        </p:nvSpPr>
        <p:spPr/>
        <p:txBody>
          <a:bodyPr/>
          <a:lstStyle/>
          <a:p>
            <a:fld id="{CB9226F1-5BFF-47EE-AAA7-A6E6BA0C1A4F}" type="datetimeFigureOut">
              <a:rPr lang="en-US" smtClean="0"/>
              <a:t>8/6/2025</a:t>
            </a:fld>
            <a:endParaRPr lang="en-US"/>
          </a:p>
        </p:txBody>
      </p:sp>
      <p:sp>
        <p:nvSpPr>
          <p:cNvPr id="6" name="Footer Placeholder 5">
            <a:extLst>
              <a:ext uri="{FF2B5EF4-FFF2-40B4-BE49-F238E27FC236}">
                <a16:creationId xmlns:a16="http://schemas.microsoft.com/office/drawing/2014/main" id="{E0A29615-2340-4C83-B490-7D772FFA1F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BFE5E1-FFA7-4DCF-8CA8-CB3F882E0932}"/>
              </a:ext>
            </a:extLst>
          </p:cNvPr>
          <p:cNvSpPr>
            <a:spLocks noGrp="1"/>
          </p:cNvSpPr>
          <p:nvPr>
            <p:ph type="sldNum" sz="quarter" idx="12"/>
          </p:nvPr>
        </p:nvSpPr>
        <p:spPr/>
        <p:txBody>
          <a:bodyPr/>
          <a:lstStyle/>
          <a:p>
            <a:fld id="{0CB40213-975E-48D6-BA51-CBA9098F598A}" type="slidenum">
              <a:rPr lang="en-US" smtClean="0"/>
              <a:t>‹#›</a:t>
            </a:fld>
            <a:endParaRPr lang="en-US"/>
          </a:p>
        </p:txBody>
      </p:sp>
    </p:spTree>
    <p:extLst>
      <p:ext uri="{BB962C8B-B14F-4D97-AF65-F5344CB8AC3E}">
        <p14:creationId xmlns:p14="http://schemas.microsoft.com/office/powerpoint/2010/main" val="42216035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8B663-6FDA-4456-A4AE-08F2AE9DCE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7DBEA13-915C-4A73-B530-EE25451C0C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628DF2F-A61E-4D63-82B1-E5871CB7D8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2E2E20E-5C79-4922-92D9-83BF8A08B006}"/>
              </a:ext>
            </a:extLst>
          </p:cNvPr>
          <p:cNvSpPr>
            <a:spLocks noGrp="1"/>
          </p:cNvSpPr>
          <p:nvPr>
            <p:ph type="dt" sz="half" idx="10"/>
          </p:nvPr>
        </p:nvSpPr>
        <p:spPr/>
        <p:txBody>
          <a:bodyPr/>
          <a:lstStyle/>
          <a:p>
            <a:fld id="{CB9226F1-5BFF-47EE-AAA7-A6E6BA0C1A4F}" type="datetimeFigureOut">
              <a:rPr lang="en-US" smtClean="0"/>
              <a:t>8/6/2025</a:t>
            </a:fld>
            <a:endParaRPr lang="en-US"/>
          </a:p>
        </p:txBody>
      </p:sp>
      <p:sp>
        <p:nvSpPr>
          <p:cNvPr id="6" name="Footer Placeholder 5">
            <a:extLst>
              <a:ext uri="{FF2B5EF4-FFF2-40B4-BE49-F238E27FC236}">
                <a16:creationId xmlns:a16="http://schemas.microsoft.com/office/drawing/2014/main" id="{9F69E87B-7D12-46AC-A1BA-C11354D644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4D2DD7-3E2D-471B-AA26-2F3A7F9CAB43}"/>
              </a:ext>
            </a:extLst>
          </p:cNvPr>
          <p:cNvSpPr>
            <a:spLocks noGrp="1"/>
          </p:cNvSpPr>
          <p:nvPr>
            <p:ph type="sldNum" sz="quarter" idx="12"/>
          </p:nvPr>
        </p:nvSpPr>
        <p:spPr/>
        <p:txBody>
          <a:bodyPr/>
          <a:lstStyle/>
          <a:p>
            <a:fld id="{0CB40213-975E-48D6-BA51-CBA9098F598A}" type="slidenum">
              <a:rPr lang="en-US" smtClean="0"/>
              <a:t>‹#›</a:t>
            </a:fld>
            <a:endParaRPr lang="en-US"/>
          </a:p>
        </p:txBody>
      </p:sp>
    </p:spTree>
    <p:extLst>
      <p:ext uri="{BB962C8B-B14F-4D97-AF65-F5344CB8AC3E}">
        <p14:creationId xmlns:p14="http://schemas.microsoft.com/office/powerpoint/2010/main" val="76417809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2D534-BDFE-4749-A1F7-440F942835C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96FBCE0-34B4-4CEC-8951-E5D06CEA11A1}"/>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943CB9-92B5-4D89-AEED-713EEF55F792}"/>
              </a:ext>
            </a:extLst>
          </p:cNvPr>
          <p:cNvSpPr>
            <a:spLocks noGrp="1"/>
          </p:cNvSpPr>
          <p:nvPr>
            <p:ph type="dt" sz="half" idx="10"/>
          </p:nvPr>
        </p:nvSpPr>
        <p:spPr/>
        <p:txBody>
          <a:bodyPr/>
          <a:lstStyle/>
          <a:p>
            <a:fld id="{CB9226F1-5BFF-47EE-AAA7-A6E6BA0C1A4F}" type="datetimeFigureOut">
              <a:rPr lang="en-US" smtClean="0"/>
              <a:t>8/6/2025</a:t>
            </a:fld>
            <a:endParaRPr lang="en-US"/>
          </a:p>
        </p:txBody>
      </p:sp>
      <p:sp>
        <p:nvSpPr>
          <p:cNvPr id="5" name="Footer Placeholder 4">
            <a:extLst>
              <a:ext uri="{FF2B5EF4-FFF2-40B4-BE49-F238E27FC236}">
                <a16:creationId xmlns:a16="http://schemas.microsoft.com/office/drawing/2014/main" id="{BA334702-BCC9-4E89-8586-30FF01B6E9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37D695-A2EA-4C0A-9CE8-D6C40FB80EE8}"/>
              </a:ext>
            </a:extLst>
          </p:cNvPr>
          <p:cNvSpPr>
            <a:spLocks noGrp="1"/>
          </p:cNvSpPr>
          <p:nvPr>
            <p:ph type="sldNum" sz="quarter" idx="12"/>
          </p:nvPr>
        </p:nvSpPr>
        <p:spPr/>
        <p:txBody>
          <a:bodyPr/>
          <a:lstStyle/>
          <a:p>
            <a:fld id="{0CB40213-975E-48D6-BA51-CBA9098F598A}" type="slidenum">
              <a:rPr lang="en-US" smtClean="0"/>
              <a:t>‹#›</a:t>
            </a:fld>
            <a:endParaRPr lang="en-US"/>
          </a:p>
        </p:txBody>
      </p:sp>
    </p:spTree>
    <p:extLst>
      <p:ext uri="{BB962C8B-B14F-4D97-AF65-F5344CB8AC3E}">
        <p14:creationId xmlns:p14="http://schemas.microsoft.com/office/powerpoint/2010/main" val="23108664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6BA6C7-6147-434A-98BD-37E869C2A8A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9EBDBE7-D218-4072-A667-01D365F883EE}"/>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A61F09-A6CC-4387-8066-7193229944C5}"/>
              </a:ext>
            </a:extLst>
          </p:cNvPr>
          <p:cNvSpPr>
            <a:spLocks noGrp="1"/>
          </p:cNvSpPr>
          <p:nvPr>
            <p:ph type="dt" sz="half" idx="10"/>
          </p:nvPr>
        </p:nvSpPr>
        <p:spPr/>
        <p:txBody>
          <a:bodyPr/>
          <a:lstStyle/>
          <a:p>
            <a:fld id="{CB9226F1-5BFF-47EE-AAA7-A6E6BA0C1A4F}" type="datetimeFigureOut">
              <a:rPr lang="en-US" smtClean="0"/>
              <a:t>8/6/2025</a:t>
            </a:fld>
            <a:endParaRPr lang="en-US"/>
          </a:p>
        </p:txBody>
      </p:sp>
      <p:sp>
        <p:nvSpPr>
          <p:cNvPr id="5" name="Footer Placeholder 4">
            <a:extLst>
              <a:ext uri="{FF2B5EF4-FFF2-40B4-BE49-F238E27FC236}">
                <a16:creationId xmlns:a16="http://schemas.microsoft.com/office/drawing/2014/main" id="{A4ED8C6A-40B4-4213-AD49-E489D855A7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914CDC-6D01-4BF2-923B-CAE0C78A9C29}"/>
              </a:ext>
            </a:extLst>
          </p:cNvPr>
          <p:cNvSpPr>
            <a:spLocks noGrp="1"/>
          </p:cNvSpPr>
          <p:nvPr>
            <p:ph type="sldNum" sz="quarter" idx="12"/>
          </p:nvPr>
        </p:nvSpPr>
        <p:spPr/>
        <p:txBody>
          <a:bodyPr/>
          <a:lstStyle/>
          <a:p>
            <a:fld id="{0CB40213-975E-48D6-BA51-CBA9098F598A}" type="slidenum">
              <a:rPr lang="en-US" smtClean="0"/>
              <a:t>‹#›</a:t>
            </a:fld>
            <a:endParaRPr lang="en-US"/>
          </a:p>
        </p:txBody>
      </p:sp>
    </p:spTree>
    <p:extLst>
      <p:ext uri="{BB962C8B-B14F-4D97-AF65-F5344CB8AC3E}">
        <p14:creationId xmlns:p14="http://schemas.microsoft.com/office/powerpoint/2010/main" val="7706471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2.jpe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image" Target="../media/image2.jpeg"/><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90000"/>
            <a:lum/>
          </a:blip>
          <a:srcRect/>
          <a:stretch>
            <a:fillRect l="-14000" t="-1000" r="-18000" b="-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1" y="365126"/>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1"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172">
                <a:solidFill>
                  <a:schemeClr val="tx1">
                    <a:tint val="75000"/>
                  </a:schemeClr>
                </a:solidFill>
              </a:defRPr>
            </a:lvl1pPr>
          </a:lstStyle>
          <a:p>
            <a:fld id="{C7549C3A-F940-4AFE-81B9-64DB57044DC5}" type="datetimeFigureOut">
              <a:rPr lang="en-PK" smtClean="0"/>
              <a:t>08/06/2025</a:t>
            </a:fld>
            <a:endParaRPr lang="en-PK"/>
          </a:p>
        </p:txBody>
      </p:sp>
      <p:sp>
        <p:nvSpPr>
          <p:cNvPr id="5" name="Footer Placeholder 4"/>
          <p:cNvSpPr>
            <a:spLocks noGrp="1"/>
          </p:cNvSpPr>
          <p:nvPr>
            <p:ph type="ftr" sz="quarter" idx="3"/>
          </p:nvPr>
        </p:nvSpPr>
        <p:spPr>
          <a:xfrm>
            <a:off x="4038601" y="6356351"/>
            <a:ext cx="4114800" cy="365125"/>
          </a:xfrm>
          <a:prstGeom prst="rect">
            <a:avLst/>
          </a:prstGeom>
        </p:spPr>
        <p:txBody>
          <a:bodyPr vert="horz" lIns="91440" tIns="45720" rIns="91440" bIns="45720" rtlCol="0" anchor="ctr"/>
          <a:lstStyle>
            <a:lvl1pPr algn="ctr">
              <a:defRPr sz="1172">
                <a:solidFill>
                  <a:schemeClr val="tx1">
                    <a:tint val="75000"/>
                  </a:schemeClr>
                </a:solidFill>
              </a:defRPr>
            </a:lvl1pPr>
          </a:lstStyle>
          <a:p>
            <a:endParaRPr lang="en-PK"/>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172">
                <a:solidFill>
                  <a:schemeClr val="tx1">
                    <a:tint val="75000"/>
                  </a:schemeClr>
                </a:solidFill>
              </a:defRPr>
            </a:lvl1pPr>
          </a:lstStyle>
          <a:p>
            <a:fld id="{CF8BE953-CD4D-48A8-A18C-B1EF2B197153}" type="slidenum">
              <a:rPr lang="en-PK" smtClean="0"/>
              <a:t>‹#›</a:t>
            </a:fld>
            <a:endParaRPr lang="en-PK"/>
          </a:p>
        </p:txBody>
      </p:sp>
    </p:spTree>
    <p:extLst>
      <p:ext uri="{BB962C8B-B14F-4D97-AF65-F5344CB8AC3E}">
        <p14:creationId xmlns:p14="http://schemas.microsoft.com/office/powerpoint/2010/main" val="2881424207"/>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893216" rtl="0" eaLnBrk="1" latinLnBrk="0" hangingPunct="1">
        <a:lnSpc>
          <a:spcPct val="90000"/>
        </a:lnSpc>
        <a:spcBef>
          <a:spcPct val="0"/>
        </a:spcBef>
        <a:buNone/>
        <a:defRPr sz="4298" kern="1200">
          <a:solidFill>
            <a:schemeClr val="tx1"/>
          </a:solidFill>
          <a:latin typeface="+mj-lt"/>
          <a:ea typeface="+mj-ea"/>
          <a:cs typeface="+mj-cs"/>
        </a:defRPr>
      </a:lvl1pPr>
    </p:titleStyle>
    <p:bodyStyle>
      <a:lvl1pPr marL="223304" indent="-223304" algn="l" defTabSz="893216" rtl="0" eaLnBrk="1" latinLnBrk="0" hangingPunct="1">
        <a:lnSpc>
          <a:spcPct val="90000"/>
        </a:lnSpc>
        <a:spcBef>
          <a:spcPts val="977"/>
        </a:spcBef>
        <a:buFont typeface="Arial" panose="020B0604020202020204" pitchFamily="34" charset="0"/>
        <a:buChar char="•"/>
        <a:defRPr sz="2735" kern="1200">
          <a:solidFill>
            <a:schemeClr val="tx1"/>
          </a:solidFill>
          <a:latin typeface="+mn-lt"/>
          <a:ea typeface="+mn-ea"/>
          <a:cs typeface="+mn-cs"/>
        </a:defRPr>
      </a:lvl1pPr>
      <a:lvl2pPr marL="669912" indent="-223304" algn="l" defTabSz="893216" rtl="0" eaLnBrk="1" latinLnBrk="0" hangingPunct="1">
        <a:lnSpc>
          <a:spcPct val="90000"/>
        </a:lnSpc>
        <a:spcBef>
          <a:spcPts val="488"/>
        </a:spcBef>
        <a:buFont typeface="Arial" panose="020B0604020202020204" pitchFamily="34" charset="0"/>
        <a:buChar char="•"/>
        <a:defRPr sz="2344" kern="1200">
          <a:solidFill>
            <a:schemeClr val="tx1"/>
          </a:solidFill>
          <a:latin typeface="+mn-lt"/>
          <a:ea typeface="+mn-ea"/>
          <a:cs typeface="+mn-cs"/>
        </a:defRPr>
      </a:lvl2pPr>
      <a:lvl3pPr marL="1116520" indent="-223304" algn="l" defTabSz="893216" rtl="0" eaLnBrk="1" latinLnBrk="0" hangingPunct="1">
        <a:lnSpc>
          <a:spcPct val="90000"/>
        </a:lnSpc>
        <a:spcBef>
          <a:spcPts val="488"/>
        </a:spcBef>
        <a:buFont typeface="Arial" panose="020B0604020202020204" pitchFamily="34" charset="0"/>
        <a:buChar char="•"/>
        <a:defRPr sz="1954" kern="1200">
          <a:solidFill>
            <a:schemeClr val="tx1"/>
          </a:solidFill>
          <a:latin typeface="+mn-lt"/>
          <a:ea typeface="+mn-ea"/>
          <a:cs typeface="+mn-cs"/>
        </a:defRPr>
      </a:lvl3pPr>
      <a:lvl4pPr marL="1563129" indent="-223304" algn="l" defTabSz="893216" rtl="0" eaLnBrk="1" latinLnBrk="0" hangingPunct="1">
        <a:lnSpc>
          <a:spcPct val="90000"/>
        </a:lnSpc>
        <a:spcBef>
          <a:spcPts val="488"/>
        </a:spcBef>
        <a:buFont typeface="Arial" panose="020B0604020202020204" pitchFamily="34" charset="0"/>
        <a:buChar char="•"/>
        <a:defRPr sz="1759" kern="1200">
          <a:solidFill>
            <a:schemeClr val="tx1"/>
          </a:solidFill>
          <a:latin typeface="+mn-lt"/>
          <a:ea typeface="+mn-ea"/>
          <a:cs typeface="+mn-cs"/>
        </a:defRPr>
      </a:lvl4pPr>
      <a:lvl5pPr marL="2009737" indent="-223304" algn="l" defTabSz="893216" rtl="0" eaLnBrk="1" latinLnBrk="0" hangingPunct="1">
        <a:lnSpc>
          <a:spcPct val="90000"/>
        </a:lnSpc>
        <a:spcBef>
          <a:spcPts val="488"/>
        </a:spcBef>
        <a:buFont typeface="Arial" panose="020B0604020202020204" pitchFamily="34" charset="0"/>
        <a:buChar char="•"/>
        <a:defRPr sz="1759" kern="1200">
          <a:solidFill>
            <a:schemeClr val="tx1"/>
          </a:solidFill>
          <a:latin typeface="+mn-lt"/>
          <a:ea typeface="+mn-ea"/>
          <a:cs typeface="+mn-cs"/>
        </a:defRPr>
      </a:lvl5pPr>
      <a:lvl6pPr marL="2456345" indent="-223304" algn="l" defTabSz="893216" rtl="0" eaLnBrk="1" latinLnBrk="0" hangingPunct="1">
        <a:lnSpc>
          <a:spcPct val="90000"/>
        </a:lnSpc>
        <a:spcBef>
          <a:spcPts val="488"/>
        </a:spcBef>
        <a:buFont typeface="Arial" panose="020B0604020202020204" pitchFamily="34" charset="0"/>
        <a:buChar char="•"/>
        <a:defRPr sz="1759" kern="1200">
          <a:solidFill>
            <a:schemeClr val="tx1"/>
          </a:solidFill>
          <a:latin typeface="+mn-lt"/>
          <a:ea typeface="+mn-ea"/>
          <a:cs typeface="+mn-cs"/>
        </a:defRPr>
      </a:lvl6pPr>
      <a:lvl7pPr marL="2902953" indent="-223304" algn="l" defTabSz="893216" rtl="0" eaLnBrk="1" latinLnBrk="0" hangingPunct="1">
        <a:lnSpc>
          <a:spcPct val="90000"/>
        </a:lnSpc>
        <a:spcBef>
          <a:spcPts val="488"/>
        </a:spcBef>
        <a:buFont typeface="Arial" panose="020B0604020202020204" pitchFamily="34" charset="0"/>
        <a:buChar char="•"/>
        <a:defRPr sz="1759" kern="1200">
          <a:solidFill>
            <a:schemeClr val="tx1"/>
          </a:solidFill>
          <a:latin typeface="+mn-lt"/>
          <a:ea typeface="+mn-ea"/>
          <a:cs typeface="+mn-cs"/>
        </a:defRPr>
      </a:lvl7pPr>
      <a:lvl8pPr marL="3349561" indent="-223304" algn="l" defTabSz="893216" rtl="0" eaLnBrk="1" latinLnBrk="0" hangingPunct="1">
        <a:lnSpc>
          <a:spcPct val="90000"/>
        </a:lnSpc>
        <a:spcBef>
          <a:spcPts val="488"/>
        </a:spcBef>
        <a:buFont typeface="Arial" panose="020B0604020202020204" pitchFamily="34" charset="0"/>
        <a:buChar char="•"/>
        <a:defRPr sz="1759" kern="1200">
          <a:solidFill>
            <a:schemeClr val="tx1"/>
          </a:solidFill>
          <a:latin typeface="+mn-lt"/>
          <a:ea typeface="+mn-ea"/>
          <a:cs typeface="+mn-cs"/>
        </a:defRPr>
      </a:lvl8pPr>
      <a:lvl9pPr marL="3796169" indent="-223304" algn="l" defTabSz="893216" rtl="0" eaLnBrk="1" latinLnBrk="0" hangingPunct="1">
        <a:lnSpc>
          <a:spcPct val="90000"/>
        </a:lnSpc>
        <a:spcBef>
          <a:spcPts val="488"/>
        </a:spcBef>
        <a:buFont typeface="Arial" panose="020B0604020202020204" pitchFamily="34" charset="0"/>
        <a:buChar char="•"/>
        <a:defRPr sz="1759" kern="1200">
          <a:solidFill>
            <a:schemeClr val="tx1"/>
          </a:solidFill>
          <a:latin typeface="+mn-lt"/>
          <a:ea typeface="+mn-ea"/>
          <a:cs typeface="+mn-cs"/>
        </a:defRPr>
      </a:lvl9pPr>
    </p:bodyStyle>
    <p:otherStyle>
      <a:defPPr>
        <a:defRPr lang="en-US"/>
      </a:defPPr>
      <a:lvl1pPr marL="0" algn="l" defTabSz="893216" rtl="0" eaLnBrk="1" latinLnBrk="0" hangingPunct="1">
        <a:defRPr sz="1759" kern="1200">
          <a:solidFill>
            <a:schemeClr val="tx1"/>
          </a:solidFill>
          <a:latin typeface="+mn-lt"/>
          <a:ea typeface="+mn-ea"/>
          <a:cs typeface="+mn-cs"/>
        </a:defRPr>
      </a:lvl1pPr>
      <a:lvl2pPr marL="446608" algn="l" defTabSz="893216" rtl="0" eaLnBrk="1" latinLnBrk="0" hangingPunct="1">
        <a:defRPr sz="1759" kern="1200">
          <a:solidFill>
            <a:schemeClr val="tx1"/>
          </a:solidFill>
          <a:latin typeface="+mn-lt"/>
          <a:ea typeface="+mn-ea"/>
          <a:cs typeface="+mn-cs"/>
        </a:defRPr>
      </a:lvl2pPr>
      <a:lvl3pPr marL="893216" algn="l" defTabSz="893216" rtl="0" eaLnBrk="1" latinLnBrk="0" hangingPunct="1">
        <a:defRPr sz="1759" kern="1200">
          <a:solidFill>
            <a:schemeClr val="tx1"/>
          </a:solidFill>
          <a:latin typeface="+mn-lt"/>
          <a:ea typeface="+mn-ea"/>
          <a:cs typeface="+mn-cs"/>
        </a:defRPr>
      </a:lvl3pPr>
      <a:lvl4pPr marL="1339825" algn="l" defTabSz="893216" rtl="0" eaLnBrk="1" latinLnBrk="0" hangingPunct="1">
        <a:defRPr sz="1759" kern="1200">
          <a:solidFill>
            <a:schemeClr val="tx1"/>
          </a:solidFill>
          <a:latin typeface="+mn-lt"/>
          <a:ea typeface="+mn-ea"/>
          <a:cs typeface="+mn-cs"/>
        </a:defRPr>
      </a:lvl4pPr>
      <a:lvl5pPr marL="1786433" algn="l" defTabSz="893216" rtl="0" eaLnBrk="1" latinLnBrk="0" hangingPunct="1">
        <a:defRPr sz="1759" kern="1200">
          <a:solidFill>
            <a:schemeClr val="tx1"/>
          </a:solidFill>
          <a:latin typeface="+mn-lt"/>
          <a:ea typeface="+mn-ea"/>
          <a:cs typeface="+mn-cs"/>
        </a:defRPr>
      </a:lvl5pPr>
      <a:lvl6pPr marL="2233041" algn="l" defTabSz="893216" rtl="0" eaLnBrk="1" latinLnBrk="0" hangingPunct="1">
        <a:defRPr sz="1759" kern="1200">
          <a:solidFill>
            <a:schemeClr val="tx1"/>
          </a:solidFill>
          <a:latin typeface="+mn-lt"/>
          <a:ea typeface="+mn-ea"/>
          <a:cs typeface="+mn-cs"/>
        </a:defRPr>
      </a:lvl6pPr>
      <a:lvl7pPr marL="2679649" algn="l" defTabSz="893216" rtl="0" eaLnBrk="1" latinLnBrk="0" hangingPunct="1">
        <a:defRPr sz="1759" kern="1200">
          <a:solidFill>
            <a:schemeClr val="tx1"/>
          </a:solidFill>
          <a:latin typeface="+mn-lt"/>
          <a:ea typeface="+mn-ea"/>
          <a:cs typeface="+mn-cs"/>
        </a:defRPr>
      </a:lvl7pPr>
      <a:lvl8pPr marL="3126257" algn="l" defTabSz="893216" rtl="0" eaLnBrk="1" latinLnBrk="0" hangingPunct="1">
        <a:defRPr sz="1759" kern="1200">
          <a:solidFill>
            <a:schemeClr val="tx1"/>
          </a:solidFill>
          <a:latin typeface="+mn-lt"/>
          <a:ea typeface="+mn-ea"/>
          <a:cs typeface="+mn-cs"/>
        </a:defRPr>
      </a:lvl8pPr>
      <a:lvl9pPr marL="3572865" algn="l" defTabSz="893216" rtl="0" eaLnBrk="1" latinLnBrk="0" hangingPunct="1">
        <a:defRPr sz="1759"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3" y="365128"/>
            <a:ext cx="10515600" cy="1325563"/>
          </a:xfrm>
          <a:prstGeom prst="rect">
            <a:avLst/>
          </a:prstGeom>
        </p:spPr>
        <p:txBody>
          <a:bodyPr vert="horz" lIns="78538" tIns="39269" rIns="78538" bIns="39269"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3" y="1825628"/>
            <a:ext cx="10515600" cy="4351338"/>
          </a:xfrm>
          <a:prstGeom prst="rect">
            <a:avLst/>
          </a:prstGeom>
        </p:spPr>
        <p:txBody>
          <a:bodyPr vert="horz" lIns="78538" tIns="39269" rIns="78538" bIns="39269"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78538" tIns="39269" rIns="78538" bIns="39269" rtlCol="0" anchor="ctr"/>
          <a:lstStyle>
            <a:lvl1pPr algn="l">
              <a:defRPr sz="1100">
                <a:solidFill>
                  <a:schemeClr val="tx1">
                    <a:tint val="75000"/>
                  </a:schemeClr>
                </a:solidFill>
              </a:defRPr>
            </a:lvl1pPr>
          </a:lstStyle>
          <a:p>
            <a:pPr defTabSz="814400"/>
            <a:fld id="{7D7D1476-510D-4006-9322-6BCE1A1105BA}" type="datetimeFigureOut">
              <a:rPr lang="x-none" smtClean="0">
                <a:solidFill>
                  <a:prstClr val="black">
                    <a:tint val="75000"/>
                  </a:prstClr>
                </a:solidFill>
              </a:rPr>
              <a:pPr defTabSz="814400"/>
              <a:t>8/6/2025</a:t>
            </a:fld>
            <a:endParaRPr lang="x-none">
              <a:solidFill>
                <a:prstClr val="black">
                  <a:tint val="75000"/>
                </a:prstClr>
              </a:solidFill>
            </a:endParaRPr>
          </a:p>
        </p:txBody>
      </p:sp>
      <p:sp>
        <p:nvSpPr>
          <p:cNvPr id="5" name="Footer Placeholder 4"/>
          <p:cNvSpPr>
            <a:spLocks noGrp="1"/>
          </p:cNvSpPr>
          <p:nvPr>
            <p:ph type="ftr" sz="quarter" idx="3"/>
          </p:nvPr>
        </p:nvSpPr>
        <p:spPr>
          <a:xfrm>
            <a:off x="4038603" y="6356352"/>
            <a:ext cx="4114800" cy="365125"/>
          </a:xfrm>
          <a:prstGeom prst="rect">
            <a:avLst/>
          </a:prstGeom>
        </p:spPr>
        <p:txBody>
          <a:bodyPr vert="horz" lIns="78538" tIns="39269" rIns="78538" bIns="39269" rtlCol="0" anchor="ctr"/>
          <a:lstStyle>
            <a:lvl1pPr algn="ctr">
              <a:defRPr sz="1100">
                <a:solidFill>
                  <a:schemeClr val="tx1">
                    <a:tint val="75000"/>
                  </a:schemeClr>
                </a:solidFill>
              </a:defRPr>
            </a:lvl1pPr>
          </a:lstStyle>
          <a:p>
            <a:pPr defTabSz="814400"/>
            <a:endParaRPr lang="x-none">
              <a:solidFill>
                <a:prstClr val="black">
                  <a:tint val="75000"/>
                </a:prstClr>
              </a:solidFill>
            </a:endParaRPr>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78538" tIns="39269" rIns="78538" bIns="39269" rtlCol="0" anchor="ctr"/>
          <a:lstStyle>
            <a:lvl1pPr algn="r">
              <a:defRPr sz="1100">
                <a:solidFill>
                  <a:schemeClr val="tx1">
                    <a:tint val="75000"/>
                  </a:schemeClr>
                </a:solidFill>
              </a:defRPr>
            </a:lvl1pPr>
          </a:lstStyle>
          <a:p>
            <a:pPr defTabSz="814400"/>
            <a:fld id="{CC57F0A9-80E9-47E5-AC84-1B2DEF9A30A5}" type="slidenum">
              <a:rPr lang="x-none" smtClean="0">
                <a:solidFill>
                  <a:prstClr val="black">
                    <a:tint val="75000"/>
                  </a:prstClr>
                </a:solidFill>
              </a:rPr>
              <a:pPr defTabSz="814400"/>
              <a:t>‹#›</a:t>
            </a:fld>
            <a:endParaRPr lang="x-none">
              <a:solidFill>
                <a:prstClr val="black">
                  <a:tint val="75000"/>
                </a:prstClr>
              </a:solidFill>
            </a:endParaRPr>
          </a:p>
        </p:txBody>
      </p:sp>
    </p:spTree>
    <p:extLst>
      <p:ext uri="{BB962C8B-B14F-4D97-AF65-F5344CB8AC3E}">
        <p14:creationId xmlns:p14="http://schemas.microsoft.com/office/powerpoint/2010/main" val="185227323"/>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Lst>
  <p:txStyles>
    <p:titleStyle>
      <a:lvl1pPr algn="l" defTabSz="867598" rtl="0" eaLnBrk="1" latinLnBrk="0" hangingPunct="1">
        <a:lnSpc>
          <a:spcPct val="90000"/>
        </a:lnSpc>
        <a:spcBef>
          <a:spcPct val="0"/>
        </a:spcBef>
        <a:buNone/>
        <a:defRPr sz="4200" kern="1200">
          <a:solidFill>
            <a:schemeClr val="tx1"/>
          </a:solidFill>
          <a:latin typeface="+mj-lt"/>
          <a:ea typeface="+mj-ea"/>
          <a:cs typeface="+mj-cs"/>
        </a:defRPr>
      </a:lvl1pPr>
    </p:titleStyle>
    <p:bodyStyle>
      <a:lvl1pPr marL="216899" indent="-216899" algn="l" defTabSz="867598" rtl="0" eaLnBrk="1" latinLnBrk="0" hangingPunct="1">
        <a:lnSpc>
          <a:spcPct val="90000"/>
        </a:lnSpc>
        <a:spcBef>
          <a:spcPts val="953"/>
        </a:spcBef>
        <a:buFont typeface="Arial" panose="020B0604020202020204" pitchFamily="34" charset="0"/>
        <a:buChar char="•"/>
        <a:defRPr sz="2700" kern="1200">
          <a:solidFill>
            <a:schemeClr val="tx1"/>
          </a:solidFill>
          <a:latin typeface="+mn-lt"/>
          <a:ea typeface="+mn-ea"/>
          <a:cs typeface="+mn-cs"/>
        </a:defRPr>
      </a:lvl1pPr>
      <a:lvl2pPr marL="650712" indent="-216899" algn="l" defTabSz="867598" rtl="0" eaLnBrk="1" latinLnBrk="0" hangingPunct="1">
        <a:lnSpc>
          <a:spcPct val="90000"/>
        </a:lnSpc>
        <a:spcBef>
          <a:spcPts val="476"/>
        </a:spcBef>
        <a:buFont typeface="Arial" panose="020B0604020202020204" pitchFamily="34" charset="0"/>
        <a:buChar char="•"/>
        <a:defRPr sz="2300" kern="1200">
          <a:solidFill>
            <a:schemeClr val="tx1"/>
          </a:solidFill>
          <a:latin typeface="+mn-lt"/>
          <a:ea typeface="+mn-ea"/>
          <a:cs typeface="+mn-cs"/>
        </a:defRPr>
      </a:lvl2pPr>
      <a:lvl3pPr marL="1084503" indent="-216899" algn="l" defTabSz="867598" rtl="0" eaLnBrk="1" latinLnBrk="0" hangingPunct="1">
        <a:lnSpc>
          <a:spcPct val="90000"/>
        </a:lnSpc>
        <a:spcBef>
          <a:spcPts val="476"/>
        </a:spcBef>
        <a:buFont typeface="Arial" panose="020B0604020202020204" pitchFamily="34" charset="0"/>
        <a:buChar char="•"/>
        <a:defRPr sz="1900" kern="1200">
          <a:solidFill>
            <a:schemeClr val="tx1"/>
          </a:solidFill>
          <a:latin typeface="+mn-lt"/>
          <a:ea typeface="+mn-ea"/>
          <a:cs typeface="+mn-cs"/>
        </a:defRPr>
      </a:lvl3pPr>
      <a:lvl4pPr marL="1518325" indent="-216899" algn="l" defTabSz="867598" rtl="0" eaLnBrk="1" latinLnBrk="0" hangingPunct="1">
        <a:lnSpc>
          <a:spcPct val="90000"/>
        </a:lnSpc>
        <a:spcBef>
          <a:spcPts val="476"/>
        </a:spcBef>
        <a:buFont typeface="Arial" panose="020B0604020202020204" pitchFamily="34" charset="0"/>
        <a:buChar char="•"/>
        <a:defRPr sz="1700" kern="1200">
          <a:solidFill>
            <a:schemeClr val="tx1"/>
          </a:solidFill>
          <a:latin typeface="+mn-lt"/>
          <a:ea typeface="+mn-ea"/>
          <a:cs typeface="+mn-cs"/>
        </a:defRPr>
      </a:lvl4pPr>
      <a:lvl5pPr marL="1952125" indent="-216899" algn="l" defTabSz="867598" rtl="0" eaLnBrk="1" latinLnBrk="0" hangingPunct="1">
        <a:lnSpc>
          <a:spcPct val="90000"/>
        </a:lnSpc>
        <a:spcBef>
          <a:spcPts val="476"/>
        </a:spcBef>
        <a:buFont typeface="Arial" panose="020B0604020202020204" pitchFamily="34" charset="0"/>
        <a:buChar char="•"/>
        <a:defRPr sz="1700" kern="1200">
          <a:solidFill>
            <a:schemeClr val="tx1"/>
          </a:solidFill>
          <a:latin typeface="+mn-lt"/>
          <a:ea typeface="+mn-ea"/>
          <a:cs typeface="+mn-cs"/>
        </a:defRPr>
      </a:lvl5pPr>
      <a:lvl6pPr marL="2385927" indent="-216899" algn="l" defTabSz="867598" rtl="0" eaLnBrk="1" latinLnBrk="0" hangingPunct="1">
        <a:lnSpc>
          <a:spcPct val="90000"/>
        </a:lnSpc>
        <a:spcBef>
          <a:spcPts val="476"/>
        </a:spcBef>
        <a:buFont typeface="Arial" panose="020B0604020202020204" pitchFamily="34" charset="0"/>
        <a:buChar char="•"/>
        <a:defRPr sz="1700" kern="1200">
          <a:solidFill>
            <a:schemeClr val="tx1"/>
          </a:solidFill>
          <a:latin typeface="+mn-lt"/>
          <a:ea typeface="+mn-ea"/>
          <a:cs typeface="+mn-cs"/>
        </a:defRPr>
      </a:lvl6pPr>
      <a:lvl7pPr marL="2819732" indent="-216899" algn="l" defTabSz="867598" rtl="0" eaLnBrk="1" latinLnBrk="0" hangingPunct="1">
        <a:lnSpc>
          <a:spcPct val="90000"/>
        </a:lnSpc>
        <a:spcBef>
          <a:spcPts val="476"/>
        </a:spcBef>
        <a:buFont typeface="Arial" panose="020B0604020202020204" pitchFamily="34" charset="0"/>
        <a:buChar char="•"/>
        <a:defRPr sz="1700" kern="1200">
          <a:solidFill>
            <a:schemeClr val="tx1"/>
          </a:solidFill>
          <a:latin typeface="+mn-lt"/>
          <a:ea typeface="+mn-ea"/>
          <a:cs typeface="+mn-cs"/>
        </a:defRPr>
      </a:lvl7pPr>
      <a:lvl8pPr marL="3253545" indent="-216899" algn="l" defTabSz="867598" rtl="0" eaLnBrk="1" latinLnBrk="0" hangingPunct="1">
        <a:lnSpc>
          <a:spcPct val="90000"/>
        </a:lnSpc>
        <a:spcBef>
          <a:spcPts val="476"/>
        </a:spcBef>
        <a:buFont typeface="Arial" panose="020B0604020202020204" pitchFamily="34" charset="0"/>
        <a:buChar char="•"/>
        <a:defRPr sz="1700" kern="1200">
          <a:solidFill>
            <a:schemeClr val="tx1"/>
          </a:solidFill>
          <a:latin typeface="+mn-lt"/>
          <a:ea typeface="+mn-ea"/>
          <a:cs typeface="+mn-cs"/>
        </a:defRPr>
      </a:lvl8pPr>
      <a:lvl9pPr marL="3687339" indent="-216899" algn="l" defTabSz="867598" rtl="0" eaLnBrk="1" latinLnBrk="0" hangingPunct="1">
        <a:lnSpc>
          <a:spcPct val="90000"/>
        </a:lnSpc>
        <a:spcBef>
          <a:spcPts val="476"/>
        </a:spcBef>
        <a:buFont typeface="Arial" panose="020B0604020202020204" pitchFamily="34" charset="0"/>
        <a:buChar char="•"/>
        <a:defRPr sz="1700" kern="1200">
          <a:solidFill>
            <a:schemeClr val="tx1"/>
          </a:solidFill>
          <a:latin typeface="+mn-lt"/>
          <a:ea typeface="+mn-ea"/>
          <a:cs typeface="+mn-cs"/>
        </a:defRPr>
      </a:lvl9pPr>
    </p:bodyStyle>
    <p:otherStyle>
      <a:defPPr>
        <a:defRPr lang="en-US"/>
      </a:defPPr>
      <a:lvl1pPr marL="0" algn="l" defTabSz="867598" rtl="0" eaLnBrk="1" latinLnBrk="0" hangingPunct="1">
        <a:defRPr sz="1700" kern="1200">
          <a:solidFill>
            <a:schemeClr val="tx1"/>
          </a:solidFill>
          <a:latin typeface="+mn-lt"/>
          <a:ea typeface="+mn-ea"/>
          <a:cs typeface="+mn-cs"/>
        </a:defRPr>
      </a:lvl1pPr>
      <a:lvl2pPr marL="433801" algn="l" defTabSz="867598" rtl="0" eaLnBrk="1" latinLnBrk="0" hangingPunct="1">
        <a:defRPr sz="1700" kern="1200">
          <a:solidFill>
            <a:schemeClr val="tx1"/>
          </a:solidFill>
          <a:latin typeface="+mn-lt"/>
          <a:ea typeface="+mn-ea"/>
          <a:cs typeface="+mn-cs"/>
        </a:defRPr>
      </a:lvl2pPr>
      <a:lvl3pPr marL="867598" algn="l" defTabSz="867598" rtl="0" eaLnBrk="1" latinLnBrk="0" hangingPunct="1">
        <a:defRPr sz="1700" kern="1200">
          <a:solidFill>
            <a:schemeClr val="tx1"/>
          </a:solidFill>
          <a:latin typeface="+mn-lt"/>
          <a:ea typeface="+mn-ea"/>
          <a:cs typeface="+mn-cs"/>
        </a:defRPr>
      </a:lvl3pPr>
      <a:lvl4pPr marL="1301416" algn="l" defTabSz="867598" rtl="0" eaLnBrk="1" latinLnBrk="0" hangingPunct="1">
        <a:defRPr sz="1700" kern="1200">
          <a:solidFill>
            <a:schemeClr val="tx1"/>
          </a:solidFill>
          <a:latin typeface="+mn-lt"/>
          <a:ea typeface="+mn-ea"/>
          <a:cs typeface="+mn-cs"/>
        </a:defRPr>
      </a:lvl4pPr>
      <a:lvl5pPr marL="1735200" algn="l" defTabSz="867598" rtl="0" eaLnBrk="1" latinLnBrk="0" hangingPunct="1">
        <a:defRPr sz="1700" kern="1200">
          <a:solidFill>
            <a:schemeClr val="tx1"/>
          </a:solidFill>
          <a:latin typeface="+mn-lt"/>
          <a:ea typeface="+mn-ea"/>
          <a:cs typeface="+mn-cs"/>
        </a:defRPr>
      </a:lvl5pPr>
      <a:lvl6pPr marL="2169023" algn="l" defTabSz="867598" rtl="0" eaLnBrk="1" latinLnBrk="0" hangingPunct="1">
        <a:defRPr sz="1700" kern="1200">
          <a:solidFill>
            <a:schemeClr val="tx1"/>
          </a:solidFill>
          <a:latin typeface="+mn-lt"/>
          <a:ea typeface="+mn-ea"/>
          <a:cs typeface="+mn-cs"/>
        </a:defRPr>
      </a:lvl6pPr>
      <a:lvl7pPr marL="2602827" algn="l" defTabSz="867598" rtl="0" eaLnBrk="1" latinLnBrk="0" hangingPunct="1">
        <a:defRPr sz="1700" kern="1200">
          <a:solidFill>
            <a:schemeClr val="tx1"/>
          </a:solidFill>
          <a:latin typeface="+mn-lt"/>
          <a:ea typeface="+mn-ea"/>
          <a:cs typeface="+mn-cs"/>
        </a:defRPr>
      </a:lvl7pPr>
      <a:lvl8pPr marL="3036631" algn="l" defTabSz="867598" rtl="0" eaLnBrk="1" latinLnBrk="0" hangingPunct="1">
        <a:defRPr sz="1700" kern="1200">
          <a:solidFill>
            <a:schemeClr val="tx1"/>
          </a:solidFill>
          <a:latin typeface="+mn-lt"/>
          <a:ea typeface="+mn-ea"/>
          <a:cs typeface="+mn-cs"/>
        </a:defRPr>
      </a:lvl8pPr>
      <a:lvl9pPr marL="3470415" algn="l" defTabSz="867598" rtl="0" eaLnBrk="1" latinLnBrk="0" hangingPunct="1">
        <a:defRPr sz="17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50000"/>
            <a:lum/>
          </a:blip>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807186-1067-4749-B92A-A9B0A7D6597A}" type="datetimeFigureOut">
              <a:rPr lang="en-US" smtClean="0"/>
              <a:t>8/6/2025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3062BA-BB19-47A3-975B-D8BBEA3EE709}" type="slidenum">
              <a:rPr lang="en-US" smtClean="0"/>
              <a:t>‹#›</a:t>
            </a:fld>
            <a:endParaRPr lang="en-US"/>
          </a:p>
        </p:txBody>
      </p:sp>
    </p:spTree>
    <p:extLst>
      <p:ext uri="{BB962C8B-B14F-4D97-AF65-F5344CB8AC3E}">
        <p14:creationId xmlns:p14="http://schemas.microsoft.com/office/powerpoint/2010/main" val="182415911"/>
      </p:ext>
    </p:extLst>
  </p:cSld>
  <p:clrMap bg1="lt1" tx1="dk1" bg2="lt2" tx2="dk2" accent1="accent1" accent2="accent2" accent3="accent3" accent4="accent4" accent5="accent5" accent6="accent6" hlink="hlink" folHlink="folHlink"/>
  <p:sldLayoutIdLst>
    <p:sldLayoutId id="2147483859" r:id="rId1"/>
    <p:sldLayoutId id="2147483860" r:id="rId2"/>
    <p:sldLayoutId id="2147483861" r:id="rId3"/>
    <p:sldLayoutId id="2147483862" r:id="rId4"/>
    <p:sldLayoutId id="2147483863" r:id="rId5"/>
    <p:sldLayoutId id="2147483864" r:id="rId6"/>
    <p:sldLayoutId id="2147483865" r:id="rId7"/>
    <p:sldLayoutId id="2147483866" r:id="rId8"/>
    <p:sldLayoutId id="2147483867" r:id="rId9"/>
    <p:sldLayoutId id="2147483868" r:id="rId10"/>
    <p:sldLayoutId id="2147483869" r:id="rId11"/>
  </p:sldLayoutIdLst>
  <p:transition spd="med">
    <p:pull/>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1" y="365126"/>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1"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172">
                <a:solidFill>
                  <a:schemeClr val="tx1">
                    <a:tint val="75000"/>
                  </a:schemeClr>
                </a:solidFill>
              </a:defRPr>
            </a:lvl1pPr>
          </a:lstStyle>
          <a:p>
            <a:fld id="{C7549C3A-F940-4AFE-81B9-64DB57044DC5}" type="datetimeFigureOut">
              <a:rPr lang="en-PK" smtClean="0"/>
              <a:t>08/06/2025</a:t>
            </a:fld>
            <a:endParaRPr lang="en-PK"/>
          </a:p>
        </p:txBody>
      </p:sp>
      <p:sp>
        <p:nvSpPr>
          <p:cNvPr id="5" name="Footer Placeholder 4"/>
          <p:cNvSpPr>
            <a:spLocks noGrp="1"/>
          </p:cNvSpPr>
          <p:nvPr>
            <p:ph type="ftr" sz="quarter" idx="3"/>
          </p:nvPr>
        </p:nvSpPr>
        <p:spPr>
          <a:xfrm>
            <a:off x="4038601" y="6356351"/>
            <a:ext cx="4114800" cy="365125"/>
          </a:xfrm>
          <a:prstGeom prst="rect">
            <a:avLst/>
          </a:prstGeom>
        </p:spPr>
        <p:txBody>
          <a:bodyPr vert="horz" lIns="91440" tIns="45720" rIns="91440" bIns="45720" rtlCol="0" anchor="ctr"/>
          <a:lstStyle>
            <a:lvl1pPr algn="ctr">
              <a:defRPr sz="1172">
                <a:solidFill>
                  <a:schemeClr val="tx1">
                    <a:tint val="75000"/>
                  </a:schemeClr>
                </a:solidFill>
              </a:defRPr>
            </a:lvl1pPr>
          </a:lstStyle>
          <a:p>
            <a:endParaRPr lang="en-PK"/>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172">
                <a:solidFill>
                  <a:schemeClr val="tx1">
                    <a:tint val="75000"/>
                  </a:schemeClr>
                </a:solidFill>
              </a:defRPr>
            </a:lvl1pPr>
          </a:lstStyle>
          <a:p>
            <a:fld id="{CF8BE953-CD4D-48A8-A18C-B1EF2B197153}" type="slidenum">
              <a:rPr lang="en-PK" smtClean="0"/>
              <a:t>‹#›</a:t>
            </a:fld>
            <a:endParaRPr lang="en-PK"/>
          </a:p>
        </p:txBody>
      </p:sp>
    </p:spTree>
    <p:extLst>
      <p:ext uri="{BB962C8B-B14F-4D97-AF65-F5344CB8AC3E}">
        <p14:creationId xmlns:p14="http://schemas.microsoft.com/office/powerpoint/2010/main" val="256330271"/>
      </p:ext>
    </p:extLst>
  </p:cSld>
  <p:clrMap bg1="lt1" tx1="dk1" bg2="lt2" tx2="dk2" accent1="accent1" accent2="accent2" accent3="accent3" accent4="accent4" accent5="accent5" accent6="accent6" hlink="hlink" folHlink="folHlink"/>
  <p:sldLayoutIdLst>
    <p:sldLayoutId id="2147483871" r:id="rId1"/>
    <p:sldLayoutId id="2147483872" r:id="rId2"/>
    <p:sldLayoutId id="2147483873" r:id="rId3"/>
    <p:sldLayoutId id="2147483874" r:id="rId4"/>
    <p:sldLayoutId id="2147483875" r:id="rId5"/>
    <p:sldLayoutId id="2147483876" r:id="rId6"/>
    <p:sldLayoutId id="2147483877" r:id="rId7"/>
    <p:sldLayoutId id="2147483878" r:id="rId8"/>
    <p:sldLayoutId id="2147483879" r:id="rId9"/>
    <p:sldLayoutId id="2147483880" r:id="rId10"/>
    <p:sldLayoutId id="2147483881" r:id="rId11"/>
  </p:sldLayoutIdLst>
  <mc:AlternateContent xmlns:mc="http://schemas.openxmlformats.org/markup-compatibility/2006" xmlns:p15="http://schemas.microsoft.com/office/powerpoint/2012/main">
    <mc:Choice Requires="p15">
      <p:transition xmlns:p14="http://schemas.microsoft.com/office/powerpoint/2010/main" spd="slow" p14:dur="1250">
        <p15:prstTrans prst="pageCurlDouble" invX="1"/>
      </p:transition>
    </mc:Choice>
    <mc:Fallback xmlns="">
      <p:transition spd="slow">
        <p:fade/>
      </p:transition>
    </mc:Fallback>
  </mc:AlternateContent>
  <p:txStyles>
    <p:titleStyle>
      <a:lvl1pPr algn="l" defTabSz="893216" rtl="0" eaLnBrk="1" latinLnBrk="0" hangingPunct="1">
        <a:lnSpc>
          <a:spcPct val="90000"/>
        </a:lnSpc>
        <a:spcBef>
          <a:spcPct val="0"/>
        </a:spcBef>
        <a:buNone/>
        <a:defRPr sz="4298" kern="1200">
          <a:solidFill>
            <a:schemeClr val="tx1"/>
          </a:solidFill>
          <a:latin typeface="+mj-lt"/>
          <a:ea typeface="+mj-ea"/>
          <a:cs typeface="+mj-cs"/>
        </a:defRPr>
      </a:lvl1pPr>
    </p:titleStyle>
    <p:bodyStyle>
      <a:lvl1pPr marL="223304" indent="-223304" algn="l" defTabSz="893216" rtl="0" eaLnBrk="1" latinLnBrk="0" hangingPunct="1">
        <a:lnSpc>
          <a:spcPct val="90000"/>
        </a:lnSpc>
        <a:spcBef>
          <a:spcPts val="977"/>
        </a:spcBef>
        <a:buFont typeface="Arial" panose="020B0604020202020204" pitchFamily="34" charset="0"/>
        <a:buChar char="•"/>
        <a:defRPr sz="2735" kern="1200">
          <a:solidFill>
            <a:schemeClr val="tx1"/>
          </a:solidFill>
          <a:latin typeface="+mn-lt"/>
          <a:ea typeface="+mn-ea"/>
          <a:cs typeface="+mn-cs"/>
        </a:defRPr>
      </a:lvl1pPr>
      <a:lvl2pPr marL="669912" indent="-223304" algn="l" defTabSz="893216" rtl="0" eaLnBrk="1" latinLnBrk="0" hangingPunct="1">
        <a:lnSpc>
          <a:spcPct val="90000"/>
        </a:lnSpc>
        <a:spcBef>
          <a:spcPts val="488"/>
        </a:spcBef>
        <a:buFont typeface="Arial" panose="020B0604020202020204" pitchFamily="34" charset="0"/>
        <a:buChar char="•"/>
        <a:defRPr sz="2344" kern="1200">
          <a:solidFill>
            <a:schemeClr val="tx1"/>
          </a:solidFill>
          <a:latin typeface="+mn-lt"/>
          <a:ea typeface="+mn-ea"/>
          <a:cs typeface="+mn-cs"/>
        </a:defRPr>
      </a:lvl2pPr>
      <a:lvl3pPr marL="1116520" indent="-223304" algn="l" defTabSz="893216" rtl="0" eaLnBrk="1" latinLnBrk="0" hangingPunct="1">
        <a:lnSpc>
          <a:spcPct val="90000"/>
        </a:lnSpc>
        <a:spcBef>
          <a:spcPts val="488"/>
        </a:spcBef>
        <a:buFont typeface="Arial" panose="020B0604020202020204" pitchFamily="34" charset="0"/>
        <a:buChar char="•"/>
        <a:defRPr sz="1954" kern="1200">
          <a:solidFill>
            <a:schemeClr val="tx1"/>
          </a:solidFill>
          <a:latin typeface="+mn-lt"/>
          <a:ea typeface="+mn-ea"/>
          <a:cs typeface="+mn-cs"/>
        </a:defRPr>
      </a:lvl3pPr>
      <a:lvl4pPr marL="1563129" indent="-223304" algn="l" defTabSz="893216" rtl="0" eaLnBrk="1" latinLnBrk="0" hangingPunct="1">
        <a:lnSpc>
          <a:spcPct val="90000"/>
        </a:lnSpc>
        <a:spcBef>
          <a:spcPts val="488"/>
        </a:spcBef>
        <a:buFont typeface="Arial" panose="020B0604020202020204" pitchFamily="34" charset="0"/>
        <a:buChar char="•"/>
        <a:defRPr sz="1759" kern="1200">
          <a:solidFill>
            <a:schemeClr val="tx1"/>
          </a:solidFill>
          <a:latin typeface="+mn-lt"/>
          <a:ea typeface="+mn-ea"/>
          <a:cs typeface="+mn-cs"/>
        </a:defRPr>
      </a:lvl4pPr>
      <a:lvl5pPr marL="2009737" indent="-223304" algn="l" defTabSz="893216" rtl="0" eaLnBrk="1" latinLnBrk="0" hangingPunct="1">
        <a:lnSpc>
          <a:spcPct val="90000"/>
        </a:lnSpc>
        <a:spcBef>
          <a:spcPts val="488"/>
        </a:spcBef>
        <a:buFont typeface="Arial" panose="020B0604020202020204" pitchFamily="34" charset="0"/>
        <a:buChar char="•"/>
        <a:defRPr sz="1759" kern="1200">
          <a:solidFill>
            <a:schemeClr val="tx1"/>
          </a:solidFill>
          <a:latin typeface="+mn-lt"/>
          <a:ea typeface="+mn-ea"/>
          <a:cs typeface="+mn-cs"/>
        </a:defRPr>
      </a:lvl5pPr>
      <a:lvl6pPr marL="2456345" indent="-223304" algn="l" defTabSz="893216" rtl="0" eaLnBrk="1" latinLnBrk="0" hangingPunct="1">
        <a:lnSpc>
          <a:spcPct val="90000"/>
        </a:lnSpc>
        <a:spcBef>
          <a:spcPts val="488"/>
        </a:spcBef>
        <a:buFont typeface="Arial" panose="020B0604020202020204" pitchFamily="34" charset="0"/>
        <a:buChar char="•"/>
        <a:defRPr sz="1759" kern="1200">
          <a:solidFill>
            <a:schemeClr val="tx1"/>
          </a:solidFill>
          <a:latin typeface="+mn-lt"/>
          <a:ea typeface="+mn-ea"/>
          <a:cs typeface="+mn-cs"/>
        </a:defRPr>
      </a:lvl6pPr>
      <a:lvl7pPr marL="2902953" indent="-223304" algn="l" defTabSz="893216" rtl="0" eaLnBrk="1" latinLnBrk="0" hangingPunct="1">
        <a:lnSpc>
          <a:spcPct val="90000"/>
        </a:lnSpc>
        <a:spcBef>
          <a:spcPts val="488"/>
        </a:spcBef>
        <a:buFont typeface="Arial" panose="020B0604020202020204" pitchFamily="34" charset="0"/>
        <a:buChar char="•"/>
        <a:defRPr sz="1759" kern="1200">
          <a:solidFill>
            <a:schemeClr val="tx1"/>
          </a:solidFill>
          <a:latin typeface="+mn-lt"/>
          <a:ea typeface="+mn-ea"/>
          <a:cs typeface="+mn-cs"/>
        </a:defRPr>
      </a:lvl7pPr>
      <a:lvl8pPr marL="3349561" indent="-223304" algn="l" defTabSz="893216" rtl="0" eaLnBrk="1" latinLnBrk="0" hangingPunct="1">
        <a:lnSpc>
          <a:spcPct val="90000"/>
        </a:lnSpc>
        <a:spcBef>
          <a:spcPts val="488"/>
        </a:spcBef>
        <a:buFont typeface="Arial" panose="020B0604020202020204" pitchFamily="34" charset="0"/>
        <a:buChar char="•"/>
        <a:defRPr sz="1759" kern="1200">
          <a:solidFill>
            <a:schemeClr val="tx1"/>
          </a:solidFill>
          <a:latin typeface="+mn-lt"/>
          <a:ea typeface="+mn-ea"/>
          <a:cs typeface="+mn-cs"/>
        </a:defRPr>
      </a:lvl8pPr>
      <a:lvl9pPr marL="3796169" indent="-223304" algn="l" defTabSz="893216" rtl="0" eaLnBrk="1" latinLnBrk="0" hangingPunct="1">
        <a:lnSpc>
          <a:spcPct val="90000"/>
        </a:lnSpc>
        <a:spcBef>
          <a:spcPts val="488"/>
        </a:spcBef>
        <a:buFont typeface="Arial" panose="020B0604020202020204" pitchFamily="34" charset="0"/>
        <a:buChar char="•"/>
        <a:defRPr sz="1759" kern="1200">
          <a:solidFill>
            <a:schemeClr val="tx1"/>
          </a:solidFill>
          <a:latin typeface="+mn-lt"/>
          <a:ea typeface="+mn-ea"/>
          <a:cs typeface="+mn-cs"/>
        </a:defRPr>
      </a:lvl9pPr>
    </p:bodyStyle>
    <p:otherStyle>
      <a:defPPr>
        <a:defRPr lang="en-US"/>
      </a:defPPr>
      <a:lvl1pPr marL="0" algn="l" defTabSz="893216" rtl="0" eaLnBrk="1" latinLnBrk="0" hangingPunct="1">
        <a:defRPr sz="1759" kern="1200">
          <a:solidFill>
            <a:schemeClr val="tx1"/>
          </a:solidFill>
          <a:latin typeface="+mn-lt"/>
          <a:ea typeface="+mn-ea"/>
          <a:cs typeface="+mn-cs"/>
        </a:defRPr>
      </a:lvl1pPr>
      <a:lvl2pPr marL="446608" algn="l" defTabSz="893216" rtl="0" eaLnBrk="1" latinLnBrk="0" hangingPunct="1">
        <a:defRPr sz="1759" kern="1200">
          <a:solidFill>
            <a:schemeClr val="tx1"/>
          </a:solidFill>
          <a:latin typeface="+mn-lt"/>
          <a:ea typeface="+mn-ea"/>
          <a:cs typeface="+mn-cs"/>
        </a:defRPr>
      </a:lvl2pPr>
      <a:lvl3pPr marL="893216" algn="l" defTabSz="893216" rtl="0" eaLnBrk="1" latinLnBrk="0" hangingPunct="1">
        <a:defRPr sz="1759" kern="1200">
          <a:solidFill>
            <a:schemeClr val="tx1"/>
          </a:solidFill>
          <a:latin typeface="+mn-lt"/>
          <a:ea typeface="+mn-ea"/>
          <a:cs typeface="+mn-cs"/>
        </a:defRPr>
      </a:lvl3pPr>
      <a:lvl4pPr marL="1339825" algn="l" defTabSz="893216" rtl="0" eaLnBrk="1" latinLnBrk="0" hangingPunct="1">
        <a:defRPr sz="1759" kern="1200">
          <a:solidFill>
            <a:schemeClr val="tx1"/>
          </a:solidFill>
          <a:latin typeface="+mn-lt"/>
          <a:ea typeface="+mn-ea"/>
          <a:cs typeface="+mn-cs"/>
        </a:defRPr>
      </a:lvl4pPr>
      <a:lvl5pPr marL="1786433" algn="l" defTabSz="893216" rtl="0" eaLnBrk="1" latinLnBrk="0" hangingPunct="1">
        <a:defRPr sz="1759" kern="1200">
          <a:solidFill>
            <a:schemeClr val="tx1"/>
          </a:solidFill>
          <a:latin typeface="+mn-lt"/>
          <a:ea typeface="+mn-ea"/>
          <a:cs typeface="+mn-cs"/>
        </a:defRPr>
      </a:lvl5pPr>
      <a:lvl6pPr marL="2233041" algn="l" defTabSz="893216" rtl="0" eaLnBrk="1" latinLnBrk="0" hangingPunct="1">
        <a:defRPr sz="1759" kern="1200">
          <a:solidFill>
            <a:schemeClr val="tx1"/>
          </a:solidFill>
          <a:latin typeface="+mn-lt"/>
          <a:ea typeface="+mn-ea"/>
          <a:cs typeface="+mn-cs"/>
        </a:defRPr>
      </a:lvl6pPr>
      <a:lvl7pPr marL="2679649" algn="l" defTabSz="893216" rtl="0" eaLnBrk="1" latinLnBrk="0" hangingPunct="1">
        <a:defRPr sz="1759" kern="1200">
          <a:solidFill>
            <a:schemeClr val="tx1"/>
          </a:solidFill>
          <a:latin typeface="+mn-lt"/>
          <a:ea typeface="+mn-ea"/>
          <a:cs typeface="+mn-cs"/>
        </a:defRPr>
      </a:lvl7pPr>
      <a:lvl8pPr marL="3126257" algn="l" defTabSz="893216" rtl="0" eaLnBrk="1" latinLnBrk="0" hangingPunct="1">
        <a:defRPr sz="1759" kern="1200">
          <a:solidFill>
            <a:schemeClr val="tx1"/>
          </a:solidFill>
          <a:latin typeface="+mn-lt"/>
          <a:ea typeface="+mn-ea"/>
          <a:cs typeface="+mn-cs"/>
        </a:defRPr>
      </a:lvl8pPr>
      <a:lvl9pPr marL="3572865" algn="l" defTabSz="893216" rtl="0" eaLnBrk="1" latinLnBrk="0" hangingPunct="1">
        <a:defRPr sz="1759"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42000"/>
            <a:lum/>
          </a:blip>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1" y="365126"/>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1" y="1825626"/>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807186-1067-4749-B92A-A9B0A7D6597A}" type="datetimeFigureOut">
              <a:rPr lang="en-US" smtClean="0"/>
              <a:t>8/6/2025</a:t>
            </a:fld>
            <a:endParaRPr lang="en-US"/>
          </a:p>
        </p:txBody>
      </p:sp>
      <p:sp>
        <p:nvSpPr>
          <p:cNvPr id="5" name="Footer Placeholder 4"/>
          <p:cNvSpPr>
            <a:spLocks noGrp="1"/>
          </p:cNvSpPr>
          <p:nvPr>
            <p:ph type="ftr" sz="quarter" idx="3"/>
          </p:nvPr>
        </p:nvSpPr>
        <p:spPr>
          <a:xfrm>
            <a:off x="4038601"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3062BA-BB19-47A3-975B-D8BBEA3EE709}" type="slidenum">
              <a:rPr lang="en-US" smtClean="0"/>
              <a:t>‹#›</a:t>
            </a:fld>
            <a:endParaRPr lang="en-US"/>
          </a:p>
        </p:txBody>
      </p:sp>
    </p:spTree>
    <p:extLst>
      <p:ext uri="{BB962C8B-B14F-4D97-AF65-F5344CB8AC3E}">
        <p14:creationId xmlns:p14="http://schemas.microsoft.com/office/powerpoint/2010/main" val="3206316851"/>
      </p:ext>
    </p:extLst>
  </p:cSld>
  <p:clrMap bg1="lt1" tx1="dk1" bg2="lt2" tx2="dk2" accent1="accent1" accent2="accent2" accent3="accent3" accent4="accent4" accent5="accent5" accent6="accent6" hlink="hlink" folHlink="folHlink"/>
  <p:sldLayoutIdLst>
    <p:sldLayoutId id="2147483883" r:id="rId1"/>
    <p:sldLayoutId id="2147483884" r:id="rId2"/>
    <p:sldLayoutId id="2147483885" r:id="rId3"/>
    <p:sldLayoutId id="2147483886" r:id="rId4"/>
    <p:sldLayoutId id="2147483887" r:id="rId5"/>
    <p:sldLayoutId id="2147483888" r:id="rId6"/>
    <p:sldLayoutId id="2147483889" r:id="rId7"/>
    <p:sldLayoutId id="2147483890" r:id="rId8"/>
    <p:sldLayoutId id="2147483891" r:id="rId9"/>
    <p:sldLayoutId id="2147483892" r:id="rId10"/>
    <p:sldLayoutId id="2147483893" r:id="rId11"/>
  </p:sldLayoutIdLst>
  <p:transition spd="med">
    <p:pull/>
  </p:transition>
  <p:txStyles>
    <p:titleStyle>
      <a:lvl1pPr algn="l" defTabSz="914354"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88" indent="-228588" algn="l" defTabSz="91435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65" indent="-228588" algn="l" defTabSz="91435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43" indent="-228588" algn="l" defTabSz="91435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20" indent="-228588"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96" indent="-228588"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74" indent="-228588"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1" indent="-228588"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8" indent="-228588"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5" indent="-228588"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7"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1" algn="l" defTabSz="914354" rtl="0" eaLnBrk="1" latinLnBrk="0" hangingPunct="1">
        <a:defRPr sz="1800" kern="1200">
          <a:solidFill>
            <a:schemeClr val="tx1"/>
          </a:solidFill>
          <a:latin typeface="+mn-lt"/>
          <a:ea typeface="+mn-ea"/>
          <a:cs typeface="+mn-cs"/>
        </a:defRPr>
      </a:lvl4pPr>
      <a:lvl5pPr marL="1828708" algn="l" defTabSz="914354" rtl="0" eaLnBrk="1" latinLnBrk="0" hangingPunct="1">
        <a:defRPr sz="1800" kern="1200">
          <a:solidFill>
            <a:schemeClr val="tx1"/>
          </a:solidFill>
          <a:latin typeface="+mn-lt"/>
          <a:ea typeface="+mn-ea"/>
          <a:cs typeface="+mn-cs"/>
        </a:defRPr>
      </a:lvl5pPr>
      <a:lvl6pPr marL="2285885" algn="l" defTabSz="914354" rtl="0" eaLnBrk="1" latinLnBrk="0" hangingPunct="1">
        <a:defRPr sz="1800" kern="1200">
          <a:solidFill>
            <a:schemeClr val="tx1"/>
          </a:solidFill>
          <a:latin typeface="+mn-lt"/>
          <a:ea typeface="+mn-ea"/>
          <a:cs typeface="+mn-cs"/>
        </a:defRPr>
      </a:lvl6pPr>
      <a:lvl7pPr marL="2743063" algn="l" defTabSz="914354" rtl="0" eaLnBrk="1" latinLnBrk="0" hangingPunct="1">
        <a:defRPr sz="1800" kern="1200">
          <a:solidFill>
            <a:schemeClr val="tx1"/>
          </a:solidFill>
          <a:latin typeface="+mn-lt"/>
          <a:ea typeface="+mn-ea"/>
          <a:cs typeface="+mn-cs"/>
        </a:defRPr>
      </a:lvl7pPr>
      <a:lvl8pPr marL="3200239" algn="l" defTabSz="914354" rtl="0" eaLnBrk="1" latinLnBrk="0" hangingPunct="1">
        <a:defRPr sz="1800" kern="1200">
          <a:solidFill>
            <a:schemeClr val="tx1"/>
          </a:solidFill>
          <a:latin typeface="+mn-lt"/>
          <a:ea typeface="+mn-ea"/>
          <a:cs typeface="+mn-cs"/>
        </a:defRPr>
      </a:lvl8pPr>
      <a:lvl9pPr marL="3657416" algn="l" defTabSz="914354"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1D8BD707-D9CF-40AE-B4C6-C98DA3205C09}" type="datetimeFigureOut">
              <a:rPr lang="en-US" smtClean="0"/>
              <a:pPr/>
              <a:t>8/6/2025</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235956996"/>
      </p:ext>
    </p:extLst>
  </p:cSld>
  <p:clrMap bg1="lt1" tx1="dk1" bg2="lt2" tx2="dk2" accent1="accent1" accent2="accent2" accent3="accent3" accent4="accent4" accent5="accent5" accent6="accent6" hlink="hlink" folHlink="folHlink"/>
  <p:sldLayoutIdLst>
    <p:sldLayoutId id="2147483895" r:id="rId1"/>
    <p:sldLayoutId id="2147483896" r:id="rId2"/>
    <p:sldLayoutId id="2147483897" r:id="rId3"/>
    <p:sldLayoutId id="2147483898" r:id="rId4"/>
    <p:sldLayoutId id="2147483899" r:id="rId5"/>
    <p:sldLayoutId id="2147483900" r:id="rId6"/>
    <p:sldLayoutId id="2147483901" r:id="rId7"/>
    <p:sldLayoutId id="2147483902" r:id="rId8"/>
    <p:sldLayoutId id="2147483903" r:id="rId9"/>
    <p:sldLayoutId id="2147483904" r:id="rId10"/>
    <p:sldLayoutId id="2147483905" r:id="rId11"/>
  </p:sldLayoutIdLst>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0CD473C-1977-4060-9992-EC24156C6D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54EECD8-9C57-480B-BD77-5C6FC07A44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D35F22-4217-4254-9766-98F6AAC724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9226F1-5BFF-47EE-AAA7-A6E6BA0C1A4F}" type="datetimeFigureOut">
              <a:rPr lang="en-US" smtClean="0"/>
              <a:t>8/6/2025</a:t>
            </a:fld>
            <a:endParaRPr lang="en-US"/>
          </a:p>
        </p:txBody>
      </p:sp>
      <p:sp>
        <p:nvSpPr>
          <p:cNvPr id="5" name="Footer Placeholder 4">
            <a:extLst>
              <a:ext uri="{FF2B5EF4-FFF2-40B4-BE49-F238E27FC236}">
                <a16:creationId xmlns:a16="http://schemas.microsoft.com/office/drawing/2014/main" id="{50311D3D-5D71-4807-8DA8-9DC0160BE5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85FFF2F-D277-4B4C-BCCF-8648A03A79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B40213-975E-48D6-BA51-CBA9098F598A}" type="slidenum">
              <a:rPr lang="en-US" smtClean="0"/>
              <a:t>‹#›</a:t>
            </a:fld>
            <a:endParaRPr lang="en-US"/>
          </a:p>
        </p:txBody>
      </p:sp>
    </p:spTree>
    <p:extLst>
      <p:ext uri="{BB962C8B-B14F-4D97-AF65-F5344CB8AC3E}">
        <p14:creationId xmlns:p14="http://schemas.microsoft.com/office/powerpoint/2010/main" val="2019699544"/>
      </p:ext>
    </p:extLst>
  </p:cSld>
  <p:clrMap bg1="lt1" tx1="dk1" bg2="lt2" tx2="dk2" accent1="accent1" accent2="accent2" accent3="accent3" accent4="accent4" accent5="accent5" accent6="accent6" hlink="hlink" folHlink="folHlink"/>
  <p:sldLayoutIdLst>
    <p:sldLayoutId id="2147483907" r:id="rId1"/>
    <p:sldLayoutId id="2147483908" r:id="rId2"/>
    <p:sldLayoutId id="2147483909" r:id="rId3"/>
    <p:sldLayoutId id="2147483910" r:id="rId4"/>
    <p:sldLayoutId id="2147483911" r:id="rId5"/>
    <p:sldLayoutId id="2147483912" r:id="rId6"/>
    <p:sldLayoutId id="2147483913" r:id="rId7"/>
    <p:sldLayoutId id="2147483914" r:id="rId8"/>
    <p:sldLayoutId id="2147483915" r:id="rId9"/>
    <p:sldLayoutId id="2147483916" r:id="rId10"/>
    <p:sldLayoutId id="214748391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7.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62.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Layout" Target="../slideLayouts/slideLayout62.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 Id="rId9" Type="http://schemas.openxmlformats.org/officeDocument/2006/relationships/image" Target="../media/image1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image" Target="../media/image17.png"/><Relationship Id="rId1" Type="http://schemas.openxmlformats.org/officeDocument/2006/relationships/slideLayout" Target="../slideLayouts/slideLayout62.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8.png"/><Relationship Id="rId9"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0.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20.jpeg"/><Relationship Id="rId2" Type="http://schemas.openxmlformats.org/officeDocument/2006/relationships/image" Target="../media/image18.png"/><Relationship Id="rId1" Type="http://schemas.openxmlformats.org/officeDocument/2006/relationships/slideLayout" Target="../slideLayouts/slideLayout62.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6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8" Type="http://schemas.microsoft.com/office/2007/relationships/hdphoto" Target="../media/hdphoto1.wdp"/><Relationship Id="rId3" Type="http://schemas.microsoft.com/office/2007/relationships/media" Target="../media/media2.mp3"/><Relationship Id="rId7" Type="http://schemas.openxmlformats.org/officeDocument/2006/relationships/image" Target="../media/image22.png"/><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21.jpg"/><Relationship Id="rId5" Type="http://schemas.openxmlformats.org/officeDocument/2006/relationships/slideLayout" Target="../slideLayouts/slideLayout13.xml"/><Relationship Id="rId4" Type="http://schemas.openxmlformats.org/officeDocument/2006/relationships/audio" Target="../media/media2.mp3"/></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2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62.xml"/><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62.xml"/><Relationship Id="rId6" Type="http://schemas.openxmlformats.org/officeDocument/2006/relationships/image" Target="../media/image12.svg"/><Relationship Id="rId5" Type="http://schemas.openxmlformats.org/officeDocument/2006/relationships/image" Target="../media/image18.png"/><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62.xml"/><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62.xml"/><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62.xml"/><Relationship Id="rId4" Type="http://schemas.openxmlformats.org/officeDocument/2006/relationships/image" Target="../media/image15.png"/></Relationships>
</file>

<file path=ppt/slides/_rels/slide2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62.xml"/><Relationship Id="rId4" Type="http://schemas.openxmlformats.org/officeDocument/2006/relationships/image" Target="../media/image15.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audio" Target="../media/media1.mp3"/><Relationship Id="rId1" Type="http://schemas.microsoft.com/office/2007/relationships/media" Target="../media/media1.mp3"/><Relationship Id="rId6" Type="http://schemas.microsoft.com/office/2007/relationships/hdphoto" Target="../media/hdphoto1.wdp"/><Relationship Id="rId5" Type="http://schemas.openxmlformats.org/officeDocument/2006/relationships/image" Target="../media/image22.png"/><Relationship Id="rId4" Type="http://schemas.openxmlformats.org/officeDocument/2006/relationships/image" Target="../media/image21.jp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microsoft.com/office/2007/relationships/media" Target="../media/media3.mp3"/><Relationship Id="rId1" Type="http://schemas.openxmlformats.org/officeDocument/2006/relationships/audio" Target="NULL" TargetMode="External"/><Relationship Id="rId5" Type="http://schemas.openxmlformats.org/officeDocument/2006/relationships/image" Target="../media/image23.png"/><Relationship Id="rId4" Type="http://schemas.openxmlformats.org/officeDocument/2006/relationships/image" Target="../media/image2.jpe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microsoft.com/office/2007/relationships/media" Target="../media/media3.mp3"/><Relationship Id="rId1" Type="http://schemas.openxmlformats.org/officeDocument/2006/relationships/audio" Target="NULL" TargetMode="External"/><Relationship Id="rId5" Type="http://schemas.openxmlformats.org/officeDocument/2006/relationships/image" Target="../media/image23.png"/><Relationship Id="rId4" Type="http://schemas.openxmlformats.org/officeDocument/2006/relationships/image" Target="../media/image2.jpe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microsoft.com/office/2007/relationships/media" Target="../media/media3.mp3"/><Relationship Id="rId1" Type="http://schemas.openxmlformats.org/officeDocument/2006/relationships/audio" Target="NULL" TargetMode="External"/><Relationship Id="rId5" Type="http://schemas.openxmlformats.org/officeDocument/2006/relationships/image" Target="../media/image23.png"/><Relationship Id="rId4" Type="http://schemas.openxmlformats.org/officeDocument/2006/relationships/image" Target="../media/image2.jpe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microsoft.com/office/2007/relationships/media" Target="../media/media4.mp3"/><Relationship Id="rId1" Type="http://schemas.openxmlformats.org/officeDocument/2006/relationships/audio" Target="NULL" TargetMode="External"/><Relationship Id="rId5" Type="http://schemas.openxmlformats.org/officeDocument/2006/relationships/image" Target="../media/image23.png"/><Relationship Id="rId4" Type="http://schemas.openxmlformats.org/officeDocument/2006/relationships/image" Target="../media/image2.jpe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microsoft.com/office/2007/relationships/media" Target="../media/media4.mp3"/><Relationship Id="rId1" Type="http://schemas.openxmlformats.org/officeDocument/2006/relationships/audio" Target="NULL" TargetMode="External"/><Relationship Id="rId5" Type="http://schemas.openxmlformats.org/officeDocument/2006/relationships/image" Target="../media/image23.png"/><Relationship Id="rId4" Type="http://schemas.openxmlformats.org/officeDocument/2006/relationships/image" Target="../media/image2.jpe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microsoft.com/office/2007/relationships/media" Target="../media/media5.mp3"/><Relationship Id="rId1" Type="http://schemas.openxmlformats.org/officeDocument/2006/relationships/audio" Target="NULL" TargetMode="External"/><Relationship Id="rId5" Type="http://schemas.openxmlformats.org/officeDocument/2006/relationships/image" Target="../media/image23.png"/><Relationship Id="rId4" Type="http://schemas.openxmlformats.org/officeDocument/2006/relationships/image" Target="../media/image2.jpe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microsoft.com/office/2007/relationships/media" Target="../media/media5.mp3"/><Relationship Id="rId1" Type="http://schemas.openxmlformats.org/officeDocument/2006/relationships/audio" Target="NULL" TargetMode="External"/><Relationship Id="rId5" Type="http://schemas.openxmlformats.org/officeDocument/2006/relationships/image" Target="../media/image23.png"/><Relationship Id="rId4" Type="http://schemas.openxmlformats.org/officeDocument/2006/relationships/image" Target="../media/image2.jpe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microsoft.com/office/2007/relationships/media" Target="../media/media5.mp3"/><Relationship Id="rId1" Type="http://schemas.openxmlformats.org/officeDocument/2006/relationships/audio" Target="NULL" TargetMode="External"/><Relationship Id="rId5" Type="http://schemas.openxmlformats.org/officeDocument/2006/relationships/image" Target="../media/image23.png"/><Relationship Id="rId4" Type="http://schemas.openxmlformats.org/officeDocument/2006/relationships/image" Target="../media/image2.jpe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microsoft.com/office/2007/relationships/media" Target="../media/media5.mp3"/><Relationship Id="rId1" Type="http://schemas.openxmlformats.org/officeDocument/2006/relationships/audio" Target="NULL" TargetMode="External"/><Relationship Id="rId5" Type="http://schemas.openxmlformats.org/officeDocument/2006/relationships/image" Target="../media/image23.png"/><Relationship Id="rId4" Type="http://schemas.openxmlformats.org/officeDocument/2006/relationships/image" Target="../media/image2.jpe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microsoft.com/office/2007/relationships/media" Target="../media/media5.mp3"/><Relationship Id="rId1" Type="http://schemas.openxmlformats.org/officeDocument/2006/relationships/audio" Target="NULL" TargetMode="External"/><Relationship Id="rId5" Type="http://schemas.openxmlformats.org/officeDocument/2006/relationships/image" Target="../media/image23.png"/><Relationship Id="rId4" Type="http://schemas.openxmlformats.org/officeDocument/2006/relationships/image" Target="../media/image2.jpeg"/></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microsoft.com/office/2007/relationships/media" Target="../media/media6.mp3"/><Relationship Id="rId1" Type="http://schemas.openxmlformats.org/officeDocument/2006/relationships/audio" Target="NULL" TargetMode="External"/><Relationship Id="rId5" Type="http://schemas.openxmlformats.org/officeDocument/2006/relationships/image" Target="../media/image23.png"/><Relationship Id="rId4" Type="http://schemas.openxmlformats.org/officeDocument/2006/relationships/image" Target="../media/image2.jpe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microsoft.com/office/2007/relationships/media" Target="../media/media6.mp3"/><Relationship Id="rId1" Type="http://schemas.openxmlformats.org/officeDocument/2006/relationships/audio" Target="NULL" TargetMode="External"/><Relationship Id="rId5" Type="http://schemas.openxmlformats.org/officeDocument/2006/relationships/image" Target="../media/image23.png"/><Relationship Id="rId4" Type="http://schemas.openxmlformats.org/officeDocument/2006/relationships/image" Target="../media/image2.jpe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microsoft.com/office/2007/relationships/media" Target="../media/media6.mp3"/><Relationship Id="rId1" Type="http://schemas.openxmlformats.org/officeDocument/2006/relationships/audio" Target="NULL" TargetMode="External"/><Relationship Id="rId5" Type="http://schemas.openxmlformats.org/officeDocument/2006/relationships/image" Target="../media/image23.png"/><Relationship Id="rId4" Type="http://schemas.openxmlformats.org/officeDocument/2006/relationships/image" Target="../media/image2.jpe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microsoft.com/office/2007/relationships/media" Target="../media/media7.mp3"/><Relationship Id="rId1" Type="http://schemas.openxmlformats.org/officeDocument/2006/relationships/audio" Target="NULL" TargetMode="External"/><Relationship Id="rId5" Type="http://schemas.openxmlformats.org/officeDocument/2006/relationships/image" Target="../media/image23.png"/><Relationship Id="rId4" Type="http://schemas.openxmlformats.org/officeDocument/2006/relationships/image" Target="../media/image2.jpe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microsoft.com/office/2007/relationships/media" Target="../media/media7.mp3"/><Relationship Id="rId1" Type="http://schemas.openxmlformats.org/officeDocument/2006/relationships/audio" Target="NULL" TargetMode="External"/><Relationship Id="rId5" Type="http://schemas.openxmlformats.org/officeDocument/2006/relationships/image" Target="../media/image23.png"/><Relationship Id="rId4" Type="http://schemas.openxmlformats.org/officeDocument/2006/relationships/image" Target="../media/image2.jpeg"/></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microsoft.com/office/2007/relationships/media" Target="../media/media7.mp3"/><Relationship Id="rId1" Type="http://schemas.openxmlformats.org/officeDocument/2006/relationships/audio" Target="NULL" TargetMode="External"/><Relationship Id="rId5" Type="http://schemas.openxmlformats.org/officeDocument/2006/relationships/image" Target="../media/image23.png"/><Relationship Id="rId4" Type="http://schemas.openxmlformats.org/officeDocument/2006/relationships/image" Target="../media/image2.jpeg"/></Relationships>
</file>

<file path=ppt/slides/_rels/slide4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62.xml"/><Relationship Id="rId6" Type="http://schemas.openxmlformats.org/officeDocument/2006/relationships/image" Target="../media/image12.svg"/><Relationship Id="rId5" Type="http://schemas.openxmlformats.org/officeDocument/2006/relationships/image" Target="../media/image18.png"/><Relationship Id="rId4" Type="http://schemas.openxmlformats.org/officeDocument/2006/relationships/image" Target="../media/image15.png"/></Relationships>
</file>

<file path=ppt/slides/_rels/slide4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62.xml"/><Relationship Id="rId6" Type="http://schemas.openxmlformats.org/officeDocument/2006/relationships/image" Target="../media/image12.svg"/><Relationship Id="rId5" Type="http://schemas.openxmlformats.org/officeDocument/2006/relationships/image" Target="../media/image18.png"/><Relationship Id="rId4" Type="http://schemas.openxmlformats.org/officeDocument/2006/relationships/image" Target="../media/image15.png"/></Relationships>
</file>

<file path=ppt/slides/_rels/slide4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62.xml"/><Relationship Id="rId6" Type="http://schemas.openxmlformats.org/officeDocument/2006/relationships/image" Target="../media/image12.svg"/><Relationship Id="rId5" Type="http://schemas.openxmlformats.org/officeDocument/2006/relationships/image" Target="../media/image18.png"/><Relationship Id="rId4" Type="http://schemas.openxmlformats.org/officeDocument/2006/relationships/image" Target="../media/image15.png"/></Relationships>
</file>

<file path=ppt/slides/_rels/slide5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62.xml"/><Relationship Id="rId6" Type="http://schemas.openxmlformats.org/officeDocument/2006/relationships/image" Target="../media/image12.svg"/><Relationship Id="rId5" Type="http://schemas.openxmlformats.org/officeDocument/2006/relationships/image" Target="../media/image18.png"/><Relationship Id="rId4" Type="http://schemas.openxmlformats.org/officeDocument/2006/relationships/image" Target="../media/image15.png"/></Relationships>
</file>

<file path=ppt/slides/_rels/slide51.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image" Target="../media/image17.png"/><Relationship Id="rId1" Type="http://schemas.openxmlformats.org/officeDocument/2006/relationships/slideLayout" Target="../slideLayouts/slideLayout62.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8.png"/><Relationship Id="rId9" Type="http://schemas.openxmlformats.org/officeDocument/2006/relationships/image" Target="../media/image24.jpg"/></Relationships>
</file>

<file path=ppt/slides/_rels/slide5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62.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5.png"/></Relationships>
</file>

<file path=ppt/slides/_rels/slide5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62.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01D9FF-A8B8-4383-B255-9AF4E34F9FE9}"/>
              </a:ext>
            </a:extLst>
          </p:cNvPr>
          <p:cNvSpPr txBox="1"/>
          <p:nvPr/>
        </p:nvSpPr>
        <p:spPr>
          <a:xfrm>
            <a:off x="858982" y="2497976"/>
            <a:ext cx="6567056" cy="1862048"/>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ur-PK" sz="11500" b="0" i="0" u="none" strike="noStrike" kern="1200" cap="none" spc="0" normalizeH="0" baseline="0" noProof="0" dirty="0">
                <a:ln>
                  <a:noFill/>
                </a:ln>
                <a:solidFill>
                  <a:srgbClr val="106861"/>
                </a:solidFill>
                <a:effectLst>
                  <a:outerShdw blurRad="38100" dist="38100" dir="2700000" algn="tl">
                    <a:srgbClr val="000000">
                      <a:alpha val="43137"/>
                    </a:srgbClr>
                  </a:outerShdw>
                </a:effectLst>
                <a:uLnTx/>
                <a:uFillTx/>
                <a:latin typeface="Jameel Noori Nastaleeq" panose="02000503000000020004" pitchFamily="2" charset="-78"/>
                <a:ea typeface="+mn-ea"/>
                <a:cs typeface="Jameel Noori Nastaleeq" panose="02000503000000020004" pitchFamily="2" charset="-78"/>
              </a:rPr>
              <a:t>فہمُ القرآن کورس </a:t>
            </a:r>
            <a:endParaRPr kumimoji="0" lang="en-US" sz="11500" b="0" i="0" u="none" strike="noStrike" kern="1200" cap="none" spc="0" normalizeH="0" baseline="0" noProof="0" dirty="0">
              <a:ln>
                <a:noFill/>
              </a:ln>
              <a:solidFill>
                <a:srgbClr val="106861"/>
              </a:solidFill>
              <a:effectLst>
                <a:outerShdw blurRad="38100" dist="38100" dir="2700000" algn="tl">
                  <a:srgbClr val="000000">
                    <a:alpha val="43137"/>
                  </a:srgbClr>
                </a:outerShdw>
              </a:effectLst>
              <a:uLnTx/>
              <a:uFillTx/>
              <a:latin typeface="Jameel Noori Nastaleeq" panose="02000503000000020004" pitchFamily="2" charset="-78"/>
              <a:ea typeface="+mn-ea"/>
              <a:cs typeface="Jameel Noori Nastaleeq" panose="02000503000000020004" pitchFamily="2" charset="-78"/>
            </a:endParaRPr>
          </a:p>
        </p:txBody>
      </p:sp>
      <p:sp>
        <p:nvSpPr>
          <p:cNvPr id="3" name="TextBox 2">
            <a:extLst>
              <a:ext uri="{FF2B5EF4-FFF2-40B4-BE49-F238E27FC236}">
                <a16:creationId xmlns:a16="http://schemas.microsoft.com/office/drawing/2014/main" id="{4A81C163-7136-4351-BEC6-B5B6F35BF4AA}"/>
              </a:ext>
            </a:extLst>
          </p:cNvPr>
          <p:cNvSpPr txBox="1"/>
          <p:nvPr/>
        </p:nvSpPr>
        <p:spPr>
          <a:xfrm>
            <a:off x="432620" y="5435785"/>
            <a:ext cx="8809702" cy="1107996"/>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ur-PK" sz="6600" b="0" i="0" u="none" strike="noStrike" kern="1200" cap="none" spc="0" normalizeH="0" baseline="0" noProof="0" dirty="0">
                <a:ln>
                  <a:noFill/>
                </a:ln>
                <a:solidFill>
                  <a:srgbClr val="106861"/>
                </a:solidFill>
                <a:effectLst>
                  <a:outerShdw blurRad="38100" dist="38100" dir="2700000" algn="tl">
                    <a:srgbClr val="000000">
                      <a:alpha val="43137"/>
                    </a:srgbClr>
                  </a:outerShdw>
                </a:effectLst>
                <a:uLnTx/>
                <a:uFillTx/>
                <a:latin typeface="Jameel Noori Nastaleeq" panose="02000503000000020004" pitchFamily="2" charset="-78"/>
                <a:ea typeface="+mn-ea"/>
                <a:cs typeface="Jameel Noori Nastaleeq" panose="02000503000000020004" pitchFamily="2" charset="-78"/>
              </a:rPr>
              <a:t>ورچوئل اِنسٹیٹیوٹ آف اِسلامک سائنسز</a:t>
            </a:r>
            <a:endParaRPr kumimoji="0" lang="en-US" sz="6600" b="0" i="0" u="none" strike="noStrike" kern="1200" cap="none" spc="0" normalizeH="0" baseline="0" noProof="0" dirty="0">
              <a:ln>
                <a:noFill/>
              </a:ln>
              <a:solidFill>
                <a:srgbClr val="106861"/>
              </a:solidFill>
              <a:effectLst>
                <a:outerShdw blurRad="38100" dist="38100" dir="2700000" algn="tl">
                  <a:srgbClr val="000000">
                    <a:alpha val="43137"/>
                  </a:srgbClr>
                </a:outerShdw>
              </a:effectLst>
              <a:uLnTx/>
              <a:uFillTx/>
              <a:latin typeface="Jameel Noori Nastaleeq" panose="02000503000000020004" pitchFamily="2" charset="-78"/>
              <a:ea typeface="+mn-ea"/>
              <a:cs typeface="Jameel Noori Nastaleeq" panose="02000503000000020004" pitchFamily="2" charset="-78"/>
            </a:endParaRPr>
          </a:p>
        </p:txBody>
      </p:sp>
      <p:sp>
        <p:nvSpPr>
          <p:cNvPr id="4" name="TextBox 3">
            <a:extLst>
              <a:ext uri="{FF2B5EF4-FFF2-40B4-BE49-F238E27FC236}">
                <a16:creationId xmlns:a16="http://schemas.microsoft.com/office/drawing/2014/main" id="{CABD0CD3-352F-48F5-BD59-12B6229FFDBB}"/>
              </a:ext>
            </a:extLst>
          </p:cNvPr>
          <p:cNvSpPr txBox="1"/>
          <p:nvPr/>
        </p:nvSpPr>
        <p:spPr>
          <a:xfrm>
            <a:off x="179801" y="468828"/>
            <a:ext cx="8761160" cy="707886"/>
          </a:xfrm>
          <a:prstGeom prst="rect">
            <a:avLst/>
          </a:prstGeom>
          <a:noFill/>
        </p:spPr>
        <p:txBody>
          <a:bodyPr wrap="square" rtlCol="0">
            <a:spAutoFit/>
          </a:bodyPr>
          <a:lstStyle/>
          <a:p>
            <a:pPr marL="0" marR="0" lvl="0" indent="0" algn="ctr" defTabSz="914354" rtl="1" eaLnBrk="1" fontAlgn="auto" latinLnBrk="0" hangingPunct="1">
              <a:lnSpc>
                <a:spcPct val="100000"/>
              </a:lnSpc>
              <a:spcBef>
                <a:spcPts val="0"/>
              </a:spcBef>
              <a:spcAft>
                <a:spcPts val="0"/>
              </a:spcAft>
              <a:buClrTx/>
              <a:buSzTx/>
              <a:buFontTx/>
              <a:buNone/>
              <a:tabLst/>
              <a:defRPr/>
            </a:pPr>
            <a:r>
              <a:rPr kumimoji="0" lang="ur-PK" sz="4000" b="0" i="0" u="none" strike="noStrike" kern="1200" cap="none" spc="0" normalizeH="0" baseline="0" noProof="0" dirty="0">
                <a:ln>
                  <a:noFill/>
                </a:ln>
                <a:solidFill>
                  <a:prstClr val="black"/>
                </a:solidFill>
                <a:effectLst/>
                <a:uLnTx/>
                <a:uFillTx/>
                <a:latin typeface="Jameel Noori Nastaleeq" panose="02000503000000020004" pitchFamily="2" charset="-78"/>
                <a:ea typeface="+mn-ea"/>
                <a:cs typeface="Jameel Noori Nastaleeq" panose="02000503000000020004" pitchFamily="2" charset="-78"/>
              </a:rPr>
              <a:t>ترجمہ کرنے کی صلاحیت پیدا کرنے کے لیے ابتدائی قواعد ترجمہ پر مشتمل</a:t>
            </a:r>
            <a:endParaRPr kumimoji="0" lang="en-PK" sz="4000" b="0" i="0" u="none" strike="noStrike" kern="1200" cap="none" spc="0" normalizeH="0" baseline="0" noProof="0" dirty="0">
              <a:ln>
                <a:noFill/>
              </a:ln>
              <a:solidFill>
                <a:prstClr val="black"/>
              </a:solidFill>
              <a:effectLst/>
              <a:uLnTx/>
              <a:uFillTx/>
              <a:latin typeface="Jameel Noori Nastaleeq" panose="02000503000000020004" pitchFamily="2" charset="-78"/>
              <a:ea typeface="+mn-ea"/>
              <a:cs typeface="Jameel Noori Nastaleeq" panose="02000503000000020004" pitchFamily="2" charset="-78"/>
            </a:endParaRPr>
          </a:p>
        </p:txBody>
      </p:sp>
    </p:spTree>
    <p:extLst>
      <p:ext uri="{BB962C8B-B14F-4D97-AF65-F5344CB8AC3E}">
        <p14:creationId xmlns:p14="http://schemas.microsoft.com/office/powerpoint/2010/main" val="701441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2192000" cy="4271881"/>
            <a:chOff x="0" y="0"/>
            <a:chExt cx="4899365" cy="1687657"/>
          </a:xfrm>
        </p:grpSpPr>
        <p:sp>
          <p:nvSpPr>
            <p:cNvPr id="3" name="Freeform 3"/>
            <p:cNvSpPr/>
            <p:nvPr/>
          </p:nvSpPr>
          <p:spPr>
            <a:xfrm>
              <a:off x="0" y="0"/>
              <a:ext cx="4899365" cy="1687657"/>
            </a:xfrm>
            <a:custGeom>
              <a:avLst/>
              <a:gdLst/>
              <a:ahLst/>
              <a:cxnLst/>
              <a:rect l="l" t="t" r="r" b="b"/>
              <a:pathLst>
                <a:path w="4899365" h="1687657">
                  <a:moveTo>
                    <a:pt x="0" y="0"/>
                  </a:moveTo>
                  <a:lnTo>
                    <a:pt x="4899365" y="0"/>
                  </a:lnTo>
                  <a:lnTo>
                    <a:pt x="4899365" y="1687657"/>
                  </a:lnTo>
                  <a:lnTo>
                    <a:pt x="0" y="1687657"/>
                  </a:lnTo>
                  <a:close/>
                </a:path>
              </a:pathLst>
            </a:custGeom>
            <a:solidFill>
              <a:srgbClr val="106861"/>
            </a:solidFill>
            <a:ln cap="sq">
              <a:noFill/>
              <a:prstDash val="solid"/>
              <a:miter/>
            </a:ln>
          </p:spPr>
        </p:sp>
        <p:sp>
          <p:nvSpPr>
            <p:cNvPr id="4" name="TextBox 4"/>
            <p:cNvSpPr txBox="1"/>
            <p:nvPr/>
          </p:nvSpPr>
          <p:spPr>
            <a:xfrm>
              <a:off x="0" y="-38100"/>
              <a:ext cx="4899365" cy="1725757"/>
            </a:xfrm>
            <a:prstGeom prst="rect">
              <a:avLst/>
            </a:prstGeom>
          </p:spPr>
          <p:txBody>
            <a:bodyPr lIns="33867" tIns="33867" rIns="33867" bIns="33867" rtlCol="0" anchor="ctr"/>
            <a:lstStyle/>
            <a:p>
              <a:pPr marL="0" marR="0" lvl="0" indent="0" algn="ctr" defTabSz="609630" rtl="0" eaLnBrk="1" fontAlgn="auto" latinLnBrk="0" hangingPunct="1">
                <a:lnSpc>
                  <a:spcPts val="2023"/>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sp>
        <p:nvSpPr>
          <p:cNvPr id="8" name="Freeform 8"/>
          <p:cNvSpPr/>
          <p:nvPr/>
        </p:nvSpPr>
        <p:spPr>
          <a:xfrm>
            <a:off x="760312" y="5866344"/>
            <a:ext cx="2425341" cy="305857"/>
          </a:xfrm>
          <a:custGeom>
            <a:avLst/>
            <a:gdLst/>
            <a:ahLst/>
            <a:cxnLst/>
            <a:rect l="l" t="t" r="r" b="b"/>
            <a:pathLst>
              <a:path w="3638011" h="458785">
                <a:moveTo>
                  <a:pt x="0" y="0"/>
                </a:moveTo>
                <a:lnTo>
                  <a:pt x="3638011" y="0"/>
                </a:lnTo>
                <a:lnTo>
                  <a:pt x="3638011" y="458785"/>
                </a:lnTo>
                <a:lnTo>
                  <a:pt x="0" y="458785"/>
                </a:lnTo>
                <a:lnTo>
                  <a:pt x="0" y="0"/>
                </a:lnTo>
                <a:close/>
              </a:path>
            </a:pathLst>
          </a:custGeom>
          <a:blipFill>
            <a:blip r:embed="rId2">
              <a:alphaModFix amt="67000"/>
            </a:blip>
            <a:stretch>
              <a:fillRect t="-56610"/>
            </a:stretch>
          </a:blipFill>
        </p:spPr>
      </p:sp>
      <p:sp>
        <p:nvSpPr>
          <p:cNvPr id="9" name="Freeform 9"/>
          <p:cNvSpPr/>
          <p:nvPr/>
        </p:nvSpPr>
        <p:spPr>
          <a:xfrm>
            <a:off x="3530732" y="5866344"/>
            <a:ext cx="2373322" cy="299297"/>
          </a:xfrm>
          <a:custGeom>
            <a:avLst/>
            <a:gdLst/>
            <a:ahLst/>
            <a:cxnLst/>
            <a:rect l="l" t="t" r="r" b="b"/>
            <a:pathLst>
              <a:path w="3638011" h="458785">
                <a:moveTo>
                  <a:pt x="0" y="0"/>
                </a:moveTo>
                <a:lnTo>
                  <a:pt x="3638010" y="0"/>
                </a:lnTo>
                <a:lnTo>
                  <a:pt x="3638010" y="458785"/>
                </a:lnTo>
                <a:lnTo>
                  <a:pt x="0" y="458785"/>
                </a:lnTo>
                <a:lnTo>
                  <a:pt x="0" y="0"/>
                </a:lnTo>
                <a:close/>
              </a:path>
            </a:pathLst>
          </a:custGeom>
          <a:blipFill>
            <a:blip r:embed="rId2">
              <a:alphaModFix amt="67000"/>
            </a:blip>
            <a:stretch>
              <a:fillRect t="-56610"/>
            </a:stretch>
          </a:blipFill>
        </p:spPr>
      </p:sp>
      <p:sp>
        <p:nvSpPr>
          <p:cNvPr id="10" name="Freeform 10"/>
          <p:cNvSpPr/>
          <p:nvPr/>
        </p:nvSpPr>
        <p:spPr>
          <a:xfrm>
            <a:off x="6367442" y="5866344"/>
            <a:ext cx="2379844" cy="299297"/>
          </a:xfrm>
          <a:custGeom>
            <a:avLst/>
            <a:gdLst/>
            <a:ahLst/>
            <a:cxnLst/>
            <a:rect l="l" t="t" r="r" b="b"/>
            <a:pathLst>
              <a:path w="3638011" h="458785">
                <a:moveTo>
                  <a:pt x="0" y="0"/>
                </a:moveTo>
                <a:lnTo>
                  <a:pt x="3638011" y="0"/>
                </a:lnTo>
                <a:lnTo>
                  <a:pt x="3638011" y="458785"/>
                </a:lnTo>
                <a:lnTo>
                  <a:pt x="0" y="458785"/>
                </a:lnTo>
                <a:lnTo>
                  <a:pt x="0" y="0"/>
                </a:lnTo>
                <a:close/>
              </a:path>
            </a:pathLst>
          </a:custGeom>
          <a:blipFill>
            <a:blip r:embed="rId2">
              <a:alphaModFix amt="67000"/>
            </a:blip>
            <a:stretch>
              <a:fillRect t="-56610"/>
            </a:stretch>
          </a:blipFill>
        </p:spPr>
      </p:sp>
      <p:sp>
        <p:nvSpPr>
          <p:cNvPr id="11" name="Freeform 11"/>
          <p:cNvSpPr/>
          <p:nvPr/>
        </p:nvSpPr>
        <p:spPr>
          <a:xfrm>
            <a:off x="9197448" y="5823586"/>
            <a:ext cx="2425341" cy="305857"/>
          </a:xfrm>
          <a:custGeom>
            <a:avLst/>
            <a:gdLst/>
            <a:ahLst/>
            <a:cxnLst/>
            <a:rect l="l" t="t" r="r" b="b"/>
            <a:pathLst>
              <a:path w="3638011" h="458785">
                <a:moveTo>
                  <a:pt x="0" y="0"/>
                </a:moveTo>
                <a:lnTo>
                  <a:pt x="3638010" y="0"/>
                </a:lnTo>
                <a:lnTo>
                  <a:pt x="3638010" y="458785"/>
                </a:lnTo>
                <a:lnTo>
                  <a:pt x="0" y="458785"/>
                </a:lnTo>
                <a:lnTo>
                  <a:pt x="0" y="0"/>
                </a:lnTo>
                <a:close/>
              </a:path>
            </a:pathLst>
          </a:custGeom>
          <a:blipFill>
            <a:blip r:embed="rId2">
              <a:alphaModFix amt="67000"/>
            </a:blip>
            <a:stretch>
              <a:fillRect t="-56610"/>
            </a:stretch>
          </a:blipFill>
        </p:spPr>
      </p:sp>
      <p:grpSp>
        <p:nvGrpSpPr>
          <p:cNvPr id="12" name="Group 12"/>
          <p:cNvGrpSpPr/>
          <p:nvPr/>
        </p:nvGrpSpPr>
        <p:grpSpPr>
          <a:xfrm>
            <a:off x="9152997" y="1770564"/>
            <a:ext cx="2651760" cy="4096512"/>
            <a:chOff x="0" y="0"/>
            <a:chExt cx="1438367" cy="2206879"/>
          </a:xfrm>
        </p:grpSpPr>
        <p:sp>
          <p:nvSpPr>
            <p:cNvPr id="13" name="Freeform 13"/>
            <p:cNvSpPr/>
            <p:nvPr/>
          </p:nvSpPr>
          <p:spPr>
            <a:xfrm>
              <a:off x="0" y="0"/>
              <a:ext cx="1438367" cy="2206878"/>
            </a:xfrm>
            <a:custGeom>
              <a:avLst/>
              <a:gdLst/>
              <a:ahLst/>
              <a:cxnLst/>
              <a:rect l="l" t="t" r="r" b="b"/>
              <a:pathLst>
                <a:path w="1438367" h="2206878">
                  <a:moveTo>
                    <a:pt x="58651" y="0"/>
                  </a:moveTo>
                  <a:lnTo>
                    <a:pt x="1379716" y="0"/>
                  </a:lnTo>
                  <a:cubicBezTo>
                    <a:pt x="1395271" y="0"/>
                    <a:pt x="1410189" y="6179"/>
                    <a:pt x="1421188" y="17178"/>
                  </a:cubicBezTo>
                  <a:cubicBezTo>
                    <a:pt x="1432188" y="28178"/>
                    <a:pt x="1438367" y="43096"/>
                    <a:pt x="1438367" y="58651"/>
                  </a:cubicBezTo>
                  <a:lnTo>
                    <a:pt x="1438367" y="2148227"/>
                  </a:lnTo>
                  <a:cubicBezTo>
                    <a:pt x="1438367" y="2180620"/>
                    <a:pt x="1412108" y="2206878"/>
                    <a:pt x="1379716" y="2206878"/>
                  </a:cubicBezTo>
                  <a:lnTo>
                    <a:pt x="58651" y="2206878"/>
                  </a:lnTo>
                  <a:cubicBezTo>
                    <a:pt x="26259" y="2206878"/>
                    <a:pt x="0" y="2180620"/>
                    <a:pt x="0" y="2148227"/>
                  </a:cubicBezTo>
                  <a:lnTo>
                    <a:pt x="0" y="58651"/>
                  </a:lnTo>
                  <a:cubicBezTo>
                    <a:pt x="0" y="26259"/>
                    <a:pt x="26259" y="0"/>
                    <a:pt x="58651" y="0"/>
                  </a:cubicBezTo>
                  <a:close/>
                </a:path>
              </a:pathLst>
            </a:custGeom>
            <a:solidFill>
              <a:srgbClr val="FFFFFF"/>
            </a:solidFill>
            <a:ln w="47625" cap="rnd">
              <a:solidFill>
                <a:srgbClr val="AEEA00"/>
              </a:solidFill>
              <a:prstDash val="solid"/>
              <a:round/>
            </a:ln>
          </p:spPr>
        </p:sp>
        <p:sp>
          <p:nvSpPr>
            <p:cNvPr id="14" name="TextBox 14"/>
            <p:cNvSpPr txBox="1"/>
            <p:nvPr/>
          </p:nvSpPr>
          <p:spPr>
            <a:xfrm>
              <a:off x="0" y="-38100"/>
              <a:ext cx="1438367" cy="2244979"/>
            </a:xfrm>
            <a:prstGeom prst="rect">
              <a:avLst/>
            </a:prstGeom>
          </p:spPr>
          <p:txBody>
            <a:bodyPr lIns="33867" tIns="33867" rIns="33867" bIns="33867" rtlCol="0" anchor="ctr"/>
            <a:lstStyle/>
            <a:p>
              <a:pPr marL="0" marR="0" lvl="0" indent="0" algn="ctr" defTabSz="609630" rtl="0" eaLnBrk="1" fontAlgn="auto" latinLnBrk="0" hangingPunct="1">
                <a:lnSpc>
                  <a:spcPts val="1837"/>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5" name="Group 15"/>
          <p:cNvGrpSpPr/>
          <p:nvPr/>
        </p:nvGrpSpPr>
        <p:grpSpPr>
          <a:xfrm>
            <a:off x="9329916" y="1968288"/>
            <a:ext cx="2300259" cy="2300259"/>
            <a:chOff x="0" y="0"/>
            <a:chExt cx="6350000" cy="6350000"/>
          </a:xfrm>
        </p:grpSpPr>
        <p:sp>
          <p:nvSpPr>
            <p:cNvPr id="16" name="Freeform 16"/>
            <p:cNvSpPr/>
            <p:nvPr/>
          </p:nvSpPr>
          <p:spPr>
            <a:xfrm>
              <a:off x="0" y="0"/>
              <a:ext cx="6350000" cy="6351270"/>
            </a:xfrm>
            <a:custGeom>
              <a:avLst/>
              <a:gdLst/>
              <a:ahLst/>
              <a:cxnLst/>
              <a:rect l="l" t="t" r="r" b="b"/>
              <a:pathLst>
                <a:path w="6350000" h="6351270">
                  <a:moveTo>
                    <a:pt x="0" y="5955030"/>
                  </a:moveTo>
                  <a:lnTo>
                    <a:pt x="0" y="394970"/>
                  </a:lnTo>
                  <a:cubicBezTo>
                    <a:pt x="0" y="176530"/>
                    <a:pt x="176530" y="0"/>
                    <a:pt x="394970" y="0"/>
                  </a:cubicBezTo>
                  <a:lnTo>
                    <a:pt x="5956300" y="0"/>
                  </a:lnTo>
                  <a:cubicBezTo>
                    <a:pt x="6173470" y="0"/>
                    <a:pt x="6350000" y="176530"/>
                    <a:pt x="6350000" y="394970"/>
                  </a:cubicBezTo>
                  <a:lnTo>
                    <a:pt x="6350000" y="5956300"/>
                  </a:lnTo>
                  <a:cubicBezTo>
                    <a:pt x="6350000" y="6174740"/>
                    <a:pt x="6173470" y="6351270"/>
                    <a:pt x="5955030" y="6351270"/>
                  </a:cubicBezTo>
                  <a:lnTo>
                    <a:pt x="394970" y="6351270"/>
                  </a:lnTo>
                  <a:cubicBezTo>
                    <a:pt x="176530" y="6350000"/>
                    <a:pt x="0" y="6173470"/>
                    <a:pt x="0" y="5955030"/>
                  </a:cubicBezTo>
                  <a:close/>
                </a:path>
              </a:pathLst>
            </a:custGeom>
            <a:blipFill>
              <a:blip r:embed="rId3"/>
              <a:stretch>
                <a:fillRect b="-47511"/>
              </a:stretch>
            </a:blipFill>
          </p:spPr>
        </p:sp>
      </p:grpSp>
      <p:sp>
        <p:nvSpPr>
          <p:cNvPr id="18" name="Freeform 18"/>
          <p:cNvSpPr/>
          <p:nvPr/>
        </p:nvSpPr>
        <p:spPr>
          <a:xfrm>
            <a:off x="9541455" y="4124617"/>
            <a:ext cx="1951079" cy="417837"/>
          </a:xfrm>
          <a:custGeom>
            <a:avLst/>
            <a:gdLst/>
            <a:ahLst/>
            <a:cxnLst/>
            <a:rect l="l" t="t" r="r" b="b"/>
            <a:pathLst>
              <a:path w="2222990" h="476068">
                <a:moveTo>
                  <a:pt x="108459" y="0"/>
                </a:moveTo>
                <a:lnTo>
                  <a:pt x="2114531" y="0"/>
                </a:lnTo>
                <a:cubicBezTo>
                  <a:pt x="2143296" y="0"/>
                  <a:pt x="2170883" y="11427"/>
                  <a:pt x="2191223" y="31767"/>
                </a:cubicBezTo>
                <a:cubicBezTo>
                  <a:pt x="2211563" y="52107"/>
                  <a:pt x="2222990" y="79694"/>
                  <a:pt x="2222990" y="108459"/>
                </a:cubicBezTo>
                <a:lnTo>
                  <a:pt x="2222990" y="367609"/>
                </a:lnTo>
                <a:cubicBezTo>
                  <a:pt x="2222990" y="396374"/>
                  <a:pt x="2211563" y="423961"/>
                  <a:pt x="2191223" y="444301"/>
                </a:cubicBezTo>
                <a:cubicBezTo>
                  <a:pt x="2170883" y="464641"/>
                  <a:pt x="2143296" y="476068"/>
                  <a:pt x="2114531" y="476068"/>
                </a:cubicBezTo>
                <a:lnTo>
                  <a:pt x="108459" y="476068"/>
                </a:lnTo>
                <a:cubicBezTo>
                  <a:pt x="79694" y="476068"/>
                  <a:pt x="52107" y="464641"/>
                  <a:pt x="31767" y="444301"/>
                </a:cubicBezTo>
                <a:cubicBezTo>
                  <a:pt x="11427" y="423961"/>
                  <a:pt x="0" y="396374"/>
                  <a:pt x="0" y="367609"/>
                </a:cubicBezTo>
                <a:lnTo>
                  <a:pt x="0" y="108459"/>
                </a:lnTo>
                <a:cubicBezTo>
                  <a:pt x="0" y="79694"/>
                  <a:pt x="11427" y="52107"/>
                  <a:pt x="31767" y="31767"/>
                </a:cubicBezTo>
                <a:cubicBezTo>
                  <a:pt x="52107" y="11427"/>
                  <a:pt x="79694" y="0"/>
                  <a:pt x="108459" y="0"/>
                </a:cubicBezTo>
                <a:close/>
              </a:path>
            </a:pathLst>
          </a:custGeom>
          <a:solidFill>
            <a:srgbClr val="106861"/>
          </a:solidFill>
          <a:ln cap="rnd">
            <a:solidFill>
              <a:schemeClr val="bg1"/>
            </a:solidFill>
            <a:prstDash val="solid"/>
            <a:round/>
          </a:ln>
        </p:spPr>
      </p:sp>
      <p:grpSp>
        <p:nvGrpSpPr>
          <p:cNvPr id="23" name="Group 23"/>
          <p:cNvGrpSpPr/>
          <p:nvPr/>
        </p:nvGrpSpPr>
        <p:grpSpPr>
          <a:xfrm>
            <a:off x="6216114" y="1770564"/>
            <a:ext cx="2651760" cy="4095777"/>
            <a:chOff x="0" y="0"/>
            <a:chExt cx="1438367" cy="2206879"/>
          </a:xfrm>
        </p:grpSpPr>
        <p:sp>
          <p:nvSpPr>
            <p:cNvPr id="24" name="Freeform 24"/>
            <p:cNvSpPr/>
            <p:nvPr/>
          </p:nvSpPr>
          <p:spPr>
            <a:xfrm>
              <a:off x="0" y="0"/>
              <a:ext cx="1438367" cy="2206878"/>
            </a:xfrm>
            <a:custGeom>
              <a:avLst/>
              <a:gdLst/>
              <a:ahLst/>
              <a:cxnLst/>
              <a:rect l="l" t="t" r="r" b="b"/>
              <a:pathLst>
                <a:path w="1438367" h="2206878">
                  <a:moveTo>
                    <a:pt x="58651" y="0"/>
                  </a:moveTo>
                  <a:lnTo>
                    <a:pt x="1379716" y="0"/>
                  </a:lnTo>
                  <a:cubicBezTo>
                    <a:pt x="1395271" y="0"/>
                    <a:pt x="1410189" y="6179"/>
                    <a:pt x="1421188" y="17178"/>
                  </a:cubicBezTo>
                  <a:cubicBezTo>
                    <a:pt x="1432188" y="28178"/>
                    <a:pt x="1438367" y="43096"/>
                    <a:pt x="1438367" y="58651"/>
                  </a:cubicBezTo>
                  <a:lnTo>
                    <a:pt x="1438367" y="2148227"/>
                  </a:lnTo>
                  <a:cubicBezTo>
                    <a:pt x="1438367" y="2180620"/>
                    <a:pt x="1412108" y="2206878"/>
                    <a:pt x="1379716" y="2206878"/>
                  </a:cubicBezTo>
                  <a:lnTo>
                    <a:pt x="58651" y="2206878"/>
                  </a:lnTo>
                  <a:cubicBezTo>
                    <a:pt x="26259" y="2206878"/>
                    <a:pt x="0" y="2180620"/>
                    <a:pt x="0" y="2148227"/>
                  </a:cubicBezTo>
                  <a:lnTo>
                    <a:pt x="0" y="58651"/>
                  </a:lnTo>
                  <a:cubicBezTo>
                    <a:pt x="0" y="26259"/>
                    <a:pt x="26259" y="0"/>
                    <a:pt x="58651" y="0"/>
                  </a:cubicBezTo>
                  <a:close/>
                </a:path>
              </a:pathLst>
            </a:custGeom>
            <a:solidFill>
              <a:srgbClr val="FFFFFF"/>
            </a:solidFill>
            <a:ln w="47625" cap="rnd">
              <a:solidFill>
                <a:srgbClr val="AEEA00"/>
              </a:solidFill>
              <a:prstDash val="solid"/>
              <a:round/>
            </a:ln>
          </p:spPr>
        </p:sp>
        <p:sp>
          <p:nvSpPr>
            <p:cNvPr id="25" name="TextBox 25"/>
            <p:cNvSpPr txBox="1"/>
            <p:nvPr/>
          </p:nvSpPr>
          <p:spPr>
            <a:xfrm>
              <a:off x="0" y="-38100"/>
              <a:ext cx="1438367" cy="2244979"/>
            </a:xfrm>
            <a:prstGeom prst="rect">
              <a:avLst/>
            </a:prstGeom>
          </p:spPr>
          <p:txBody>
            <a:bodyPr lIns="33867" tIns="33867" rIns="33867" bIns="33867" rtlCol="0" anchor="ctr"/>
            <a:lstStyle/>
            <a:p>
              <a:pPr marL="0" marR="0" lvl="0" indent="0" algn="ctr" defTabSz="609630" rtl="0" eaLnBrk="1" fontAlgn="auto" latinLnBrk="0" hangingPunct="1">
                <a:lnSpc>
                  <a:spcPts val="1837"/>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6" name="Group 26"/>
          <p:cNvGrpSpPr/>
          <p:nvPr/>
        </p:nvGrpSpPr>
        <p:grpSpPr>
          <a:xfrm>
            <a:off x="6408153" y="1959750"/>
            <a:ext cx="2257108" cy="2250924"/>
            <a:chOff x="0" y="0"/>
            <a:chExt cx="6350000" cy="6350000"/>
          </a:xfrm>
        </p:grpSpPr>
        <p:sp>
          <p:nvSpPr>
            <p:cNvPr id="27" name="Freeform 27"/>
            <p:cNvSpPr/>
            <p:nvPr/>
          </p:nvSpPr>
          <p:spPr>
            <a:xfrm>
              <a:off x="0" y="0"/>
              <a:ext cx="6350000" cy="6351270"/>
            </a:xfrm>
            <a:custGeom>
              <a:avLst/>
              <a:gdLst/>
              <a:ahLst/>
              <a:cxnLst/>
              <a:rect l="l" t="t" r="r" b="b"/>
              <a:pathLst>
                <a:path w="6350000" h="6351270">
                  <a:moveTo>
                    <a:pt x="0" y="5955030"/>
                  </a:moveTo>
                  <a:lnTo>
                    <a:pt x="0" y="394970"/>
                  </a:lnTo>
                  <a:cubicBezTo>
                    <a:pt x="0" y="176530"/>
                    <a:pt x="176530" y="0"/>
                    <a:pt x="394970" y="0"/>
                  </a:cubicBezTo>
                  <a:lnTo>
                    <a:pt x="5956300" y="0"/>
                  </a:lnTo>
                  <a:cubicBezTo>
                    <a:pt x="6173470" y="0"/>
                    <a:pt x="6350000" y="176530"/>
                    <a:pt x="6350000" y="394970"/>
                  </a:cubicBezTo>
                  <a:lnTo>
                    <a:pt x="6350000" y="5956300"/>
                  </a:lnTo>
                  <a:cubicBezTo>
                    <a:pt x="6350000" y="6174740"/>
                    <a:pt x="6173470" y="6351270"/>
                    <a:pt x="5955030" y="6351270"/>
                  </a:cubicBezTo>
                  <a:lnTo>
                    <a:pt x="394970" y="6351270"/>
                  </a:lnTo>
                  <a:cubicBezTo>
                    <a:pt x="176530" y="6350000"/>
                    <a:pt x="0" y="6173470"/>
                    <a:pt x="0" y="5955030"/>
                  </a:cubicBezTo>
                  <a:close/>
                </a:path>
              </a:pathLst>
            </a:custGeom>
            <a:blipFill>
              <a:blip r:embed="rId4"/>
              <a:stretch>
                <a:fillRect l="-38906" r="-38906"/>
              </a:stretch>
            </a:blipFill>
          </p:spPr>
        </p:sp>
      </p:grpSp>
      <p:sp>
        <p:nvSpPr>
          <p:cNvPr id="29" name="Freeform 29"/>
          <p:cNvSpPr/>
          <p:nvPr/>
        </p:nvSpPr>
        <p:spPr>
          <a:xfrm>
            <a:off x="6604572" y="4124617"/>
            <a:ext cx="1914478" cy="408875"/>
          </a:xfrm>
          <a:custGeom>
            <a:avLst/>
            <a:gdLst/>
            <a:ahLst/>
            <a:cxnLst/>
            <a:rect l="l" t="t" r="r" b="b"/>
            <a:pathLst>
              <a:path w="2222990" h="476068">
                <a:moveTo>
                  <a:pt x="108459" y="0"/>
                </a:moveTo>
                <a:lnTo>
                  <a:pt x="2114531" y="0"/>
                </a:lnTo>
                <a:cubicBezTo>
                  <a:pt x="2143296" y="0"/>
                  <a:pt x="2170883" y="11427"/>
                  <a:pt x="2191223" y="31767"/>
                </a:cubicBezTo>
                <a:cubicBezTo>
                  <a:pt x="2211563" y="52107"/>
                  <a:pt x="2222990" y="79694"/>
                  <a:pt x="2222990" y="108459"/>
                </a:cubicBezTo>
                <a:lnTo>
                  <a:pt x="2222990" y="367609"/>
                </a:lnTo>
                <a:cubicBezTo>
                  <a:pt x="2222990" y="396374"/>
                  <a:pt x="2211563" y="423961"/>
                  <a:pt x="2191223" y="444301"/>
                </a:cubicBezTo>
                <a:cubicBezTo>
                  <a:pt x="2170883" y="464641"/>
                  <a:pt x="2143296" y="476068"/>
                  <a:pt x="2114531" y="476068"/>
                </a:cubicBezTo>
                <a:lnTo>
                  <a:pt x="108459" y="476068"/>
                </a:lnTo>
                <a:cubicBezTo>
                  <a:pt x="79694" y="476068"/>
                  <a:pt x="52107" y="464641"/>
                  <a:pt x="31767" y="444301"/>
                </a:cubicBezTo>
                <a:cubicBezTo>
                  <a:pt x="11427" y="423961"/>
                  <a:pt x="0" y="396374"/>
                  <a:pt x="0" y="367609"/>
                </a:cubicBezTo>
                <a:lnTo>
                  <a:pt x="0" y="108459"/>
                </a:lnTo>
                <a:cubicBezTo>
                  <a:pt x="0" y="79694"/>
                  <a:pt x="11427" y="52107"/>
                  <a:pt x="31767" y="31767"/>
                </a:cubicBezTo>
                <a:cubicBezTo>
                  <a:pt x="52107" y="11427"/>
                  <a:pt x="79694" y="0"/>
                  <a:pt x="108459" y="0"/>
                </a:cubicBezTo>
                <a:close/>
              </a:path>
            </a:pathLst>
          </a:custGeom>
          <a:solidFill>
            <a:srgbClr val="106861"/>
          </a:solidFill>
          <a:ln cap="rnd">
            <a:solidFill>
              <a:schemeClr val="bg1"/>
            </a:solidFill>
            <a:prstDash val="solid"/>
            <a:round/>
          </a:ln>
        </p:spPr>
      </p:sp>
      <p:grpSp>
        <p:nvGrpSpPr>
          <p:cNvPr id="31" name="Group 31"/>
          <p:cNvGrpSpPr/>
          <p:nvPr/>
        </p:nvGrpSpPr>
        <p:grpSpPr>
          <a:xfrm>
            <a:off x="3271067" y="1770564"/>
            <a:ext cx="2651760" cy="4095779"/>
            <a:chOff x="0" y="0"/>
            <a:chExt cx="1438367" cy="2206879"/>
          </a:xfrm>
        </p:grpSpPr>
        <p:sp>
          <p:nvSpPr>
            <p:cNvPr id="32" name="Freeform 32"/>
            <p:cNvSpPr/>
            <p:nvPr/>
          </p:nvSpPr>
          <p:spPr>
            <a:xfrm>
              <a:off x="0" y="0"/>
              <a:ext cx="1438367" cy="2206878"/>
            </a:xfrm>
            <a:custGeom>
              <a:avLst/>
              <a:gdLst/>
              <a:ahLst/>
              <a:cxnLst/>
              <a:rect l="l" t="t" r="r" b="b"/>
              <a:pathLst>
                <a:path w="1438367" h="2206878">
                  <a:moveTo>
                    <a:pt x="58651" y="0"/>
                  </a:moveTo>
                  <a:lnTo>
                    <a:pt x="1379716" y="0"/>
                  </a:lnTo>
                  <a:cubicBezTo>
                    <a:pt x="1395271" y="0"/>
                    <a:pt x="1410189" y="6179"/>
                    <a:pt x="1421188" y="17178"/>
                  </a:cubicBezTo>
                  <a:cubicBezTo>
                    <a:pt x="1432188" y="28178"/>
                    <a:pt x="1438367" y="43096"/>
                    <a:pt x="1438367" y="58651"/>
                  </a:cubicBezTo>
                  <a:lnTo>
                    <a:pt x="1438367" y="2148227"/>
                  </a:lnTo>
                  <a:cubicBezTo>
                    <a:pt x="1438367" y="2180620"/>
                    <a:pt x="1412108" y="2206878"/>
                    <a:pt x="1379716" y="2206878"/>
                  </a:cubicBezTo>
                  <a:lnTo>
                    <a:pt x="58651" y="2206878"/>
                  </a:lnTo>
                  <a:cubicBezTo>
                    <a:pt x="26259" y="2206878"/>
                    <a:pt x="0" y="2180620"/>
                    <a:pt x="0" y="2148227"/>
                  </a:cubicBezTo>
                  <a:lnTo>
                    <a:pt x="0" y="58651"/>
                  </a:lnTo>
                  <a:cubicBezTo>
                    <a:pt x="0" y="26259"/>
                    <a:pt x="26259" y="0"/>
                    <a:pt x="58651" y="0"/>
                  </a:cubicBezTo>
                  <a:close/>
                </a:path>
              </a:pathLst>
            </a:custGeom>
            <a:solidFill>
              <a:srgbClr val="FFFFFF"/>
            </a:solidFill>
            <a:ln w="47625" cap="rnd">
              <a:solidFill>
                <a:srgbClr val="AEEA00"/>
              </a:solidFill>
              <a:prstDash val="solid"/>
              <a:round/>
            </a:ln>
          </p:spPr>
        </p:sp>
        <p:sp>
          <p:nvSpPr>
            <p:cNvPr id="33" name="TextBox 33"/>
            <p:cNvSpPr txBox="1"/>
            <p:nvPr/>
          </p:nvSpPr>
          <p:spPr>
            <a:xfrm>
              <a:off x="0" y="-38100"/>
              <a:ext cx="1438367" cy="2244979"/>
            </a:xfrm>
            <a:prstGeom prst="rect">
              <a:avLst/>
            </a:prstGeom>
          </p:spPr>
          <p:txBody>
            <a:bodyPr lIns="33867" tIns="33867" rIns="33867" bIns="33867" rtlCol="0" anchor="ctr"/>
            <a:lstStyle/>
            <a:p>
              <a:pPr marL="0" marR="0" lvl="0" indent="0" algn="ctr" defTabSz="609630" rtl="0" eaLnBrk="1" fontAlgn="auto" latinLnBrk="0" hangingPunct="1">
                <a:lnSpc>
                  <a:spcPts val="1837"/>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4" name="Group 34"/>
          <p:cNvGrpSpPr/>
          <p:nvPr/>
        </p:nvGrpSpPr>
        <p:grpSpPr>
          <a:xfrm>
            <a:off x="3463105" y="1959749"/>
            <a:ext cx="2250925" cy="2250925"/>
            <a:chOff x="0" y="0"/>
            <a:chExt cx="6350000" cy="6350000"/>
          </a:xfrm>
        </p:grpSpPr>
        <p:sp>
          <p:nvSpPr>
            <p:cNvPr id="35" name="Freeform 35"/>
            <p:cNvSpPr/>
            <p:nvPr/>
          </p:nvSpPr>
          <p:spPr>
            <a:xfrm>
              <a:off x="0" y="0"/>
              <a:ext cx="6350000" cy="6351270"/>
            </a:xfrm>
            <a:custGeom>
              <a:avLst/>
              <a:gdLst/>
              <a:ahLst/>
              <a:cxnLst/>
              <a:rect l="l" t="t" r="r" b="b"/>
              <a:pathLst>
                <a:path w="6350000" h="6351270">
                  <a:moveTo>
                    <a:pt x="0" y="5955030"/>
                  </a:moveTo>
                  <a:lnTo>
                    <a:pt x="0" y="394970"/>
                  </a:lnTo>
                  <a:cubicBezTo>
                    <a:pt x="0" y="176530"/>
                    <a:pt x="176530" y="0"/>
                    <a:pt x="394970" y="0"/>
                  </a:cubicBezTo>
                  <a:lnTo>
                    <a:pt x="5956300" y="0"/>
                  </a:lnTo>
                  <a:cubicBezTo>
                    <a:pt x="6173470" y="0"/>
                    <a:pt x="6350000" y="176530"/>
                    <a:pt x="6350000" y="394970"/>
                  </a:cubicBezTo>
                  <a:lnTo>
                    <a:pt x="6350000" y="5956300"/>
                  </a:lnTo>
                  <a:cubicBezTo>
                    <a:pt x="6350000" y="6174740"/>
                    <a:pt x="6173470" y="6351270"/>
                    <a:pt x="5955030" y="6351270"/>
                  </a:cubicBezTo>
                  <a:lnTo>
                    <a:pt x="394970" y="6351270"/>
                  </a:lnTo>
                  <a:cubicBezTo>
                    <a:pt x="176530" y="6350000"/>
                    <a:pt x="0" y="6173470"/>
                    <a:pt x="0" y="5955030"/>
                  </a:cubicBezTo>
                  <a:close/>
                </a:path>
              </a:pathLst>
            </a:custGeom>
            <a:blipFill>
              <a:blip r:embed="rId5"/>
              <a:stretch>
                <a:fillRect l="-9" r="-9"/>
              </a:stretch>
            </a:blipFill>
          </p:spPr>
        </p:sp>
      </p:grpSp>
      <p:sp>
        <p:nvSpPr>
          <p:cNvPr id="37" name="Freeform 37"/>
          <p:cNvSpPr/>
          <p:nvPr/>
        </p:nvSpPr>
        <p:spPr>
          <a:xfrm>
            <a:off x="3659526" y="4124618"/>
            <a:ext cx="1909236" cy="408876"/>
          </a:xfrm>
          <a:custGeom>
            <a:avLst/>
            <a:gdLst/>
            <a:ahLst/>
            <a:cxnLst/>
            <a:rect l="l" t="t" r="r" b="b"/>
            <a:pathLst>
              <a:path w="2222990" h="476068">
                <a:moveTo>
                  <a:pt x="108459" y="0"/>
                </a:moveTo>
                <a:lnTo>
                  <a:pt x="2114531" y="0"/>
                </a:lnTo>
                <a:cubicBezTo>
                  <a:pt x="2143296" y="0"/>
                  <a:pt x="2170883" y="11427"/>
                  <a:pt x="2191223" y="31767"/>
                </a:cubicBezTo>
                <a:cubicBezTo>
                  <a:pt x="2211563" y="52107"/>
                  <a:pt x="2222990" y="79694"/>
                  <a:pt x="2222990" y="108459"/>
                </a:cubicBezTo>
                <a:lnTo>
                  <a:pt x="2222990" y="367609"/>
                </a:lnTo>
                <a:cubicBezTo>
                  <a:pt x="2222990" y="396374"/>
                  <a:pt x="2211563" y="423961"/>
                  <a:pt x="2191223" y="444301"/>
                </a:cubicBezTo>
                <a:cubicBezTo>
                  <a:pt x="2170883" y="464641"/>
                  <a:pt x="2143296" y="476068"/>
                  <a:pt x="2114531" y="476068"/>
                </a:cubicBezTo>
                <a:lnTo>
                  <a:pt x="108459" y="476068"/>
                </a:lnTo>
                <a:cubicBezTo>
                  <a:pt x="79694" y="476068"/>
                  <a:pt x="52107" y="464641"/>
                  <a:pt x="31767" y="444301"/>
                </a:cubicBezTo>
                <a:cubicBezTo>
                  <a:pt x="11427" y="423961"/>
                  <a:pt x="0" y="396374"/>
                  <a:pt x="0" y="367609"/>
                </a:cubicBezTo>
                <a:lnTo>
                  <a:pt x="0" y="108459"/>
                </a:lnTo>
                <a:cubicBezTo>
                  <a:pt x="0" y="79694"/>
                  <a:pt x="11427" y="52107"/>
                  <a:pt x="31767" y="31767"/>
                </a:cubicBezTo>
                <a:cubicBezTo>
                  <a:pt x="52107" y="11427"/>
                  <a:pt x="79694" y="0"/>
                  <a:pt x="108459" y="0"/>
                </a:cubicBezTo>
                <a:close/>
              </a:path>
            </a:pathLst>
          </a:custGeom>
          <a:solidFill>
            <a:srgbClr val="106861"/>
          </a:solidFill>
          <a:ln cap="rnd">
            <a:solidFill>
              <a:schemeClr val="bg1"/>
            </a:solidFill>
            <a:prstDash val="solid"/>
            <a:round/>
          </a:ln>
        </p:spPr>
      </p:sp>
      <p:grpSp>
        <p:nvGrpSpPr>
          <p:cNvPr id="39" name="Group 39"/>
          <p:cNvGrpSpPr/>
          <p:nvPr/>
        </p:nvGrpSpPr>
        <p:grpSpPr>
          <a:xfrm>
            <a:off x="335257" y="1770565"/>
            <a:ext cx="2651760" cy="4095780"/>
            <a:chOff x="0" y="0"/>
            <a:chExt cx="1438367" cy="2206879"/>
          </a:xfrm>
        </p:grpSpPr>
        <p:sp>
          <p:nvSpPr>
            <p:cNvPr id="40" name="Freeform 40"/>
            <p:cNvSpPr/>
            <p:nvPr/>
          </p:nvSpPr>
          <p:spPr>
            <a:xfrm>
              <a:off x="0" y="0"/>
              <a:ext cx="1438367" cy="2206878"/>
            </a:xfrm>
            <a:custGeom>
              <a:avLst/>
              <a:gdLst/>
              <a:ahLst/>
              <a:cxnLst/>
              <a:rect l="l" t="t" r="r" b="b"/>
              <a:pathLst>
                <a:path w="1438367" h="2206878">
                  <a:moveTo>
                    <a:pt x="58651" y="0"/>
                  </a:moveTo>
                  <a:lnTo>
                    <a:pt x="1379716" y="0"/>
                  </a:lnTo>
                  <a:cubicBezTo>
                    <a:pt x="1395271" y="0"/>
                    <a:pt x="1410189" y="6179"/>
                    <a:pt x="1421188" y="17178"/>
                  </a:cubicBezTo>
                  <a:cubicBezTo>
                    <a:pt x="1432188" y="28178"/>
                    <a:pt x="1438367" y="43096"/>
                    <a:pt x="1438367" y="58651"/>
                  </a:cubicBezTo>
                  <a:lnTo>
                    <a:pt x="1438367" y="2148227"/>
                  </a:lnTo>
                  <a:cubicBezTo>
                    <a:pt x="1438367" y="2180620"/>
                    <a:pt x="1412108" y="2206878"/>
                    <a:pt x="1379716" y="2206878"/>
                  </a:cubicBezTo>
                  <a:lnTo>
                    <a:pt x="58651" y="2206878"/>
                  </a:lnTo>
                  <a:cubicBezTo>
                    <a:pt x="26259" y="2206878"/>
                    <a:pt x="0" y="2180620"/>
                    <a:pt x="0" y="2148227"/>
                  </a:cubicBezTo>
                  <a:lnTo>
                    <a:pt x="0" y="58651"/>
                  </a:lnTo>
                  <a:cubicBezTo>
                    <a:pt x="0" y="26259"/>
                    <a:pt x="26259" y="0"/>
                    <a:pt x="58651" y="0"/>
                  </a:cubicBezTo>
                  <a:close/>
                </a:path>
              </a:pathLst>
            </a:custGeom>
            <a:solidFill>
              <a:srgbClr val="FFFFFF"/>
            </a:solidFill>
            <a:ln w="47625" cap="rnd">
              <a:solidFill>
                <a:srgbClr val="AEEA00"/>
              </a:solidFill>
              <a:prstDash val="solid"/>
              <a:round/>
            </a:ln>
          </p:spPr>
        </p:sp>
        <p:sp>
          <p:nvSpPr>
            <p:cNvPr id="41" name="TextBox 41"/>
            <p:cNvSpPr txBox="1"/>
            <p:nvPr/>
          </p:nvSpPr>
          <p:spPr>
            <a:xfrm>
              <a:off x="0" y="-38100"/>
              <a:ext cx="1438367" cy="2244979"/>
            </a:xfrm>
            <a:prstGeom prst="rect">
              <a:avLst/>
            </a:prstGeom>
          </p:spPr>
          <p:txBody>
            <a:bodyPr lIns="33867" tIns="33867" rIns="33867" bIns="33867" rtlCol="0" anchor="ctr"/>
            <a:lstStyle/>
            <a:p>
              <a:pPr marL="0" marR="0" lvl="0" indent="0" algn="ctr" defTabSz="609630" rtl="0" eaLnBrk="1" fontAlgn="auto" latinLnBrk="0" hangingPunct="1">
                <a:lnSpc>
                  <a:spcPts val="1837"/>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2" name="Group 42"/>
          <p:cNvGrpSpPr/>
          <p:nvPr/>
        </p:nvGrpSpPr>
        <p:grpSpPr>
          <a:xfrm>
            <a:off x="527296" y="1959750"/>
            <a:ext cx="2250926" cy="2250926"/>
            <a:chOff x="0" y="0"/>
            <a:chExt cx="6350000" cy="6350000"/>
          </a:xfrm>
        </p:grpSpPr>
        <p:sp>
          <p:nvSpPr>
            <p:cNvPr id="43" name="Freeform 43"/>
            <p:cNvSpPr/>
            <p:nvPr/>
          </p:nvSpPr>
          <p:spPr>
            <a:xfrm>
              <a:off x="0" y="0"/>
              <a:ext cx="6350000" cy="6351270"/>
            </a:xfrm>
            <a:custGeom>
              <a:avLst/>
              <a:gdLst/>
              <a:ahLst/>
              <a:cxnLst/>
              <a:rect l="l" t="t" r="r" b="b"/>
              <a:pathLst>
                <a:path w="6350000" h="6351270">
                  <a:moveTo>
                    <a:pt x="0" y="5955030"/>
                  </a:moveTo>
                  <a:lnTo>
                    <a:pt x="0" y="394970"/>
                  </a:lnTo>
                  <a:cubicBezTo>
                    <a:pt x="0" y="176530"/>
                    <a:pt x="176530" y="0"/>
                    <a:pt x="394970" y="0"/>
                  </a:cubicBezTo>
                  <a:lnTo>
                    <a:pt x="5956300" y="0"/>
                  </a:lnTo>
                  <a:cubicBezTo>
                    <a:pt x="6173470" y="0"/>
                    <a:pt x="6350000" y="176530"/>
                    <a:pt x="6350000" y="394970"/>
                  </a:cubicBezTo>
                  <a:lnTo>
                    <a:pt x="6350000" y="5956300"/>
                  </a:lnTo>
                  <a:cubicBezTo>
                    <a:pt x="6350000" y="6174740"/>
                    <a:pt x="6173470" y="6351270"/>
                    <a:pt x="5955030" y="6351270"/>
                  </a:cubicBezTo>
                  <a:lnTo>
                    <a:pt x="394970" y="6351270"/>
                  </a:lnTo>
                  <a:cubicBezTo>
                    <a:pt x="176530" y="6350000"/>
                    <a:pt x="0" y="6173470"/>
                    <a:pt x="0" y="5955030"/>
                  </a:cubicBezTo>
                  <a:close/>
                </a:path>
              </a:pathLst>
            </a:custGeom>
            <a:blipFill>
              <a:blip r:embed="rId6"/>
              <a:stretch>
                <a:fillRect t="-3249" b="-30057"/>
              </a:stretch>
            </a:blipFill>
          </p:spPr>
        </p:sp>
      </p:grpSp>
      <p:sp>
        <p:nvSpPr>
          <p:cNvPr id="45" name="Freeform 45"/>
          <p:cNvSpPr/>
          <p:nvPr/>
        </p:nvSpPr>
        <p:spPr>
          <a:xfrm>
            <a:off x="723715" y="4124618"/>
            <a:ext cx="1909236" cy="408876"/>
          </a:xfrm>
          <a:custGeom>
            <a:avLst/>
            <a:gdLst/>
            <a:ahLst/>
            <a:cxnLst/>
            <a:rect l="l" t="t" r="r" b="b"/>
            <a:pathLst>
              <a:path w="2222990" h="476068">
                <a:moveTo>
                  <a:pt x="108459" y="0"/>
                </a:moveTo>
                <a:lnTo>
                  <a:pt x="2114531" y="0"/>
                </a:lnTo>
                <a:cubicBezTo>
                  <a:pt x="2143296" y="0"/>
                  <a:pt x="2170883" y="11427"/>
                  <a:pt x="2191223" y="31767"/>
                </a:cubicBezTo>
                <a:cubicBezTo>
                  <a:pt x="2211563" y="52107"/>
                  <a:pt x="2222990" y="79694"/>
                  <a:pt x="2222990" y="108459"/>
                </a:cubicBezTo>
                <a:lnTo>
                  <a:pt x="2222990" y="367609"/>
                </a:lnTo>
                <a:cubicBezTo>
                  <a:pt x="2222990" y="396374"/>
                  <a:pt x="2211563" y="423961"/>
                  <a:pt x="2191223" y="444301"/>
                </a:cubicBezTo>
                <a:cubicBezTo>
                  <a:pt x="2170883" y="464641"/>
                  <a:pt x="2143296" y="476068"/>
                  <a:pt x="2114531" y="476068"/>
                </a:cubicBezTo>
                <a:lnTo>
                  <a:pt x="108459" y="476068"/>
                </a:lnTo>
                <a:cubicBezTo>
                  <a:pt x="79694" y="476068"/>
                  <a:pt x="52107" y="464641"/>
                  <a:pt x="31767" y="444301"/>
                </a:cubicBezTo>
                <a:cubicBezTo>
                  <a:pt x="11427" y="423961"/>
                  <a:pt x="0" y="396374"/>
                  <a:pt x="0" y="367609"/>
                </a:cubicBezTo>
                <a:lnTo>
                  <a:pt x="0" y="108459"/>
                </a:lnTo>
                <a:cubicBezTo>
                  <a:pt x="0" y="79694"/>
                  <a:pt x="11427" y="52107"/>
                  <a:pt x="31767" y="31767"/>
                </a:cubicBezTo>
                <a:cubicBezTo>
                  <a:pt x="52107" y="11427"/>
                  <a:pt x="79694" y="0"/>
                  <a:pt x="108459" y="0"/>
                </a:cubicBezTo>
                <a:close/>
              </a:path>
            </a:pathLst>
          </a:custGeom>
          <a:solidFill>
            <a:srgbClr val="106861"/>
          </a:solidFill>
          <a:ln cap="rnd">
            <a:solidFill>
              <a:schemeClr val="bg1"/>
            </a:solidFill>
            <a:prstDash val="solid"/>
            <a:round/>
          </a:ln>
        </p:spPr>
      </p:sp>
      <p:sp>
        <p:nvSpPr>
          <p:cNvPr id="47" name="TextBox 47"/>
          <p:cNvSpPr txBox="1"/>
          <p:nvPr/>
        </p:nvSpPr>
        <p:spPr>
          <a:xfrm>
            <a:off x="9905775" y="495599"/>
            <a:ext cx="2110693" cy="755976"/>
          </a:xfrm>
          <a:prstGeom prst="rect">
            <a:avLst/>
          </a:prstGeom>
        </p:spPr>
        <p:txBody>
          <a:bodyPr wrap="square" lIns="0" tIns="0" rIns="0" bIns="0" rtlCol="0" anchor="t">
            <a:spAutoFit/>
          </a:bodyPr>
          <a:lstStyle/>
          <a:p>
            <a:pPr marL="0" marR="0" lvl="0" indent="0" algn="ctr" defTabSz="609630" rtl="1" eaLnBrk="1" fontAlgn="auto" latinLnBrk="0" hangingPunct="1">
              <a:lnSpc>
                <a:spcPts val="5710"/>
              </a:lnSpc>
              <a:spcBef>
                <a:spcPct val="0"/>
              </a:spcBef>
              <a:spcAft>
                <a:spcPts val="0"/>
              </a:spcAft>
              <a:buClrTx/>
              <a:buSzTx/>
              <a:buFontTx/>
              <a:buNone/>
              <a:tabLst/>
              <a:defRPr/>
            </a:pPr>
            <a:r>
              <a:rPr kumimoji="0" lang="ur-PK" sz="5400" b="0" i="0" u="none" strike="noStrike" kern="1200" cap="none" spc="0" normalizeH="0" baseline="0" noProof="0" dirty="0">
                <a:ln>
                  <a:noFill/>
                </a:ln>
                <a:solidFill>
                  <a:srgbClr val="FFFFFF"/>
                </a:solidFill>
                <a:effectLst/>
                <a:uLnTx/>
                <a:uFillTx/>
                <a:latin typeface="Jameel Noori Nastaleeq" panose="02000503000000020004" pitchFamily="2" charset="-78"/>
                <a:ea typeface="Open Sauce Bold"/>
                <a:cs typeface="Jameel Noori Nastaleeq" panose="02000503000000020004" pitchFamily="2" charset="-78"/>
                <a:sym typeface="Open Sauce Bold"/>
                <a:rtl/>
              </a:rPr>
              <a:t>آج کا سبق </a:t>
            </a:r>
            <a:endParaRPr kumimoji="0" lang="ar-EG" sz="5400" b="0" i="0" u="none" strike="noStrike" kern="1200" cap="none" spc="0" normalizeH="0" baseline="0" noProof="0" dirty="0">
              <a:ln>
                <a:noFill/>
              </a:ln>
              <a:solidFill>
                <a:srgbClr val="FFFFFF"/>
              </a:solidFill>
              <a:effectLst/>
              <a:uLnTx/>
              <a:uFillTx/>
              <a:latin typeface="Jameel Noori Nastaleeq" panose="02000503000000020004" pitchFamily="2" charset="-78"/>
              <a:ea typeface="Open Sauce Bold"/>
              <a:cs typeface="Jameel Noori Nastaleeq" panose="02000503000000020004" pitchFamily="2" charset="-78"/>
              <a:sym typeface="Open Sauce Bold"/>
              <a:rtl/>
            </a:endParaRPr>
          </a:p>
        </p:txBody>
      </p:sp>
      <p:sp>
        <p:nvSpPr>
          <p:cNvPr id="48" name="TextBox 48"/>
          <p:cNvSpPr txBox="1"/>
          <p:nvPr/>
        </p:nvSpPr>
        <p:spPr>
          <a:xfrm>
            <a:off x="9355688" y="4796311"/>
            <a:ext cx="2322614" cy="803425"/>
          </a:xfrm>
          <a:prstGeom prst="rect">
            <a:avLst/>
          </a:prstGeom>
        </p:spPr>
        <p:txBody>
          <a:bodyPr wrap="square" lIns="0" tIns="0" rIns="0" bIns="0" rtlCol="0" anchor="t">
            <a:spAutoFit/>
          </a:bodyPr>
          <a:lstStyle/>
          <a:p>
            <a:pPr marL="0" marR="0" lvl="0" indent="0" algn="ctr" defTabSz="609630" rtl="1" eaLnBrk="1" fontAlgn="auto" latinLnBrk="0" hangingPunct="1">
              <a:lnSpc>
                <a:spcPts val="3093"/>
              </a:lnSpc>
              <a:spcBef>
                <a:spcPts val="0"/>
              </a:spcBef>
              <a:spcAft>
                <a:spcPts val="0"/>
              </a:spcAft>
              <a:buClrTx/>
              <a:buSzTx/>
              <a:buFontTx/>
              <a:buNone/>
              <a:tabLst/>
              <a:defRPr/>
            </a:pPr>
            <a:r>
              <a:rPr kumimoji="0" lang="ur-PK" sz="2800" b="0" i="0" u="none" strike="noStrike" kern="1200" cap="none" spc="0" normalizeH="0" baseline="0" noProof="0" dirty="0">
                <a:ln>
                  <a:noFill/>
                </a:ln>
                <a:solidFill>
                  <a:srgbClr val="343432"/>
                </a:solidFill>
                <a:effectLst/>
                <a:uLnTx/>
                <a:uFillTx/>
                <a:latin typeface="Jameel Noori Nastaleeq"/>
                <a:ea typeface="Jameel Noori Nastaleeq"/>
                <a:cs typeface="Jameel Noori Nastaleeq"/>
                <a:sym typeface="Jameel Noori Nastaleeq"/>
                <a:rtl/>
              </a:rPr>
              <a:t>کلام الہی کی تمام کلاموں پر فضیلت</a:t>
            </a:r>
            <a:endParaRPr kumimoji="0" lang="en-US" sz="2800" b="0" i="0" u="none" strike="noStrike" kern="1200" cap="none" spc="0" normalizeH="0" baseline="0" noProof="0" dirty="0">
              <a:ln>
                <a:noFill/>
              </a:ln>
              <a:solidFill>
                <a:srgbClr val="343432"/>
              </a:solidFill>
              <a:effectLst/>
              <a:uLnTx/>
              <a:uFillTx/>
              <a:latin typeface="Jameel Noori Nastaleeq"/>
              <a:ea typeface="Jameel Noori Nastaleeq"/>
              <a:cs typeface="Jameel Noori Nastaleeq"/>
              <a:sym typeface="Jameel Noori Nastaleeq"/>
            </a:endParaRPr>
          </a:p>
        </p:txBody>
      </p:sp>
      <p:sp>
        <p:nvSpPr>
          <p:cNvPr id="50" name="TextBox 50"/>
          <p:cNvSpPr txBox="1"/>
          <p:nvPr/>
        </p:nvSpPr>
        <p:spPr>
          <a:xfrm>
            <a:off x="3473758" y="4796312"/>
            <a:ext cx="2272801" cy="818814"/>
          </a:xfrm>
          <a:prstGeom prst="rect">
            <a:avLst/>
          </a:prstGeom>
        </p:spPr>
        <p:txBody>
          <a:bodyPr wrap="square" lIns="0" tIns="0" rIns="0" bIns="0" rtlCol="0" anchor="t">
            <a:spAutoFit/>
          </a:bodyPr>
          <a:lstStyle/>
          <a:p>
            <a:pPr marL="0" marR="0" lvl="0" indent="0" algn="ctr" defTabSz="609630" rtl="1" eaLnBrk="1" fontAlgn="auto" latinLnBrk="0" hangingPunct="1">
              <a:lnSpc>
                <a:spcPts val="3093"/>
              </a:lnSpc>
              <a:spcBef>
                <a:spcPts val="0"/>
              </a:spcBef>
              <a:spcAft>
                <a:spcPts val="0"/>
              </a:spcAft>
              <a:buClrTx/>
              <a:buSzTx/>
              <a:buFontTx/>
              <a:buNone/>
              <a:tabLst/>
              <a:defRPr/>
            </a:pPr>
            <a:r>
              <a:rPr kumimoji="0" lang="ar-EG" sz="3200" b="0" i="0" u="none" strike="noStrike" kern="1200" cap="none" spc="0" normalizeH="0" baseline="0" noProof="0" dirty="0">
                <a:ln>
                  <a:noFill/>
                </a:ln>
                <a:solidFill>
                  <a:srgbClr val="343432"/>
                </a:solidFill>
                <a:effectLst/>
                <a:uLnTx/>
                <a:uFillTx/>
                <a:latin typeface="Jameel Noori Nastaleeq"/>
                <a:ea typeface="Jameel Noori Nastaleeq"/>
                <a:cs typeface="Jameel Noori Nastaleeq"/>
                <a:sym typeface="Jameel Noori Nastaleeq"/>
                <a:rtl/>
              </a:rPr>
              <a:t>سورہ بقرہ </a:t>
            </a:r>
          </a:p>
          <a:p>
            <a:pPr marL="0" marR="0" lvl="0" indent="0" algn="ctr" defTabSz="609630" rtl="1" eaLnBrk="1" fontAlgn="auto" latinLnBrk="0" hangingPunct="1">
              <a:lnSpc>
                <a:spcPts val="3093"/>
              </a:lnSpc>
              <a:spcBef>
                <a:spcPts val="0"/>
              </a:spcBef>
              <a:spcAft>
                <a:spcPts val="0"/>
              </a:spcAft>
              <a:buClrTx/>
              <a:buSzTx/>
              <a:buFontTx/>
              <a:buNone/>
              <a:tabLst/>
              <a:defRPr/>
            </a:pPr>
            <a:r>
              <a:rPr kumimoji="0" lang="ar-EG" sz="3200" b="0" i="0" u="none" strike="noStrike" kern="1200" cap="none" spc="0" normalizeH="0" baseline="0" noProof="0" dirty="0">
                <a:ln>
                  <a:noFill/>
                </a:ln>
                <a:solidFill>
                  <a:srgbClr val="343432"/>
                </a:solidFill>
                <a:effectLst/>
                <a:uLnTx/>
                <a:uFillTx/>
                <a:latin typeface="Jameel Noori Nastaleeq"/>
                <a:ea typeface="Jameel Noori Nastaleeq"/>
                <a:cs typeface="Jameel Noori Nastaleeq"/>
                <a:sym typeface="Jameel Noori Nastaleeq"/>
                <a:rtl/>
              </a:rPr>
              <a:t>آیت </a:t>
            </a:r>
            <a:r>
              <a:rPr kumimoji="0" lang="en-US" sz="3200" b="0" i="0" u="none" strike="noStrike" kern="1200" cap="none" spc="0" normalizeH="0" baseline="0" noProof="0" dirty="0">
                <a:ln>
                  <a:noFill/>
                </a:ln>
                <a:solidFill>
                  <a:srgbClr val="343432"/>
                </a:solidFill>
                <a:effectLst/>
                <a:uLnTx/>
                <a:uFillTx/>
                <a:latin typeface="Jameel Noori Nastaleeq"/>
                <a:ea typeface="Jameel Noori Nastaleeq"/>
                <a:cs typeface="Jameel Noori Nastaleeq"/>
                <a:sym typeface="Jameel Noori Nastaleeq"/>
              </a:rPr>
              <a:t>31</a:t>
            </a:r>
            <a:r>
              <a:rPr kumimoji="0" lang="ar-EG" sz="3200" b="0" i="0" u="none" strike="noStrike" kern="1200" cap="none" spc="0" normalizeH="0" baseline="0" noProof="0" dirty="0">
                <a:ln>
                  <a:noFill/>
                </a:ln>
                <a:solidFill>
                  <a:srgbClr val="343432"/>
                </a:solidFill>
                <a:effectLst/>
                <a:uLnTx/>
                <a:uFillTx/>
                <a:latin typeface="Jameel Noori Nastaleeq"/>
                <a:ea typeface="Jameel Noori Nastaleeq"/>
                <a:cs typeface="Jameel Noori Nastaleeq"/>
                <a:sym typeface="Jameel Noori Nastaleeq"/>
                <a:rtl/>
              </a:rPr>
              <a:t> تا </a:t>
            </a:r>
            <a:r>
              <a:rPr kumimoji="0" lang="en-US" sz="3200" b="0" i="0" u="none" strike="noStrike" kern="1200" cap="none" spc="0" normalizeH="0" baseline="0" noProof="0" dirty="0">
                <a:ln>
                  <a:noFill/>
                </a:ln>
                <a:solidFill>
                  <a:srgbClr val="343432"/>
                </a:solidFill>
                <a:effectLst/>
                <a:uLnTx/>
                <a:uFillTx/>
                <a:latin typeface="Jameel Noori Nastaleeq"/>
                <a:ea typeface="Jameel Noori Nastaleeq"/>
                <a:cs typeface="Jameel Noori Nastaleeq"/>
                <a:sym typeface="Jameel Noori Nastaleeq"/>
              </a:rPr>
              <a:t>35</a:t>
            </a:r>
          </a:p>
        </p:txBody>
      </p:sp>
      <p:sp>
        <p:nvSpPr>
          <p:cNvPr id="53" name="TextBox 47">
            <a:extLst>
              <a:ext uri="{FF2B5EF4-FFF2-40B4-BE49-F238E27FC236}">
                <a16:creationId xmlns:a16="http://schemas.microsoft.com/office/drawing/2014/main" id="{56F91E55-97C8-4573-92E8-DA136D978CF8}"/>
              </a:ext>
            </a:extLst>
          </p:cNvPr>
          <p:cNvSpPr txBox="1"/>
          <p:nvPr/>
        </p:nvSpPr>
        <p:spPr>
          <a:xfrm>
            <a:off x="6814779" y="4056951"/>
            <a:ext cx="1427689" cy="423193"/>
          </a:xfrm>
          <a:prstGeom prst="rect">
            <a:avLst/>
          </a:prstGeom>
        </p:spPr>
        <p:txBody>
          <a:bodyPr wrap="square" lIns="0" tIns="0" rIns="0" bIns="0" rtlCol="0" anchor="ctr">
            <a:spAutoFit/>
          </a:bodyPr>
          <a:lstStyle/>
          <a:p>
            <a:pPr marL="0" marR="0" lvl="0" indent="0" algn="ctr" defTabSz="609630" rtl="1" eaLnBrk="1" fontAlgn="auto" latinLnBrk="0" hangingPunct="1">
              <a:lnSpc>
                <a:spcPct val="150000"/>
              </a:lnSpc>
              <a:spcBef>
                <a:spcPct val="0"/>
              </a:spcBef>
              <a:spcAft>
                <a:spcPts val="0"/>
              </a:spcAft>
              <a:buClrTx/>
              <a:buSzTx/>
              <a:buFontTx/>
              <a:buNone/>
              <a:tabLst/>
              <a:defRPr/>
            </a:pPr>
            <a:r>
              <a:rPr kumimoji="0" lang="ur-PK" sz="2000" b="0" i="0" u="none" strike="noStrike" kern="1200" cap="none" spc="0" normalizeH="0" baseline="0" noProof="0" dirty="0">
                <a:ln>
                  <a:noFill/>
                </a:ln>
                <a:solidFill>
                  <a:srgbClr val="FFFFFF"/>
                </a:solidFill>
                <a:effectLst/>
                <a:uLnTx/>
                <a:uFillTx/>
                <a:latin typeface="Calibri"/>
                <a:ea typeface="Open Sauce Bold"/>
                <a:cs typeface="Jameel Noori Nastaleeq" panose="02000503000000020004" pitchFamily="2" charset="-78"/>
                <a:sym typeface="Open Sauce Bold"/>
                <a:rtl/>
              </a:rPr>
              <a:t>قواعدِ ترجمہ </a:t>
            </a:r>
            <a:endParaRPr kumimoji="0" lang="ar-EG" sz="2000" b="0" i="0" u="none" strike="noStrike" kern="1200" cap="none" spc="0" normalizeH="0" baseline="0" noProof="0" dirty="0">
              <a:ln>
                <a:noFill/>
              </a:ln>
              <a:solidFill>
                <a:srgbClr val="FFFFFF"/>
              </a:solidFill>
              <a:effectLst/>
              <a:uLnTx/>
              <a:uFillTx/>
              <a:latin typeface="Calibri"/>
              <a:ea typeface="Open Sauce Bold"/>
              <a:cs typeface="Jameel Noori Nastaleeq" panose="02000503000000020004" pitchFamily="2" charset="-78"/>
              <a:sym typeface="Open Sauce Bold"/>
              <a:rtl/>
            </a:endParaRPr>
          </a:p>
        </p:txBody>
      </p:sp>
      <p:sp>
        <p:nvSpPr>
          <p:cNvPr id="55" name="TextBox 47">
            <a:extLst>
              <a:ext uri="{FF2B5EF4-FFF2-40B4-BE49-F238E27FC236}">
                <a16:creationId xmlns:a16="http://schemas.microsoft.com/office/drawing/2014/main" id="{C59A12F2-5B8B-4CBF-856C-95C4A389973D}"/>
              </a:ext>
            </a:extLst>
          </p:cNvPr>
          <p:cNvSpPr txBox="1"/>
          <p:nvPr/>
        </p:nvSpPr>
        <p:spPr>
          <a:xfrm>
            <a:off x="9541455" y="4050620"/>
            <a:ext cx="1568762" cy="419695"/>
          </a:xfrm>
          <a:prstGeom prst="rect">
            <a:avLst/>
          </a:prstGeom>
        </p:spPr>
        <p:txBody>
          <a:bodyPr wrap="square" lIns="0" tIns="0" rIns="0" bIns="0" rtlCol="0" anchor="ctr">
            <a:spAutoFit/>
          </a:bodyPr>
          <a:lstStyle/>
          <a:p>
            <a:pPr marL="0" marR="0" lvl="0" indent="0" algn="r" defTabSz="609630" rtl="1" eaLnBrk="1" fontAlgn="auto" latinLnBrk="0" hangingPunct="1">
              <a:lnSpc>
                <a:spcPct val="150000"/>
              </a:lnSpc>
              <a:spcBef>
                <a:spcPct val="0"/>
              </a:spcBef>
              <a:spcAft>
                <a:spcPts val="0"/>
              </a:spcAft>
              <a:buClrTx/>
              <a:buSzTx/>
              <a:buFontTx/>
              <a:buNone/>
              <a:tabLst/>
              <a:defRPr/>
            </a:pPr>
            <a:r>
              <a:rPr kumimoji="0" lang="ur-PK" sz="2000" b="0" i="0" u="none" strike="noStrike" kern="1200" cap="none" spc="0" normalizeH="0" baseline="0" noProof="0" dirty="0">
                <a:ln>
                  <a:noFill/>
                </a:ln>
                <a:solidFill>
                  <a:srgbClr val="FFFFFF"/>
                </a:solidFill>
                <a:effectLst/>
                <a:uLnTx/>
                <a:uFillTx/>
                <a:latin typeface="Calibri"/>
                <a:ea typeface="Open Sauce Bold"/>
                <a:cs typeface="Jameel Noori Nastaleeq" panose="02000503000000020004" pitchFamily="2" charset="-78"/>
                <a:sym typeface="Open Sauce Bold"/>
                <a:rtl/>
              </a:rPr>
              <a:t>حدیث رسول </a:t>
            </a:r>
            <a:r>
              <a:rPr kumimoji="0" lang="ur-PK" sz="2000" b="0" i="0" u="none" strike="noStrike" kern="1200" cap="none" spc="0" normalizeH="0" baseline="0" noProof="0" dirty="0">
                <a:ln>
                  <a:noFill/>
                </a:ln>
                <a:solidFill>
                  <a:srgbClr val="FFFFFF"/>
                </a:solidFill>
                <a:effectLst/>
                <a:uLnTx/>
                <a:uFillTx/>
                <a:latin typeface="Alvi Nastaleeq" panose="02000503000000020004" pitchFamily="2" charset="-78"/>
                <a:ea typeface="Open Sauce Bold"/>
                <a:cs typeface="Alvi Nastaleeq" panose="02000503000000020004" pitchFamily="2" charset="-78"/>
                <a:sym typeface="Open Sauce Bold"/>
                <a:rtl/>
              </a:rPr>
              <a:t>ﷺ</a:t>
            </a:r>
            <a:endParaRPr kumimoji="0" lang="ar-EG" sz="2000" b="0" i="0" u="none" strike="noStrike" kern="1200" cap="none" spc="0" normalizeH="0" baseline="0" noProof="0" dirty="0">
              <a:ln>
                <a:noFill/>
              </a:ln>
              <a:solidFill>
                <a:srgbClr val="FFFFFF"/>
              </a:solidFill>
              <a:effectLst/>
              <a:uLnTx/>
              <a:uFillTx/>
              <a:latin typeface="Alvi Nastaleeq" panose="02000503000000020004" pitchFamily="2" charset="-78"/>
              <a:ea typeface="Open Sauce Bold"/>
              <a:cs typeface="Alvi Nastaleeq" panose="02000503000000020004" pitchFamily="2" charset="-78"/>
              <a:sym typeface="Open Sauce Bold"/>
              <a:rtl/>
            </a:endParaRPr>
          </a:p>
        </p:txBody>
      </p:sp>
      <p:sp>
        <p:nvSpPr>
          <p:cNvPr id="56" name="TextBox 47">
            <a:extLst>
              <a:ext uri="{FF2B5EF4-FFF2-40B4-BE49-F238E27FC236}">
                <a16:creationId xmlns:a16="http://schemas.microsoft.com/office/drawing/2014/main" id="{A9B2C5A3-7DF4-4133-85B4-309B8960460D}"/>
              </a:ext>
            </a:extLst>
          </p:cNvPr>
          <p:cNvSpPr txBox="1"/>
          <p:nvPr/>
        </p:nvSpPr>
        <p:spPr>
          <a:xfrm>
            <a:off x="3742554" y="4076892"/>
            <a:ext cx="1423779" cy="423193"/>
          </a:xfrm>
          <a:prstGeom prst="rect">
            <a:avLst/>
          </a:prstGeom>
        </p:spPr>
        <p:txBody>
          <a:bodyPr wrap="square" lIns="0" tIns="0" rIns="0" bIns="0" rtlCol="0" anchor="ctr">
            <a:spAutoFit/>
          </a:bodyPr>
          <a:lstStyle/>
          <a:p>
            <a:pPr marL="0" marR="0" lvl="0" indent="0" algn="r" defTabSz="609630" rtl="1" eaLnBrk="1" fontAlgn="auto" latinLnBrk="0" hangingPunct="1">
              <a:lnSpc>
                <a:spcPct val="150000"/>
              </a:lnSpc>
              <a:spcBef>
                <a:spcPct val="0"/>
              </a:spcBef>
              <a:spcAft>
                <a:spcPts val="0"/>
              </a:spcAft>
              <a:buClrTx/>
              <a:buSzTx/>
              <a:buFontTx/>
              <a:buNone/>
              <a:tabLst/>
              <a:defRPr/>
            </a:pPr>
            <a:r>
              <a:rPr kumimoji="0" lang="ur-PK" sz="2000" b="0" i="0" u="none" strike="noStrike" kern="1200" cap="none" spc="0" normalizeH="0" baseline="0" noProof="0" dirty="0">
                <a:ln>
                  <a:noFill/>
                </a:ln>
                <a:solidFill>
                  <a:srgbClr val="FFFFFF"/>
                </a:solidFill>
                <a:effectLst/>
                <a:uLnTx/>
                <a:uFillTx/>
                <a:latin typeface="Calibri"/>
                <a:ea typeface="Open Sauce Bold"/>
                <a:cs typeface="Jameel Noori Nastaleeq" panose="02000503000000020004" pitchFamily="2" charset="-78"/>
                <a:sym typeface="Open Sauce Bold"/>
                <a:rtl/>
              </a:rPr>
              <a:t>لفظی و با محاورہ ترجمہ </a:t>
            </a:r>
            <a:endParaRPr kumimoji="0" lang="ar-EG" sz="2000" b="0" i="0" u="none" strike="noStrike" kern="1200" cap="none" spc="0" normalizeH="0" baseline="0" noProof="0" dirty="0">
              <a:ln>
                <a:noFill/>
              </a:ln>
              <a:solidFill>
                <a:srgbClr val="FFFFFF"/>
              </a:solidFill>
              <a:effectLst/>
              <a:uLnTx/>
              <a:uFillTx/>
              <a:latin typeface="Calibri"/>
              <a:ea typeface="Open Sauce Bold"/>
              <a:cs typeface="Jameel Noori Nastaleeq" panose="02000503000000020004" pitchFamily="2" charset="-78"/>
              <a:sym typeface="Open Sauce Bold"/>
              <a:rtl/>
            </a:endParaRPr>
          </a:p>
        </p:txBody>
      </p:sp>
      <p:sp>
        <p:nvSpPr>
          <p:cNvPr id="57" name="TextBox 47">
            <a:extLst>
              <a:ext uri="{FF2B5EF4-FFF2-40B4-BE49-F238E27FC236}">
                <a16:creationId xmlns:a16="http://schemas.microsoft.com/office/drawing/2014/main" id="{6D9F4552-B98C-4C91-8056-17C8A4B1DD68}"/>
              </a:ext>
            </a:extLst>
          </p:cNvPr>
          <p:cNvSpPr txBox="1"/>
          <p:nvPr/>
        </p:nvSpPr>
        <p:spPr>
          <a:xfrm>
            <a:off x="719641" y="4079184"/>
            <a:ext cx="1423779" cy="423193"/>
          </a:xfrm>
          <a:prstGeom prst="rect">
            <a:avLst/>
          </a:prstGeom>
        </p:spPr>
        <p:txBody>
          <a:bodyPr wrap="square" lIns="0" tIns="0" rIns="0" bIns="0" rtlCol="0" anchor="ctr">
            <a:spAutoFit/>
          </a:bodyPr>
          <a:lstStyle/>
          <a:p>
            <a:pPr marL="0" marR="0" lvl="0" indent="0" algn="r" defTabSz="609630" rtl="1" eaLnBrk="1" fontAlgn="auto" latinLnBrk="0" hangingPunct="1">
              <a:lnSpc>
                <a:spcPct val="150000"/>
              </a:lnSpc>
              <a:spcBef>
                <a:spcPct val="0"/>
              </a:spcBef>
              <a:spcAft>
                <a:spcPts val="0"/>
              </a:spcAft>
              <a:buClrTx/>
              <a:buSzTx/>
              <a:buFontTx/>
              <a:buNone/>
              <a:tabLst/>
              <a:defRPr/>
            </a:pPr>
            <a:r>
              <a:rPr kumimoji="0" lang="ur-PK" sz="2000" b="0" i="0" u="none" strike="noStrike" kern="1200" cap="none" spc="0" normalizeH="0" baseline="0" noProof="0" dirty="0">
                <a:ln>
                  <a:noFill/>
                </a:ln>
                <a:solidFill>
                  <a:srgbClr val="FFFFFF"/>
                </a:solidFill>
                <a:effectLst/>
                <a:uLnTx/>
                <a:uFillTx/>
                <a:latin typeface="Calibri"/>
                <a:ea typeface="Open Sauce Bold"/>
                <a:cs typeface="Jameel Noori Nastaleeq" panose="02000503000000020004" pitchFamily="2" charset="-78"/>
                <a:sym typeface="Open Sauce Bold"/>
                <a:rtl/>
              </a:rPr>
              <a:t>مضامینِ آیات</a:t>
            </a:r>
            <a:endParaRPr kumimoji="0" lang="ar-EG" sz="2000" b="0" i="0" u="none" strike="noStrike" kern="1200" cap="none" spc="0" normalizeH="0" baseline="0" noProof="0" dirty="0">
              <a:ln>
                <a:noFill/>
              </a:ln>
              <a:solidFill>
                <a:srgbClr val="FFFFFF"/>
              </a:solidFill>
              <a:effectLst/>
              <a:uLnTx/>
              <a:uFillTx/>
              <a:latin typeface="Calibri"/>
              <a:ea typeface="Open Sauce Bold"/>
              <a:cs typeface="Jameel Noori Nastaleeq" panose="02000503000000020004" pitchFamily="2" charset="-78"/>
              <a:sym typeface="Open Sauce Bold"/>
              <a:rtl/>
            </a:endParaRPr>
          </a:p>
        </p:txBody>
      </p:sp>
      <p:sp>
        <p:nvSpPr>
          <p:cNvPr id="58" name="TextBox 47">
            <a:extLst>
              <a:ext uri="{FF2B5EF4-FFF2-40B4-BE49-F238E27FC236}">
                <a16:creationId xmlns:a16="http://schemas.microsoft.com/office/drawing/2014/main" id="{EB38366B-0C51-46D5-B771-BCA77880FF96}"/>
              </a:ext>
            </a:extLst>
          </p:cNvPr>
          <p:cNvSpPr txBox="1"/>
          <p:nvPr/>
        </p:nvSpPr>
        <p:spPr>
          <a:xfrm>
            <a:off x="597412" y="441758"/>
            <a:ext cx="2110693" cy="755976"/>
          </a:xfrm>
          <a:prstGeom prst="rect">
            <a:avLst/>
          </a:prstGeom>
        </p:spPr>
        <p:txBody>
          <a:bodyPr wrap="square" lIns="0" tIns="0" rIns="0" bIns="0" rtlCol="0" anchor="t">
            <a:spAutoFit/>
          </a:bodyPr>
          <a:lstStyle/>
          <a:p>
            <a:pPr marL="0" marR="0" lvl="0" indent="0" algn="ctr" defTabSz="609630" rtl="1" eaLnBrk="1" fontAlgn="auto" latinLnBrk="0" hangingPunct="1">
              <a:lnSpc>
                <a:spcPts val="5710"/>
              </a:lnSpc>
              <a:spcBef>
                <a:spcPct val="0"/>
              </a:spcBef>
              <a:spcAft>
                <a:spcPts val="0"/>
              </a:spcAft>
              <a:buClrTx/>
              <a:buSzTx/>
              <a:buFontTx/>
              <a:buNone/>
              <a:tabLst/>
              <a:defRPr/>
            </a:pPr>
            <a:r>
              <a:rPr kumimoji="0" lang="ur-PK" sz="5400" b="0" i="0" u="none" strike="noStrike" kern="1200" cap="none" spc="0" normalizeH="0" baseline="0" noProof="0" dirty="0">
                <a:ln>
                  <a:noFill/>
                </a:ln>
                <a:solidFill>
                  <a:srgbClr val="FFFFFF"/>
                </a:solidFill>
                <a:effectLst/>
                <a:uLnTx/>
                <a:uFillTx/>
                <a:latin typeface="Jameel Noori Nastaleeq" panose="02000503000000020004" pitchFamily="2" charset="-78"/>
                <a:ea typeface="Open Sauce Bold"/>
                <a:cs typeface="Jameel Noori Nastaleeq" panose="02000503000000020004" pitchFamily="2" charset="-78"/>
                <a:sym typeface="Open Sauce Bold"/>
                <a:rtl/>
              </a:rPr>
              <a:t>لیکچر نمبر9 </a:t>
            </a:r>
            <a:endParaRPr kumimoji="0" lang="ar-EG" sz="5400" b="0" i="0" u="none" strike="noStrike" kern="1200" cap="none" spc="0" normalizeH="0" baseline="0" noProof="0" dirty="0">
              <a:ln>
                <a:noFill/>
              </a:ln>
              <a:solidFill>
                <a:srgbClr val="FFFFFF"/>
              </a:solidFill>
              <a:effectLst/>
              <a:uLnTx/>
              <a:uFillTx/>
              <a:latin typeface="Jameel Noori Nastaleeq" panose="02000503000000020004" pitchFamily="2" charset="-78"/>
              <a:ea typeface="Open Sauce Bold"/>
              <a:cs typeface="Jameel Noori Nastaleeq" panose="02000503000000020004" pitchFamily="2" charset="-78"/>
              <a:sym typeface="Open Sauce Bold"/>
              <a:rtl/>
            </a:endParaRPr>
          </a:p>
        </p:txBody>
      </p:sp>
      <p:sp>
        <p:nvSpPr>
          <p:cNvPr id="44" name="TextBox 48">
            <a:extLst>
              <a:ext uri="{FF2B5EF4-FFF2-40B4-BE49-F238E27FC236}">
                <a16:creationId xmlns:a16="http://schemas.microsoft.com/office/drawing/2014/main" id="{5A4A49A2-71DD-4CD9-BA4F-945005CCEC43}"/>
              </a:ext>
            </a:extLst>
          </p:cNvPr>
          <p:cNvSpPr txBox="1"/>
          <p:nvPr/>
        </p:nvSpPr>
        <p:spPr>
          <a:xfrm>
            <a:off x="6396057" y="4995084"/>
            <a:ext cx="2322614" cy="421269"/>
          </a:xfrm>
          <a:prstGeom prst="rect">
            <a:avLst/>
          </a:prstGeom>
        </p:spPr>
        <p:txBody>
          <a:bodyPr wrap="square" lIns="0" tIns="0" rIns="0" bIns="0" rtlCol="0" anchor="t">
            <a:spAutoFit/>
          </a:bodyPr>
          <a:lstStyle/>
          <a:p>
            <a:pPr marL="0" marR="0" lvl="0" indent="0" algn="ctr" defTabSz="609630" rtl="1" eaLnBrk="1" fontAlgn="auto" latinLnBrk="0" hangingPunct="1">
              <a:lnSpc>
                <a:spcPts val="3093"/>
              </a:lnSpc>
              <a:spcBef>
                <a:spcPts val="0"/>
              </a:spcBef>
              <a:spcAft>
                <a:spcPts val="0"/>
              </a:spcAft>
              <a:buClrTx/>
              <a:buSzTx/>
              <a:buFontTx/>
              <a:buNone/>
              <a:tabLst/>
              <a:defRPr/>
            </a:pPr>
            <a:r>
              <a:rPr kumimoji="0" lang="ur-PK" sz="3200" b="0" i="0" u="none" strike="noStrike" kern="1200" cap="none" spc="0" normalizeH="0" baseline="0" noProof="0" dirty="0">
                <a:ln>
                  <a:noFill/>
                </a:ln>
                <a:solidFill>
                  <a:srgbClr val="343432"/>
                </a:solidFill>
                <a:effectLst/>
                <a:uLnTx/>
                <a:uFillTx/>
                <a:latin typeface="Jameel Noori Nastaleeq"/>
                <a:ea typeface="Jameel Noori Nastaleeq"/>
                <a:cs typeface="Jameel Noori Nastaleeq"/>
                <a:sym typeface="Jameel Noori Nastaleeq"/>
                <a:rtl/>
              </a:rPr>
              <a:t>ضمائر اور فعل ماضی کا بیان </a:t>
            </a:r>
            <a:endParaRPr kumimoji="0" lang="en-US" sz="3200" b="0" i="0" u="none" strike="noStrike" kern="1200" cap="none" spc="0" normalizeH="0" baseline="0" noProof="0" dirty="0">
              <a:ln>
                <a:noFill/>
              </a:ln>
              <a:solidFill>
                <a:srgbClr val="343432"/>
              </a:solidFill>
              <a:effectLst/>
              <a:uLnTx/>
              <a:uFillTx/>
              <a:latin typeface="Jameel Noori Nastaleeq"/>
              <a:ea typeface="Jameel Noori Nastaleeq"/>
              <a:cs typeface="Jameel Noori Nastaleeq"/>
              <a:sym typeface="Jameel Noori Nastaleeq"/>
            </a:endParaRPr>
          </a:p>
        </p:txBody>
      </p:sp>
      <p:sp>
        <p:nvSpPr>
          <p:cNvPr id="46" name="TextBox 50">
            <a:extLst>
              <a:ext uri="{FF2B5EF4-FFF2-40B4-BE49-F238E27FC236}">
                <a16:creationId xmlns:a16="http://schemas.microsoft.com/office/drawing/2014/main" id="{04BD46B7-4D3B-4D19-9C17-9A98D25A932D}"/>
              </a:ext>
            </a:extLst>
          </p:cNvPr>
          <p:cNvSpPr txBox="1"/>
          <p:nvPr/>
        </p:nvSpPr>
        <p:spPr>
          <a:xfrm>
            <a:off x="510195" y="4695688"/>
            <a:ext cx="2272801" cy="818814"/>
          </a:xfrm>
          <a:prstGeom prst="rect">
            <a:avLst/>
          </a:prstGeom>
        </p:spPr>
        <p:txBody>
          <a:bodyPr wrap="square" lIns="0" tIns="0" rIns="0" bIns="0" rtlCol="0" anchor="t">
            <a:spAutoFit/>
          </a:bodyPr>
          <a:lstStyle/>
          <a:p>
            <a:pPr marL="0" marR="0" lvl="0" indent="0" algn="ctr" defTabSz="609630" rtl="1" eaLnBrk="1" fontAlgn="auto" latinLnBrk="0" hangingPunct="1">
              <a:lnSpc>
                <a:spcPts val="3093"/>
              </a:lnSpc>
              <a:spcBef>
                <a:spcPts val="0"/>
              </a:spcBef>
              <a:spcAft>
                <a:spcPts val="0"/>
              </a:spcAft>
              <a:buClrTx/>
              <a:buSzTx/>
              <a:buFontTx/>
              <a:buNone/>
              <a:tabLst/>
              <a:defRPr/>
            </a:pPr>
            <a:r>
              <a:rPr kumimoji="0" lang="ar-EG" sz="3200" b="0" i="0" u="none" strike="noStrike" kern="1200" cap="none" spc="0" normalizeH="0" baseline="0" noProof="0" dirty="0">
                <a:ln>
                  <a:noFill/>
                </a:ln>
                <a:solidFill>
                  <a:srgbClr val="343432"/>
                </a:solidFill>
                <a:effectLst/>
                <a:uLnTx/>
                <a:uFillTx/>
                <a:latin typeface="Jameel Noori Nastaleeq"/>
                <a:ea typeface="Jameel Noori Nastaleeq"/>
                <a:cs typeface="Jameel Noori Nastaleeq"/>
                <a:sym typeface="Jameel Noori Nastaleeq"/>
                <a:rtl/>
              </a:rPr>
              <a:t>سورہ بقرہ </a:t>
            </a:r>
          </a:p>
          <a:p>
            <a:pPr marL="0" marR="0" lvl="0" indent="0" algn="ctr" defTabSz="609630" rtl="1" eaLnBrk="1" fontAlgn="auto" latinLnBrk="0" hangingPunct="1">
              <a:lnSpc>
                <a:spcPts val="3093"/>
              </a:lnSpc>
              <a:spcBef>
                <a:spcPts val="0"/>
              </a:spcBef>
              <a:spcAft>
                <a:spcPts val="0"/>
              </a:spcAft>
              <a:buClrTx/>
              <a:buSzTx/>
              <a:buFontTx/>
              <a:buNone/>
              <a:tabLst/>
              <a:defRPr/>
            </a:pPr>
            <a:r>
              <a:rPr kumimoji="0" lang="ar-EG" sz="3200" b="0" i="0" u="none" strike="noStrike" kern="1200" cap="none" spc="0" normalizeH="0" baseline="0" noProof="0" dirty="0">
                <a:ln>
                  <a:noFill/>
                </a:ln>
                <a:solidFill>
                  <a:srgbClr val="343432"/>
                </a:solidFill>
                <a:effectLst/>
                <a:uLnTx/>
                <a:uFillTx/>
                <a:latin typeface="Jameel Noori Nastaleeq"/>
                <a:ea typeface="Jameel Noori Nastaleeq"/>
                <a:cs typeface="Jameel Noori Nastaleeq"/>
                <a:sym typeface="Jameel Noori Nastaleeq"/>
                <a:rtl/>
              </a:rPr>
              <a:t>آیت </a:t>
            </a:r>
            <a:r>
              <a:rPr kumimoji="0" lang="en-US" sz="3200" b="0" i="0" u="none" strike="noStrike" kern="1200" cap="none" spc="0" normalizeH="0" baseline="0" noProof="0" dirty="0">
                <a:ln>
                  <a:noFill/>
                </a:ln>
                <a:solidFill>
                  <a:srgbClr val="343432"/>
                </a:solidFill>
                <a:effectLst/>
                <a:uLnTx/>
                <a:uFillTx/>
                <a:latin typeface="Jameel Noori Nastaleeq"/>
                <a:ea typeface="Jameel Noori Nastaleeq"/>
                <a:cs typeface="Jameel Noori Nastaleeq"/>
                <a:sym typeface="Jameel Noori Nastaleeq"/>
              </a:rPr>
              <a:t>31</a:t>
            </a:r>
            <a:r>
              <a:rPr kumimoji="0" lang="ar-EG" sz="3200" b="0" i="0" u="none" strike="noStrike" kern="1200" cap="none" spc="0" normalizeH="0" baseline="0" noProof="0" dirty="0">
                <a:ln>
                  <a:noFill/>
                </a:ln>
                <a:solidFill>
                  <a:srgbClr val="343432"/>
                </a:solidFill>
                <a:effectLst/>
                <a:uLnTx/>
                <a:uFillTx/>
                <a:latin typeface="Jameel Noori Nastaleeq"/>
                <a:ea typeface="Jameel Noori Nastaleeq"/>
                <a:cs typeface="Jameel Noori Nastaleeq"/>
                <a:sym typeface="Jameel Noori Nastaleeq"/>
                <a:rtl/>
              </a:rPr>
              <a:t> تا </a:t>
            </a:r>
            <a:r>
              <a:rPr kumimoji="0" lang="en-US" sz="3200" b="0" i="0" u="none" strike="noStrike" kern="1200" cap="none" spc="0" normalizeH="0" baseline="0" noProof="0" dirty="0">
                <a:ln>
                  <a:noFill/>
                </a:ln>
                <a:solidFill>
                  <a:srgbClr val="343432"/>
                </a:solidFill>
                <a:effectLst/>
                <a:uLnTx/>
                <a:uFillTx/>
                <a:latin typeface="Jameel Noori Nastaleeq"/>
                <a:ea typeface="Jameel Noori Nastaleeq"/>
                <a:cs typeface="Jameel Noori Nastaleeq"/>
                <a:sym typeface="Jameel Noori Nastaleeq"/>
              </a:rPr>
              <a:t>35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grpSp>
        <p:nvGrpSpPr>
          <p:cNvPr id="2" name="Group 2"/>
          <p:cNvGrpSpPr/>
          <p:nvPr/>
        </p:nvGrpSpPr>
        <p:grpSpPr>
          <a:xfrm>
            <a:off x="8649843" y="10393"/>
            <a:ext cx="2057400" cy="6847608"/>
            <a:chOff x="0" y="0"/>
            <a:chExt cx="812800" cy="2976105"/>
          </a:xfrm>
        </p:grpSpPr>
        <p:sp>
          <p:nvSpPr>
            <p:cNvPr id="3" name="Freeform 3"/>
            <p:cNvSpPr/>
            <p:nvPr/>
          </p:nvSpPr>
          <p:spPr>
            <a:xfrm>
              <a:off x="0" y="0"/>
              <a:ext cx="812800" cy="2976105"/>
            </a:xfrm>
            <a:custGeom>
              <a:avLst/>
              <a:gdLst/>
              <a:ahLst/>
              <a:cxnLst/>
              <a:rect l="l" t="t" r="r" b="b"/>
              <a:pathLst>
                <a:path w="812800" h="2976105">
                  <a:moveTo>
                    <a:pt x="0" y="0"/>
                  </a:moveTo>
                  <a:lnTo>
                    <a:pt x="812800" y="0"/>
                  </a:lnTo>
                  <a:lnTo>
                    <a:pt x="812800" y="2976105"/>
                  </a:lnTo>
                  <a:lnTo>
                    <a:pt x="0" y="2976105"/>
                  </a:lnTo>
                  <a:close/>
                </a:path>
              </a:pathLst>
            </a:custGeom>
            <a:solidFill>
              <a:srgbClr val="1C5739"/>
            </a:solidFill>
          </p:spPr>
        </p:sp>
        <p:sp>
          <p:nvSpPr>
            <p:cNvPr id="4" name="TextBox 4"/>
            <p:cNvSpPr txBox="1"/>
            <p:nvPr/>
          </p:nvSpPr>
          <p:spPr>
            <a:xfrm>
              <a:off x="0" y="-19050"/>
              <a:ext cx="812800" cy="2995155"/>
            </a:xfrm>
            <a:prstGeom prst="rect">
              <a:avLst/>
            </a:prstGeom>
          </p:spPr>
          <p:txBody>
            <a:bodyPr lIns="33867" tIns="33867" rIns="33867" bIns="33867" rtlCol="0" anchor="ctr"/>
            <a:lstStyle/>
            <a:p>
              <a:pPr marL="0" marR="0" lvl="0" indent="0" algn="ctr" defTabSz="609630" rtl="0" eaLnBrk="1" fontAlgn="auto" latinLnBrk="0" hangingPunct="1">
                <a:lnSpc>
                  <a:spcPts val="1906"/>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Freeform 5"/>
          <p:cNvSpPr/>
          <p:nvPr/>
        </p:nvSpPr>
        <p:spPr>
          <a:xfrm>
            <a:off x="9557075" y="5339804"/>
            <a:ext cx="2537714" cy="1388821"/>
          </a:xfrm>
          <a:custGeom>
            <a:avLst/>
            <a:gdLst/>
            <a:ahLst/>
            <a:cxnLst/>
            <a:rect l="l" t="t" r="r" b="b"/>
            <a:pathLst>
              <a:path w="3806571" h="2083232">
                <a:moveTo>
                  <a:pt x="0" y="0"/>
                </a:moveTo>
                <a:lnTo>
                  <a:pt x="3806570" y="0"/>
                </a:lnTo>
                <a:lnTo>
                  <a:pt x="3806570" y="2083232"/>
                </a:lnTo>
                <a:lnTo>
                  <a:pt x="0" y="208323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0402" y="-10120"/>
            <a:ext cx="1585004" cy="6868120"/>
            <a:chOff x="0" y="0"/>
            <a:chExt cx="812800" cy="2976105"/>
          </a:xfrm>
        </p:grpSpPr>
        <p:sp>
          <p:nvSpPr>
            <p:cNvPr id="7" name="Freeform 7"/>
            <p:cNvSpPr/>
            <p:nvPr/>
          </p:nvSpPr>
          <p:spPr>
            <a:xfrm>
              <a:off x="0" y="0"/>
              <a:ext cx="812800" cy="2976105"/>
            </a:xfrm>
            <a:custGeom>
              <a:avLst/>
              <a:gdLst/>
              <a:ahLst/>
              <a:cxnLst/>
              <a:rect l="l" t="t" r="r" b="b"/>
              <a:pathLst>
                <a:path w="812800" h="2976105">
                  <a:moveTo>
                    <a:pt x="0" y="0"/>
                  </a:moveTo>
                  <a:lnTo>
                    <a:pt x="812800" y="0"/>
                  </a:lnTo>
                  <a:lnTo>
                    <a:pt x="812800" y="2976105"/>
                  </a:lnTo>
                  <a:lnTo>
                    <a:pt x="0" y="2976105"/>
                  </a:lnTo>
                  <a:close/>
                </a:path>
              </a:pathLst>
            </a:custGeom>
            <a:solidFill>
              <a:srgbClr val="1C5739"/>
            </a:solidFill>
          </p:spPr>
        </p:sp>
        <p:sp>
          <p:nvSpPr>
            <p:cNvPr id="8" name="TextBox 8"/>
            <p:cNvSpPr txBox="1"/>
            <p:nvPr/>
          </p:nvSpPr>
          <p:spPr>
            <a:xfrm>
              <a:off x="0" y="-19050"/>
              <a:ext cx="812800" cy="2995155"/>
            </a:xfrm>
            <a:prstGeom prst="rect">
              <a:avLst/>
            </a:prstGeom>
          </p:spPr>
          <p:txBody>
            <a:bodyPr lIns="33867" tIns="33867" rIns="33867" bIns="33867" rtlCol="0" anchor="ctr"/>
            <a:lstStyle/>
            <a:p>
              <a:pPr marL="0" marR="0" lvl="0" indent="0" algn="ctr" defTabSz="609630" rtl="0" eaLnBrk="1" fontAlgn="auto" latinLnBrk="0" hangingPunct="1">
                <a:lnSpc>
                  <a:spcPts val="1906"/>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9" name="Group 9"/>
          <p:cNvGrpSpPr/>
          <p:nvPr/>
        </p:nvGrpSpPr>
        <p:grpSpPr>
          <a:xfrm>
            <a:off x="482813" y="2688921"/>
            <a:ext cx="73491" cy="1879331"/>
            <a:chOff x="0" y="0"/>
            <a:chExt cx="26312" cy="672855"/>
          </a:xfrm>
        </p:grpSpPr>
        <p:sp>
          <p:nvSpPr>
            <p:cNvPr id="10" name="Freeform 10"/>
            <p:cNvSpPr/>
            <p:nvPr/>
          </p:nvSpPr>
          <p:spPr>
            <a:xfrm>
              <a:off x="0" y="0"/>
              <a:ext cx="26312" cy="672855"/>
            </a:xfrm>
            <a:custGeom>
              <a:avLst/>
              <a:gdLst/>
              <a:ahLst/>
              <a:cxnLst/>
              <a:rect l="l" t="t" r="r" b="b"/>
              <a:pathLst>
                <a:path w="26312" h="672855">
                  <a:moveTo>
                    <a:pt x="0" y="0"/>
                  </a:moveTo>
                  <a:lnTo>
                    <a:pt x="26312" y="0"/>
                  </a:lnTo>
                  <a:lnTo>
                    <a:pt x="26312" y="672855"/>
                  </a:lnTo>
                  <a:lnTo>
                    <a:pt x="0" y="672855"/>
                  </a:lnTo>
                  <a:close/>
                </a:path>
              </a:pathLst>
            </a:custGeom>
            <a:solidFill>
              <a:srgbClr val="FFFFFF"/>
            </a:solidFill>
          </p:spPr>
        </p:sp>
        <p:sp>
          <p:nvSpPr>
            <p:cNvPr id="11" name="TextBox 11"/>
            <p:cNvSpPr txBox="1"/>
            <p:nvPr/>
          </p:nvSpPr>
          <p:spPr>
            <a:xfrm>
              <a:off x="0" y="-19050"/>
              <a:ext cx="26312" cy="691905"/>
            </a:xfrm>
            <a:prstGeom prst="rect">
              <a:avLst/>
            </a:prstGeom>
          </p:spPr>
          <p:txBody>
            <a:bodyPr lIns="33867" tIns="33867" rIns="33867" bIns="33867" rtlCol="0" anchor="ctr"/>
            <a:lstStyle/>
            <a:p>
              <a:pPr marL="0" marR="0" lvl="0" indent="0" algn="ctr" defTabSz="609630" rtl="0" eaLnBrk="1" fontAlgn="auto" latinLnBrk="0" hangingPunct="1">
                <a:lnSpc>
                  <a:spcPts val="1906"/>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sp>
        <p:nvSpPr>
          <p:cNvPr id="12" name="Freeform 12"/>
          <p:cNvSpPr/>
          <p:nvPr/>
        </p:nvSpPr>
        <p:spPr>
          <a:xfrm>
            <a:off x="131549" y="20222"/>
            <a:ext cx="2537714" cy="1388821"/>
          </a:xfrm>
          <a:custGeom>
            <a:avLst/>
            <a:gdLst/>
            <a:ahLst/>
            <a:cxnLst/>
            <a:rect l="l" t="t" r="r" b="b"/>
            <a:pathLst>
              <a:path w="3806571" h="2083232">
                <a:moveTo>
                  <a:pt x="0" y="0"/>
                </a:moveTo>
                <a:lnTo>
                  <a:pt x="3806571" y="0"/>
                </a:lnTo>
                <a:lnTo>
                  <a:pt x="3806571" y="2083233"/>
                </a:lnTo>
                <a:lnTo>
                  <a:pt x="0" y="208323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3" name="Freeform 13"/>
          <p:cNvSpPr/>
          <p:nvPr/>
        </p:nvSpPr>
        <p:spPr>
          <a:xfrm>
            <a:off x="819551" y="20222"/>
            <a:ext cx="1551709" cy="1551709"/>
          </a:xfrm>
          <a:custGeom>
            <a:avLst/>
            <a:gdLst/>
            <a:ahLst/>
            <a:cxnLst/>
            <a:rect l="l" t="t" r="r" b="b"/>
            <a:pathLst>
              <a:path w="2830197" h="2830197">
                <a:moveTo>
                  <a:pt x="0" y="0"/>
                </a:moveTo>
                <a:lnTo>
                  <a:pt x="2830198" y="0"/>
                </a:lnTo>
                <a:lnTo>
                  <a:pt x="2830198" y="2830197"/>
                </a:lnTo>
                <a:lnTo>
                  <a:pt x="0" y="2830197"/>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sp>
      <p:grpSp>
        <p:nvGrpSpPr>
          <p:cNvPr id="14" name="Group 14"/>
          <p:cNvGrpSpPr/>
          <p:nvPr/>
        </p:nvGrpSpPr>
        <p:grpSpPr>
          <a:xfrm>
            <a:off x="964042" y="159155"/>
            <a:ext cx="1262725" cy="1262720"/>
            <a:chOff x="0" y="0"/>
            <a:chExt cx="6350000" cy="6349975"/>
          </a:xfrm>
        </p:grpSpPr>
        <p:sp>
          <p:nvSpPr>
            <p:cNvPr id="15" name="Freeform 15"/>
            <p:cNvSpPr/>
            <p:nvPr/>
          </p:nvSpPr>
          <p:spPr>
            <a:xfrm>
              <a:off x="0"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8"/>
              <a:stretch>
                <a:fillRect/>
              </a:stretch>
            </a:blipFill>
          </p:spPr>
        </p:sp>
      </p:grpSp>
      <p:grpSp>
        <p:nvGrpSpPr>
          <p:cNvPr id="16" name="Group 16"/>
          <p:cNvGrpSpPr/>
          <p:nvPr/>
        </p:nvGrpSpPr>
        <p:grpSpPr>
          <a:xfrm>
            <a:off x="7833190" y="609599"/>
            <a:ext cx="3576407" cy="5643419"/>
            <a:chOff x="0" y="0"/>
            <a:chExt cx="1438367" cy="2339625"/>
          </a:xfrm>
        </p:grpSpPr>
        <p:sp>
          <p:nvSpPr>
            <p:cNvPr id="17" name="Freeform 17"/>
            <p:cNvSpPr/>
            <p:nvPr/>
          </p:nvSpPr>
          <p:spPr>
            <a:xfrm>
              <a:off x="0" y="0"/>
              <a:ext cx="1438367" cy="2339625"/>
            </a:xfrm>
            <a:custGeom>
              <a:avLst/>
              <a:gdLst/>
              <a:ahLst/>
              <a:cxnLst/>
              <a:rect l="l" t="t" r="r" b="b"/>
              <a:pathLst>
                <a:path w="1438367" h="2339625">
                  <a:moveTo>
                    <a:pt x="44738" y="0"/>
                  </a:moveTo>
                  <a:lnTo>
                    <a:pt x="1393629" y="0"/>
                  </a:lnTo>
                  <a:cubicBezTo>
                    <a:pt x="1405495" y="0"/>
                    <a:pt x="1416874" y="4713"/>
                    <a:pt x="1425264" y="13103"/>
                  </a:cubicBezTo>
                  <a:cubicBezTo>
                    <a:pt x="1433654" y="21493"/>
                    <a:pt x="1438367" y="32872"/>
                    <a:pt x="1438367" y="44738"/>
                  </a:cubicBezTo>
                  <a:lnTo>
                    <a:pt x="1438367" y="2294887"/>
                  </a:lnTo>
                  <a:cubicBezTo>
                    <a:pt x="1438367" y="2319595"/>
                    <a:pt x="1418337" y="2339625"/>
                    <a:pt x="1393629" y="2339625"/>
                  </a:cubicBezTo>
                  <a:lnTo>
                    <a:pt x="44738" y="2339625"/>
                  </a:lnTo>
                  <a:cubicBezTo>
                    <a:pt x="20030" y="2339625"/>
                    <a:pt x="0" y="2319595"/>
                    <a:pt x="0" y="2294887"/>
                  </a:cubicBezTo>
                  <a:lnTo>
                    <a:pt x="0" y="44738"/>
                  </a:lnTo>
                  <a:cubicBezTo>
                    <a:pt x="0" y="20030"/>
                    <a:pt x="20030" y="0"/>
                    <a:pt x="44738" y="0"/>
                  </a:cubicBezTo>
                  <a:close/>
                </a:path>
              </a:pathLst>
            </a:custGeom>
            <a:solidFill>
              <a:srgbClr val="FFFFFF"/>
            </a:solidFill>
            <a:ln w="47625" cap="rnd">
              <a:solidFill>
                <a:srgbClr val="000000"/>
              </a:solidFill>
              <a:prstDash val="solid"/>
              <a:round/>
            </a:ln>
          </p:spPr>
        </p:sp>
        <p:sp>
          <p:nvSpPr>
            <p:cNvPr id="18" name="TextBox 18"/>
            <p:cNvSpPr txBox="1"/>
            <p:nvPr/>
          </p:nvSpPr>
          <p:spPr>
            <a:xfrm>
              <a:off x="0" y="-38100"/>
              <a:ext cx="1438367" cy="2377725"/>
            </a:xfrm>
            <a:prstGeom prst="rect">
              <a:avLst/>
            </a:prstGeom>
          </p:spPr>
          <p:txBody>
            <a:bodyPr lIns="33867" tIns="33867" rIns="33867" bIns="33867" rtlCol="0" anchor="ctr"/>
            <a:lstStyle/>
            <a:p>
              <a:pPr marL="0" marR="0" lvl="0" indent="0" algn="ctr" defTabSz="609630" rtl="0" eaLnBrk="1" fontAlgn="auto" latinLnBrk="0" hangingPunct="1">
                <a:lnSpc>
                  <a:spcPts val="1837"/>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sp>
        <p:nvSpPr>
          <p:cNvPr id="26" name="TextBox 26"/>
          <p:cNvSpPr txBox="1"/>
          <p:nvPr/>
        </p:nvSpPr>
        <p:spPr>
          <a:xfrm>
            <a:off x="2157007" y="2151258"/>
            <a:ext cx="5216665" cy="2954655"/>
          </a:xfrm>
          <a:prstGeom prst="rect">
            <a:avLst/>
          </a:prstGeom>
        </p:spPr>
        <p:txBody>
          <a:bodyPr wrap="square" lIns="0" tIns="0" rIns="0" bIns="0" rtlCol="0" anchor="b">
            <a:spAutoFit/>
          </a:bodyPr>
          <a:lstStyle/>
          <a:p>
            <a:pPr lvl="0" algn="ctr" defTabSz="609630" rtl="1">
              <a:defRPr/>
            </a:pPr>
            <a:r>
              <a:rPr lang="ur-PK" sz="9600" dirty="0">
                <a:solidFill>
                  <a:srgbClr val="343432"/>
                </a:solidFill>
                <a:latin typeface="Jameel Noori Nastaleeq"/>
                <a:ea typeface="Jameel Noori Nastaleeq"/>
                <a:cs typeface="Jameel Noori Nastaleeq"/>
                <a:sym typeface="Jameel Noori Nastaleeq"/>
                <a:rtl/>
              </a:rPr>
              <a:t>کلام الہی کی تمام کلاموں پر فضیلت</a:t>
            </a:r>
            <a:endParaRPr lang="en-US" sz="9600" dirty="0">
              <a:solidFill>
                <a:srgbClr val="343432"/>
              </a:solidFill>
              <a:latin typeface="Jameel Noori Nastaleeq"/>
              <a:ea typeface="Jameel Noori Nastaleeq"/>
              <a:cs typeface="Jameel Noori Nastaleeq"/>
              <a:sym typeface="Jameel Noori Nastaleeq"/>
            </a:endParaRPr>
          </a:p>
        </p:txBody>
      </p:sp>
      <p:grpSp>
        <p:nvGrpSpPr>
          <p:cNvPr id="27" name="Group 21">
            <a:extLst>
              <a:ext uri="{FF2B5EF4-FFF2-40B4-BE49-F238E27FC236}">
                <a16:creationId xmlns:a16="http://schemas.microsoft.com/office/drawing/2014/main" id="{262D9AF1-003A-489D-9732-B70918804402}"/>
              </a:ext>
            </a:extLst>
          </p:cNvPr>
          <p:cNvGrpSpPr/>
          <p:nvPr/>
        </p:nvGrpSpPr>
        <p:grpSpPr>
          <a:xfrm>
            <a:off x="4765340" y="837311"/>
            <a:ext cx="2754715" cy="734620"/>
            <a:chOff x="0" y="-76200"/>
            <a:chExt cx="2394065" cy="638443"/>
          </a:xfrm>
        </p:grpSpPr>
        <p:sp>
          <p:nvSpPr>
            <p:cNvPr id="28" name="Freeform 22">
              <a:extLst>
                <a:ext uri="{FF2B5EF4-FFF2-40B4-BE49-F238E27FC236}">
                  <a16:creationId xmlns:a16="http://schemas.microsoft.com/office/drawing/2014/main" id="{B1BF81B1-928A-4999-828F-430D34FDCDB1}"/>
                </a:ext>
              </a:extLst>
            </p:cNvPr>
            <p:cNvSpPr/>
            <p:nvPr/>
          </p:nvSpPr>
          <p:spPr>
            <a:xfrm>
              <a:off x="0" y="0"/>
              <a:ext cx="2394065" cy="562243"/>
            </a:xfrm>
            <a:custGeom>
              <a:avLst/>
              <a:gdLst/>
              <a:ahLst/>
              <a:cxnLst/>
              <a:rect l="l" t="t" r="r" b="b"/>
              <a:pathLst>
                <a:path w="2394065" h="562243">
                  <a:moveTo>
                    <a:pt x="76818" y="0"/>
                  </a:moveTo>
                  <a:lnTo>
                    <a:pt x="2317247" y="0"/>
                  </a:lnTo>
                  <a:cubicBezTo>
                    <a:pt x="2359673" y="0"/>
                    <a:pt x="2394065" y="34393"/>
                    <a:pt x="2394065" y="76818"/>
                  </a:cubicBezTo>
                  <a:lnTo>
                    <a:pt x="2394065" y="485424"/>
                  </a:lnTo>
                  <a:cubicBezTo>
                    <a:pt x="2394065" y="527850"/>
                    <a:pt x="2359673" y="562243"/>
                    <a:pt x="2317247" y="562243"/>
                  </a:cubicBezTo>
                  <a:lnTo>
                    <a:pt x="76818" y="562243"/>
                  </a:lnTo>
                  <a:cubicBezTo>
                    <a:pt x="56445" y="562243"/>
                    <a:pt x="36906" y="554149"/>
                    <a:pt x="22500" y="539743"/>
                  </a:cubicBezTo>
                  <a:cubicBezTo>
                    <a:pt x="8093" y="525337"/>
                    <a:pt x="0" y="505798"/>
                    <a:pt x="0" y="485424"/>
                  </a:cubicBezTo>
                  <a:lnTo>
                    <a:pt x="0" y="76818"/>
                  </a:lnTo>
                  <a:cubicBezTo>
                    <a:pt x="0" y="34393"/>
                    <a:pt x="34393" y="0"/>
                    <a:pt x="76818" y="0"/>
                  </a:cubicBezTo>
                  <a:close/>
                </a:path>
              </a:pathLst>
            </a:custGeom>
            <a:solidFill>
              <a:srgbClr val="106861"/>
            </a:solidFill>
            <a:ln cap="rnd">
              <a:noFill/>
              <a:prstDash val="solid"/>
              <a:round/>
            </a:ln>
          </p:spPr>
        </p:sp>
        <p:sp>
          <p:nvSpPr>
            <p:cNvPr id="29" name="TextBox 23">
              <a:extLst>
                <a:ext uri="{FF2B5EF4-FFF2-40B4-BE49-F238E27FC236}">
                  <a16:creationId xmlns:a16="http://schemas.microsoft.com/office/drawing/2014/main" id="{56652EE9-9DB3-4A1A-83F5-6359F02458A4}"/>
                </a:ext>
              </a:extLst>
            </p:cNvPr>
            <p:cNvSpPr txBox="1"/>
            <p:nvPr/>
          </p:nvSpPr>
          <p:spPr>
            <a:xfrm>
              <a:off x="0" y="-76200"/>
              <a:ext cx="2394065" cy="638443"/>
            </a:xfrm>
            <a:prstGeom prst="rect">
              <a:avLst/>
            </a:prstGeom>
          </p:spPr>
          <p:txBody>
            <a:bodyPr lIns="0" tIns="0" rIns="0" bIns="0" rtlCol="0" anchor="ctr"/>
            <a:lstStyle/>
            <a:p>
              <a:pPr marL="0" marR="0" lvl="0" indent="0" algn="ctr" defTabSz="609630" rtl="1" eaLnBrk="1" fontAlgn="auto" latinLnBrk="0" hangingPunct="1">
                <a:lnSpc>
                  <a:spcPts val="3772"/>
                </a:lnSpc>
                <a:spcBef>
                  <a:spcPct val="0"/>
                </a:spcBef>
                <a:spcAft>
                  <a:spcPts val="0"/>
                </a:spcAft>
                <a:buClrTx/>
                <a:buSzTx/>
                <a:buFontTx/>
                <a:buNone/>
                <a:tabLst/>
                <a:defRPr/>
              </a:pPr>
              <a:r>
                <a:rPr kumimoji="0" lang="ar-EG" sz="2733" b="0" i="0" u="none" strike="noStrike" kern="1200" cap="none" spc="0" normalizeH="0" baseline="0" noProof="0" dirty="0">
                  <a:ln>
                    <a:noFill/>
                  </a:ln>
                  <a:solidFill>
                    <a:srgbClr val="FFFFFF"/>
                  </a:solidFill>
                  <a:effectLst/>
                  <a:uLnTx/>
                  <a:uFillTx/>
                  <a:latin typeface="Open Sauce"/>
                  <a:ea typeface="Open Sauce"/>
                  <a:cs typeface="Open Sauce"/>
                  <a:sym typeface="Open Sauce"/>
                  <a:rtl/>
                </a:rPr>
                <a:t>حدیث رسول ﷺ</a:t>
              </a:r>
            </a:p>
          </p:txBody>
        </p:sp>
      </p:grpSp>
      <p:pic>
        <p:nvPicPr>
          <p:cNvPr id="31" name="Picture 30">
            <a:extLst>
              <a:ext uri="{FF2B5EF4-FFF2-40B4-BE49-F238E27FC236}">
                <a16:creationId xmlns:a16="http://schemas.microsoft.com/office/drawing/2014/main" id="{D173F5C9-35C8-4601-A627-279C05D0F4E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906327" y="683895"/>
            <a:ext cx="3455548" cy="549523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238ED1A8-B8CE-4153-93A2-E1CECDEFDCB7}"/>
              </a:ext>
            </a:extLst>
          </p:cNvPr>
          <p:cNvSpPr txBox="1"/>
          <p:nvPr/>
        </p:nvSpPr>
        <p:spPr>
          <a:xfrm>
            <a:off x="3773493" y="682208"/>
            <a:ext cx="3967424" cy="1015663"/>
          </a:xfrm>
          <a:prstGeom prst="rect">
            <a:avLst/>
          </a:prstGeom>
          <a:noFill/>
        </p:spPr>
        <p:txBody>
          <a:bodyPr wrap="square" rtlCol="0" anchor="b">
            <a:spAutoFit/>
            <a:scene3d>
              <a:camera prst="orthographicFront"/>
              <a:lightRig rig="harsh" dir="t"/>
            </a:scene3d>
            <a:sp3d extrusionH="57150" prstMaterial="matte">
              <a:bevelT w="63500" h="12700" prst="angle"/>
              <a:contourClr>
                <a:schemeClr val="bg1">
                  <a:lumMod val="65000"/>
                </a:schemeClr>
              </a:contourClr>
            </a:sp3d>
          </a:bodyPr>
          <a:lstStyle/>
          <a:p>
            <a:pPr marL="0" marR="0" lvl="0" indent="0" algn="ctr" defTabSz="1088418" rtl="1" eaLnBrk="1" fontAlgn="auto" latinLnBrk="0" hangingPunct="1">
              <a:lnSpc>
                <a:spcPct val="100000"/>
              </a:lnSpc>
              <a:spcBef>
                <a:spcPts val="0"/>
              </a:spcBef>
              <a:spcAft>
                <a:spcPts val="0"/>
              </a:spcAft>
              <a:buClrTx/>
              <a:buSzTx/>
              <a:buFontTx/>
              <a:buNone/>
              <a:tabLst/>
              <a:defRPr/>
            </a:pPr>
            <a:r>
              <a:rPr kumimoji="0" lang="ur-PK" sz="6000" b="1" i="0" u="none" strike="noStrike" kern="1200" cap="none" spc="0" normalizeH="0" baseline="0" noProof="0" dirty="0">
                <a:ln/>
                <a:solidFill>
                  <a:srgbClr val="FFC000">
                    <a:lumMod val="60000"/>
                    <a:lumOff val="40000"/>
                  </a:srgbClr>
                </a:solidFill>
                <a:effectLst/>
                <a:uLnTx/>
                <a:uFillTx/>
                <a:latin typeface="Jameel Noori Nastaleeq" panose="02000503000000020004" pitchFamily="2" charset="-78"/>
                <a:ea typeface="+mn-ea"/>
                <a:cs typeface="Jameel Noori Nastaleeq" panose="02000503000000020004" pitchFamily="2" charset="-78"/>
              </a:rPr>
              <a:t>حدیث رسول </a:t>
            </a:r>
            <a:r>
              <a:rPr kumimoji="0" lang="ur-PK" sz="6000" b="1" i="0" u="none" strike="noStrike" kern="1200" cap="none" spc="0" normalizeH="0" baseline="0" noProof="0" dirty="0">
                <a:ln/>
                <a:solidFill>
                  <a:srgbClr val="FFC000">
                    <a:lumMod val="60000"/>
                    <a:lumOff val="40000"/>
                  </a:srgbClr>
                </a:solidFill>
                <a:effectLst/>
                <a:uLnTx/>
                <a:uFillTx/>
                <a:latin typeface="Alvi Nastaleeq" panose="02000503000000020004" pitchFamily="2" charset="-78"/>
                <a:ea typeface="+mn-ea"/>
                <a:cs typeface="Alvi Nastaleeq" panose="02000503000000020004" pitchFamily="2" charset="-78"/>
              </a:rPr>
              <a:t>ﷺ</a:t>
            </a:r>
            <a:endParaRPr kumimoji="0" lang="en-US" sz="6000" b="1" i="0" u="none" strike="noStrike" kern="1200" cap="none" spc="0" normalizeH="0" baseline="0" noProof="0" dirty="0">
              <a:ln/>
              <a:solidFill>
                <a:srgbClr val="FFC000">
                  <a:lumMod val="60000"/>
                  <a:lumOff val="40000"/>
                </a:srgbClr>
              </a:solidFill>
              <a:effectLst/>
              <a:uLnTx/>
              <a:uFillTx/>
              <a:latin typeface="Alvi Nastaleeq" panose="02000503000000020004" pitchFamily="2" charset="-78"/>
              <a:ea typeface="+mn-ea"/>
              <a:cs typeface="Alvi Nastaleeq" panose="02000503000000020004" pitchFamily="2" charset="-78"/>
            </a:endParaRPr>
          </a:p>
        </p:txBody>
      </p:sp>
      <p:sp>
        <p:nvSpPr>
          <p:cNvPr id="9" name="Rectangle 8">
            <a:extLst>
              <a:ext uri="{FF2B5EF4-FFF2-40B4-BE49-F238E27FC236}">
                <a16:creationId xmlns:a16="http://schemas.microsoft.com/office/drawing/2014/main" id="{BB57EFC1-AD57-43C6-B5B5-E9129DA6ED6F}"/>
              </a:ext>
            </a:extLst>
          </p:cNvPr>
          <p:cNvSpPr/>
          <p:nvPr/>
        </p:nvSpPr>
        <p:spPr>
          <a:xfrm>
            <a:off x="1076036" y="4414334"/>
            <a:ext cx="10039928" cy="1323439"/>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ur-PK" sz="4000" b="0" i="0" u="none" strike="noStrike" kern="1200" cap="none" spc="0" normalizeH="0" baseline="0" noProof="0" dirty="0">
                <a:ln>
                  <a:noFill/>
                </a:ln>
                <a:solidFill>
                  <a:prstClr val="white"/>
                </a:solidFill>
                <a:effectLst/>
                <a:uLnTx/>
                <a:uFillTx/>
                <a:latin typeface="Jameel Noori Nastaleeq" panose="02000503000000020004" pitchFamily="2" charset="-78"/>
                <a:ea typeface="+mn-ea"/>
                <a:cs typeface="Jameel Noori Nastaleeq" panose="02000503000000020004" pitchFamily="2" charset="-78"/>
              </a:rPr>
              <a:t>"اللہ کے کلام (قرآن) کو باقی تمام کلام پر وہی فضیلت حاصل ہے، جو اللہ کو اپنی مخلوق پر حاصل ہے۔"</a:t>
            </a:r>
          </a:p>
        </p:txBody>
      </p:sp>
      <p:sp>
        <p:nvSpPr>
          <p:cNvPr id="3" name="Rectangle 2">
            <a:extLst>
              <a:ext uri="{FF2B5EF4-FFF2-40B4-BE49-F238E27FC236}">
                <a16:creationId xmlns:a16="http://schemas.microsoft.com/office/drawing/2014/main" id="{AD80520B-3DD9-4F45-8036-401F4255087F}"/>
              </a:ext>
            </a:extLst>
          </p:cNvPr>
          <p:cNvSpPr/>
          <p:nvPr/>
        </p:nvSpPr>
        <p:spPr>
          <a:xfrm>
            <a:off x="1257175" y="2225105"/>
            <a:ext cx="9677649" cy="83099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ur-PK" sz="4800" b="0" i="0" u="none" strike="noStrike" kern="1200" cap="none" spc="0" normalizeH="0" baseline="0" noProof="0" dirty="0">
                <a:ln>
                  <a:noFill/>
                </a:ln>
                <a:solidFill>
                  <a:srgbClr val="F4D062"/>
                </a:solidFill>
                <a:effectLst/>
                <a:uLnTx/>
                <a:uFillTx/>
                <a:latin typeface="Al Qalam Quran Majeed" panose="02010000000000000000" pitchFamily="2" charset="-78"/>
                <a:ea typeface="+mn-ea"/>
                <a:cs typeface="Al Qalam Quran Majeed" panose="02010000000000000000" pitchFamily="2" charset="-78"/>
              </a:rPr>
              <a:t>فَضْلُ كَلَامِ اللَّهِ عَلَى سَائِرِ الْكَلَامِ، كَفَضْلِ اللَّهِ عَلَى خَلْقِهِ</a:t>
            </a:r>
          </a:p>
        </p:txBody>
      </p:sp>
      <p:sp>
        <p:nvSpPr>
          <p:cNvPr id="6" name="Rectangle 5">
            <a:extLst>
              <a:ext uri="{FF2B5EF4-FFF2-40B4-BE49-F238E27FC236}">
                <a16:creationId xmlns:a16="http://schemas.microsoft.com/office/drawing/2014/main" id="{D0549D78-A112-43CE-B99F-53F3BEA1D02F}"/>
              </a:ext>
            </a:extLst>
          </p:cNvPr>
          <p:cNvSpPr/>
          <p:nvPr/>
        </p:nvSpPr>
        <p:spPr>
          <a:xfrm>
            <a:off x="1679332" y="3531706"/>
            <a:ext cx="1762021" cy="4616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ur-PK" sz="2400" b="0" i="0" u="none" strike="noStrike" kern="1200" cap="none" spc="0" normalizeH="0" baseline="0" noProof="0" dirty="0">
                <a:ln>
                  <a:noFill/>
                </a:ln>
                <a:solidFill>
                  <a:prstClr val="white"/>
                </a:solidFill>
                <a:effectLst/>
                <a:uLnTx/>
                <a:uFillTx/>
                <a:latin typeface="Jameel Noori Nastaleeq" panose="02000503000000020004" pitchFamily="2" charset="-78"/>
                <a:ea typeface="+mn-ea"/>
                <a:cs typeface="Jameel Noori Nastaleeq" panose="02000503000000020004" pitchFamily="2" charset="-78"/>
              </a:rPr>
              <a:t>سنن الترمذی: 2927</a:t>
            </a:r>
            <a:endParaRPr kumimoji="0" lang="en-US" sz="2400" b="0" i="0" u="none" strike="noStrike" kern="1200" cap="none" spc="0" normalizeH="0" baseline="0" noProof="0" dirty="0">
              <a:ln>
                <a:noFill/>
              </a:ln>
              <a:solidFill>
                <a:prstClr val="white"/>
              </a:solidFill>
              <a:effectLst/>
              <a:uLnTx/>
              <a:uFillTx/>
              <a:latin typeface="Jameel Noori Nastaleeq" panose="02000503000000020004" pitchFamily="2" charset="-78"/>
              <a:ea typeface="+mn-ea"/>
              <a:cs typeface="Jameel Noori Nastaleeq" panose="02000503000000020004" pitchFamily="2" charset="-78"/>
            </a:endParaRPr>
          </a:p>
        </p:txBody>
      </p:sp>
    </p:spTree>
    <p:extLst>
      <p:ext uri="{BB962C8B-B14F-4D97-AF65-F5344CB8AC3E}">
        <p14:creationId xmlns:p14="http://schemas.microsoft.com/office/powerpoint/2010/main" val="26242368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grpSp>
        <p:nvGrpSpPr>
          <p:cNvPr id="2" name="Group 2"/>
          <p:cNvGrpSpPr/>
          <p:nvPr/>
        </p:nvGrpSpPr>
        <p:grpSpPr>
          <a:xfrm>
            <a:off x="8698613" y="38101"/>
            <a:ext cx="1849839" cy="6819900"/>
            <a:chOff x="0" y="0"/>
            <a:chExt cx="730801" cy="2976105"/>
          </a:xfrm>
        </p:grpSpPr>
        <p:sp>
          <p:nvSpPr>
            <p:cNvPr id="3" name="Freeform 3"/>
            <p:cNvSpPr/>
            <p:nvPr/>
          </p:nvSpPr>
          <p:spPr>
            <a:xfrm>
              <a:off x="0" y="0"/>
              <a:ext cx="730801" cy="2976105"/>
            </a:xfrm>
            <a:custGeom>
              <a:avLst/>
              <a:gdLst/>
              <a:ahLst/>
              <a:cxnLst/>
              <a:rect l="l" t="t" r="r" b="b"/>
              <a:pathLst>
                <a:path w="730801" h="2976105">
                  <a:moveTo>
                    <a:pt x="0" y="0"/>
                  </a:moveTo>
                  <a:lnTo>
                    <a:pt x="730801" y="0"/>
                  </a:lnTo>
                  <a:lnTo>
                    <a:pt x="730801" y="2976105"/>
                  </a:lnTo>
                  <a:lnTo>
                    <a:pt x="0" y="2976105"/>
                  </a:lnTo>
                  <a:close/>
                </a:path>
              </a:pathLst>
            </a:custGeom>
            <a:solidFill>
              <a:srgbClr val="1C5739"/>
            </a:solidFill>
          </p:spPr>
        </p:sp>
        <p:sp>
          <p:nvSpPr>
            <p:cNvPr id="4" name="TextBox 4"/>
            <p:cNvSpPr txBox="1"/>
            <p:nvPr/>
          </p:nvSpPr>
          <p:spPr>
            <a:xfrm>
              <a:off x="0" y="-19050"/>
              <a:ext cx="730801" cy="2995155"/>
            </a:xfrm>
            <a:prstGeom prst="rect">
              <a:avLst/>
            </a:prstGeom>
          </p:spPr>
          <p:txBody>
            <a:bodyPr lIns="33867" tIns="33867" rIns="33867" bIns="33867" rtlCol="0" anchor="ctr"/>
            <a:lstStyle/>
            <a:p>
              <a:pPr marL="0" marR="0" lvl="0" indent="0" algn="ctr" defTabSz="609630" rtl="0" eaLnBrk="1" fontAlgn="auto" latinLnBrk="0" hangingPunct="1">
                <a:lnSpc>
                  <a:spcPts val="1906"/>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Freeform 5"/>
          <p:cNvSpPr/>
          <p:nvPr/>
        </p:nvSpPr>
        <p:spPr>
          <a:xfrm>
            <a:off x="9466941" y="5239059"/>
            <a:ext cx="2537714" cy="1388821"/>
          </a:xfrm>
          <a:custGeom>
            <a:avLst/>
            <a:gdLst/>
            <a:ahLst/>
            <a:cxnLst/>
            <a:rect l="l" t="t" r="r" b="b"/>
            <a:pathLst>
              <a:path w="3806571" h="2083232">
                <a:moveTo>
                  <a:pt x="0" y="0"/>
                </a:moveTo>
                <a:lnTo>
                  <a:pt x="3806570" y="0"/>
                </a:lnTo>
                <a:lnTo>
                  <a:pt x="3806570" y="2083232"/>
                </a:lnTo>
                <a:lnTo>
                  <a:pt x="0" y="208323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0" y="-10120"/>
            <a:ext cx="1535409" cy="6868120"/>
            <a:chOff x="0" y="0"/>
            <a:chExt cx="812800" cy="2976105"/>
          </a:xfrm>
        </p:grpSpPr>
        <p:sp>
          <p:nvSpPr>
            <p:cNvPr id="7" name="Freeform 7"/>
            <p:cNvSpPr/>
            <p:nvPr/>
          </p:nvSpPr>
          <p:spPr>
            <a:xfrm>
              <a:off x="0" y="0"/>
              <a:ext cx="812800" cy="2976105"/>
            </a:xfrm>
            <a:custGeom>
              <a:avLst/>
              <a:gdLst/>
              <a:ahLst/>
              <a:cxnLst/>
              <a:rect l="l" t="t" r="r" b="b"/>
              <a:pathLst>
                <a:path w="812800" h="2976105">
                  <a:moveTo>
                    <a:pt x="0" y="0"/>
                  </a:moveTo>
                  <a:lnTo>
                    <a:pt x="812800" y="0"/>
                  </a:lnTo>
                  <a:lnTo>
                    <a:pt x="812800" y="2976105"/>
                  </a:lnTo>
                  <a:lnTo>
                    <a:pt x="0" y="2976105"/>
                  </a:lnTo>
                  <a:close/>
                </a:path>
              </a:pathLst>
            </a:custGeom>
            <a:solidFill>
              <a:srgbClr val="1C5739"/>
            </a:solidFill>
          </p:spPr>
        </p:sp>
        <p:sp>
          <p:nvSpPr>
            <p:cNvPr id="8" name="TextBox 8"/>
            <p:cNvSpPr txBox="1"/>
            <p:nvPr/>
          </p:nvSpPr>
          <p:spPr>
            <a:xfrm>
              <a:off x="0" y="-19050"/>
              <a:ext cx="812800" cy="2995155"/>
            </a:xfrm>
            <a:prstGeom prst="rect">
              <a:avLst/>
            </a:prstGeom>
          </p:spPr>
          <p:txBody>
            <a:bodyPr lIns="33867" tIns="33867" rIns="33867" bIns="33867" rtlCol="0" anchor="ctr"/>
            <a:lstStyle/>
            <a:p>
              <a:pPr marL="0" marR="0" lvl="0" indent="0" algn="ctr" defTabSz="609630" rtl="0" eaLnBrk="1" fontAlgn="auto" latinLnBrk="0" hangingPunct="1">
                <a:lnSpc>
                  <a:spcPts val="1906"/>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9" name="Group 9"/>
          <p:cNvGrpSpPr/>
          <p:nvPr/>
        </p:nvGrpSpPr>
        <p:grpSpPr>
          <a:xfrm>
            <a:off x="731338" y="2746824"/>
            <a:ext cx="73491" cy="1879331"/>
            <a:chOff x="0" y="0"/>
            <a:chExt cx="26312" cy="672855"/>
          </a:xfrm>
        </p:grpSpPr>
        <p:sp>
          <p:nvSpPr>
            <p:cNvPr id="10" name="Freeform 10"/>
            <p:cNvSpPr/>
            <p:nvPr/>
          </p:nvSpPr>
          <p:spPr>
            <a:xfrm>
              <a:off x="0" y="0"/>
              <a:ext cx="26312" cy="672855"/>
            </a:xfrm>
            <a:custGeom>
              <a:avLst/>
              <a:gdLst/>
              <a:ahLst/>
              <a:cxnLst/>
              <a:rect l="l" t="t" r="r" b="b"/>
              <a:pathLst>
                <a:path w="26312" h="672855">
                  <a:moveTo>
                    <a:pt x="0" y="0"/>
                  </a:moveTo>
                  <a:lnTo>
                    <a:pt x="26312" y="0"/>
                  </a:lnTo>
                  <a:lnTo>
                    <a:pt x="26312" y="672855"/>
                  </a:lnTo>
                  <a:lnTo>
                    <a:pt x="0" y="672855"/>
                  </a:lnTo>
                  <a:close/>
                </a:path>
              </a:pathLst>
            </a:custGeom>
            <a:solidFill>
              <a:srgbClr val="FFFFFF"/>
            </a:solidFill>
          </p:spPr>
        </p:sp>
        <p:sp>
          <p:nvSpPr>
            <p:cNvPr id="11" name="TextBox 11"/>
            <p:cNvSpPr txBox="1"/>
            <p:nvPr/>
          </p:nvSpPr>
          <p:spPr>
            <a:xfrm>
              <a:off x="0" y="-19050"/>
              <a:ext cx="26312" cy="691905"/>
            </a:xfrm>
            <a:prstGeom prst="rect">
              <a:avLst/>
            </a:prstGeom>
          </p:spPr>
          <p:txBody>
            <a:bodyPr lIns="33867" tIns="33867" rIns="33867" bIns="33867" rtlCol="0" anchor="ctr"/>
            <a:lstStyle/>
            <a:p>
              <a:pPr marL="0" marR="0" lvl="0" indent="0" algn="ctr" defTabSz="609630" rtl="0" eaLnBrk="1" fontAlgn="auto" latinLnBrk="0" hangingPunct="1">
                <a:lnSpc>
                  <a:spcPts val="1906"/>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sp>
        <p:nvSpPr>
          <p:cNvPr id="12" name="Freeform 12"/>
          <p:cNvSpPr/>
          <p:nvPr/>
        </p:nvSpPr>
        <p:spPr>
          <a:xfrm>
            <a:off x="85301" y="39390"/>
            <a:ext cx="2537714" cy="1388821"/>
          </a:xfrm>
          <a:custGeom>
            <a:avLst/>
            <a:gdLst/>
            <a:ahLst/>
            <a:cxnLst/>
            <a:rect l="l" t="t" r="r" b="b"/>
            <a:pathLst>
              <a:path w="3806571" h="2083232">
                <a:moveTo>
                  <a:pt x="0" y="0"/>
                </a:moveTo>
                <a:lnTo>
                  <a:pt x="3806571" y="0"/>
                </a:lnTo>
                <a:lnTo>
                  <a:pt x="3806571" y="2083233"/>
                </a:lnTo>
                <a:lnTo>
                  <a:pt x="0" y="208323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25" name="Group 24">
            <a:extLst>
              <a:ext uri="{FF2B5EF4-FFF2-40B4-BE49-F238E27FC236}">
                <a16:creationId xmlns:a16="http://schemas.microsoft.com/office/drawing/2014/main" id="{F176A0E0-DA27-4442-B5BF-943B48754F6D}"/>
              </a:ext>
            </a:extLst>
          </p:cNvPr>
          <p:cNvGrpSpPr/>
          <p:nvPr/>
        </p:nvGrpSpPr>
        <p:grpSpPr>
          <a:xfrm>
            <a:off x="583214" y="101146"/>
            <a:ext cx="1886798" cy="1886798"/>
            <a:chOff x="1464319" y="231143"/>
            <a:chExt cx="1886798" cy="1886798"/>
          </a:xfrm>
        </p:grpSpPr>
        <p:sp>
          <p:nvSpPr>
            <p:cNvPr id="13" name="Freeform 13"/>
            <p:cNvSpPr/>
            <p:nvPr/>
          </p:nvSpPr>
          <p:spPr>
            <a:xfrm>
              <a:off x="1464319" y="231143"/>
              <a:ext cx="1886798" cy="1886798"/>
            </a:xfrm>
            <a:custGeom>
              <a:avLst/>
              <a:gdLst/>
              <a:ahLst/>
              <a:cxnLst/>
              <a:rect l="l" t="t" r="r" b="b"/>
              <a:pathLst>
                <a:path w="2830197" h="2830197">
                  <a:moveTo>
                    <a:pt x="0" y="0"/>
                  </a:moveTo>
                  <a:lnTo>
                    <a:pt x="2830198" y="0"/>
                  </a:lnTo>
                  <a:lnTo>
                    <a:pt x="2830198" y="2830197"/>
                  </a:lnTo>
                  <a:lnTo>
                    <a:pt x="0" y="2830197"/>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sp>
        <p:grpSp>
          <p:nvGrpSpPr>
            <p:cNvPr id="14" name="Group 14"/>
            <p:cNvGrpSpPr/>
            <p:nvPr/>
          </p:nvGrpSpPr>
          <p:grpSpPr>
            <a:xfrm>
              <a:off x="1646991" y="409201"/>
              <a:ext cx="1535408" cy="1535402"/>
              <a:chOff x="150197" y="800822"/>
              <a:chExt cx="6350000" cy="6349975"/>
            </a:xfrm>
          </p:grpSpPr>
          <p:sp>
            <p:nvSpPr>
              <p:cNvPr id="15" name="Freeform 15"/>
              <p:cNvSpPr/>
              <p:nvPr/>
            </p:nvSpPr>
            <p:spPr>
              <a:xfrm>
                <a:off x="150197" y="800822"/>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8"/>
                <a:stretch>
                  <a:fillRect/>
                </a:stretch>
              </a:blipFill>
            </p:spPr>
          </p:sp>
        </p:grpSp>
      </p:grpSp>
      <p:sp>
        <p:nvSpPr>
          <p:cNvPr id="16" name="TextBox 16"/>
          <p:cNvSpPr txBox="1"/>
          <p:nvPr/>
        </p:nvSpPr>
        <p:spPr>
          <a:xfrm>
            <a:off x="8098917" y="4862034"/>
            <a:ext cx="3044952" cy="1027782"/>
          </a:xfrm>
          <a:prstGeom prst="rect">
            <a:avLst/>
          </a:prstGeom>
        </p:spPr>
        <p:txBody>
          <a:bodyPr lIns="0" tIns="0" rIns="0" bIns="0" rtlCol="0" anchor="t">
            <a:spAutoFit/>
          </a:bodyPr>
          <a:lstStyle/>
          <a:p>
            <a:pPr marL="0" marR="0" lvl="0" indent="0" algn="ctr" defTabSz="609630" rtl="1" eaLnBrk="1" fontAlgn="auto" latinLnBrk="0" hangingPunct="1">
              <a:lnSpc>
                <a:spcPts val="4056"/>
              </a:lnSpc>
              <a:spcBef>
                <a:spcPts val="0"/>
              </a:spcBef>
              <a:spcAft>
                <a:spcPts val="0"/>
              </a:spcAft>
              <a:buClrTx/>
              <a:buSzTx/>
              <a:buFontTx/>
              <a:buNone/>
              <a:tabLst/>
              <a:defRPr/>
            </a:pPr>
            <a:r>
              <a:rPr kumimoji="0" lang="ar-EG" sz="2797" b="0" i="0" u="none" strike="noStrike" kern="1200" cap="none" spc="0" normalizeH="0" baseline="0" noProof="0">
                <a:ln>
                  <a:noFill/>
                </a:ln>
                <a:solidFill>
                  <a:srgbClr val="343432"/>
                </a:solidFill>
                <a:effectLst/>
                <a:uLnTx/>
                <a:uFillTx/>
                <a:latin typeface="Jameel Noori Nastaleeq"/>
                <a:ea typeface="Jameel Noori Nastaleeq"/>
                <a:cs typeface="Jameel Noori Nastaleeq"/>
                <a:sym typeface="Jameel Noori Nastaleeq"/>
                <a:rtl/>
              </a:rPr>
              <a:t>سورہ بقرہ </a:t>
            </a:r>
          </a:p>
          <a:p>
            <a:pPr marL="0" marR="0" lvl="0" indent="0" algn="ctr" defTabSz="609630" rtl="1" eaLnBrk="1" fontAlgn="auto" latinLnBrk="0" hangingPunct="1">
              <a:lnSpc>
                <a:spcPts val="4056"/>
              </a:lnSpc>
              <a:spcBef>
                <a:spcPts val="0"/>
              </a:spcBef>
              <a:spcAft>
                <a:spcPts val="0"/>
              </a:spcAft>
              <a:buClrTx/>
              <a:buSzTx/>
              <a:buFontTx/>
              <a:buNone/>
              <a:tabLst/>
              <a:defRPr/>
            </a:pPr>
            <a:r>
              <a:rPr kumimoji="0" lang="ar-EG" sz="2797" b="0" i="0" u="none" strike="noStrike" kern="1200" cap="none" spc="0" normalizeH="0" baseline="0" noProof="0">
                <a:ln>
                  <a:noFill/>
                </a:ln>
                <a:solidFill>
                  <a:srgbClr val="343432"/>
                </a:solidFill>
                <a:effectLst/>
                <a:uLnTx/>
                <a:uFillTx/>
                <a:latin typeface="Jameel Noori Nastaleeq"/>
                <a:ea typeface="Jameel Noori Nastaleeq"/>
                <a:cs typeface="Jameel Noori Nastaleeq"/>
                <a:sym typeface="Jameel Noori Nastaleeq"/>
                <a:rtl/>
              </a:rPr>
              <a:t>آیت </a:t>
            </a:r>
            <a:r>
              <a:rPr kumimoji="0" lang="en-US" sz="2797" b="0" i="0" u="none" strike="noStrike" kern="1200" cap="none" spc="0" normalizeH="0" baseline="0" noProof="0">
                <a:ln>
                  <a:noFill/>
                </a:ln>
                <a:solidFill>
                  <a:srgbClr val="343432"/>
                </a:solidFill>
                <a:effectLst/>
                <a:uLnTx/>
                <a:uFillTx/>
                <a:latin typeface="Jameel Noori Nastaleeq"/>
                <a:ea typeface="Jameel Noori Nastaleeq"/>
                <a:cs typeface="Jameel Noori Nastaleeq"/>
                <a:sym typeface="Jameel Noori Nastaleeq"/>
              </a:rPr>
              <a:t>5</a:t>
            </a:r>
            <a:r>
              <a:rPr kumimoji="0" lang="ar-EG" sz="2797" b="0" i="0" u="none" strike="noStrike" kern="1200" cap="none" spc="0" normalizeH="0" baseline="0" noProof="0">
                <a:ln>
                  <a:noFill/>
                </a:ln>
                <a:solidFill>
                  <a:srgbClr val="343432"/>
                </a:solidFill>
                <a:effectLst/>
                <a:uLnTx/>
                <a:uFillTx/>
                <a:latin typeface="Jameel Noori Nastaleeq"/>
                <a:ea typeface="Jameel Noori Nastaleeq"/>
                <a:cs typeface="Jameel Noori Nastaleeq"/>
                <a:sym typeface="Jameel Noori Nastaleeq"/>
                <a:rtl/>
              </a:rPr>
              <a:t> تا </a:t>
            </a:r>
            <a:r>
              <a:rPr kumimoji="0" lang="en-US" sz="2797" b="0" i="0" u="none" strike="noStrike" kern="1200" cap="none" spc="0" normalizeH="0" baseline="0" noProof="0">
                <a:ln>
                  <a:noFill/>
                </a:ln>
                <a:solidFill>
                  <a:srgbClr val="343432"/>
                </a:solidFill>
                <a:effectLst/>
                <a:uLnTx/>
                <a:uFillTx/>
                <a:latin typeface="Jameel Noori Nastaleeq"/>
                <a:ea typeface="Jameel Noori Nastaleeq"/>
                <a:cs typeface="Jameel Noori Nastaleeq"/>
                <a:sym typeface="Jameel Noori Nastaleeq"/>
              </a:rPr>
              <a:t>10</a:t>
            </a:r>
          </a:p>
        </p:txBody>
      </p:sp>
      <p:grpSp>
        <p:nvGrpSpPr>
          <p:cNvPr id="17" name="Group 17"/>
          <p:cNvGrpSpPr/>
          <p:nvPr/>
        </p:nvGrpSpPr>
        <p:grpSpPr>
          <a:xfrm>
            <a:off x="7720870" y="683491"/>
            <a:ext cx="3660207" cy="5320146"/>
            <a:chOff x="0" y="0"/>
            <a:chExt cx="1438367" cy="2206879"/>
          </a:xfrm>
        </p:grpSpPr>
        <p:sp>
          <p:nvSpPr>
            <p:cNvPr id="18" name="Freeform 18"/>
            <p:cNvSpPr/>
            <p:nvPr/>
          </p:nvSpPr>
          <p:spPr>
            <a:xfrm>
              <a:off x="0" y="0"/>
              <a:ext cx="1438367" cy="2206878"/>
            </a:xfrm>
            <a:custGeom>
              <a:avLst/>
              <a:gdLst/>
              <a:ahLst/>
              <a:cxnLst/>
              <a:rect l="l" t="t" r="r" b="b"/>
              <a:pathLst>
                <a:path w="1438367" h="2206878">
                  <a:moveTo>
                    <a:pt x="57814" y="0"/>
                  </a:moveTo>
                  <a:lnTo>
                    <a:pt x="1380553" y="0"/>
                  </a:lnTo>
                  <a:cubicBezTo>
                    <a:pt x="1395886" y="0"/>
                    <a:pt x="1410591" y="6091"/>
                    <a:pt x="1421433" y="16933"/>
                  </a:cubicBezTo>
                  <a:cubicBezTo>
                    <a:pt x="1432276" y="27776"/>
                    <a:pt x="1438367" y="42481"/>
                    <a:pt x="1438367" y="57814"/>
                  </a:cubicBezTo>
                  <a:lnTo>
                    <a:pt x="1438367" y="2149064"/>
                  </a:lnTo>
                  <a:cubicBezTo>
                    <a:pt x="1438367" y="2180994"/>
                    <a:pt x="1412483" y="2206878"/>
                    <a:pt x="1380553" y="2206878"/>
                  </a:cubicBezTo>
                  <a:lnTo>
                    <a:pt x="57814" y="2206878"/>
                  </a:lnTo>
                  <a:cubicBezTo>
                    <a:pt x="25884" y="2206878"/>
                    <a:pt x="0" y="2180994"/>
                    <a:pt x="0" y="2149064"/>
                  </a:cubicBezTo>
                  <a:lnTo>
                    <a:pt x="0" y="57814"/>
                  </a:lnTo>
                  <a:cubicBezTo>
                    <a:pt x="0" y="25884"/>
                    <a:pt x="25884" y="0"/>
                    <a:pt x="57814" y="0"/>
                  </a:cubicBezTo>
                  <a:close/>
                </a:path>
              </a:pathLst>
            </a:custGeom>
            <a:solidFill>
              <a:srgbClr val="FFFFFF"/>
            </a:solidFill>
            <a:ln w="47625" cap="rnd">
              <a:solidFill>
                <a:srgbClr val="000000"/>
              </a:solidFill>
              <a:prstDash val="solid"/>
              <a:round/>
            </a:ln>
          </p:spPr>
        </p:sp>
        <p:sp>
          <p:nvSpPr>
            <p:cNvPr id="19" name="TextBox 19"/>
            <p:cNvSpPr txBox="1"/>
            <p:nvPr/>
          </p:nvSpPr>
          <p:spPr>
            <a:xfrm>
              <a:off x="0" y="-38100"/>
              <a:ext cx="1438367" cy="2244979"/>
            </a:xfrm>
            <a:prstGeom prst="rect">
              <a:avLst/>
            </a:prstGeom>
          </p:spPr>
          <p:txBody>
            <a:bodyPr lIns="33867" tIns="33867" rIns="33867" bIns="33867" rtlCol="0" anchor="ctr"/>
            <a:lstStyle/>
            <a:p>
              <a:pPr marL="0" marR="0" lvl="0" indent="0" algn="ctr" defTabSz="609630" rtl="0" eaLnBrk="1" fontAlgn="auto" latinLnBrk="0" hangingPunct="1">
                <a:lnSpc>
                  <a:spcPts val="1837"/>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0" name="Group 20"/>
          <p:cNvGrpSpPr/>
          <p:nvPr/>
        </p:nvGrpSpPr>
        <p:grpSpPr>
          <a:xfrm>
            <a:off x="7500363" y="968184"/>
            <a:ext cx="4194123" cy="4611547"/>
            <a:chOff x="0" y="0"/>
            <a:chExt cx="6350000" cy="6350000"/>
          </a:xfrm>
        </p:grpSpPr>
        <p:sp>
          <p:nvSpPr>
            <p:cNvPr id="21" name="Freeform 21"/>
            <p:cNvSpPr/>
            <p:nvPr/>
          </p:nvSpPr>
          <p:spPr>
            <a:xfrm>
              <a:off x="0" y="0"/>
              <a:ext cx="6350000" cy="6351270"/>
            </a:xfrm>
            <a:custGeom>
              <a:avLst/>
              <a:gdLst/>
              <a:ahLst/>
              <a:cxnLst/>
              <a:rect l="l" t="t" r="r" b="b"/>
              <a:pathLst>
                <a:path w="6350000" h="6351270">
                  <a:moveTo>
                    <a:pt x="0" y="5955030"/>
                  </a:moveTo>
                  <a:lnTo>
                    <a:pt x="0" y="394970"/>
                  </a:lnTo>
                  <a:cubicBezTo>
                    <a:pt x="0" y="176530"/>
                    <a:pt x="176530" y="0"/>
                    <a:pt x="394970" y="0"/>
                  </a:cubicBezTo>
                  <a:lnTo>
                    <a:pt x="5956300" y="0"/>
                  </a:lnTo>
                  <a:cubicBezTo>
                    <a:pt x="6173470" y="0"/>
                    <a:pt x="6350000" y="176530"/>
                    <a:pt x="6350000" y="394970"/>
                  </a:cubicBezTo>
                  <a:lnTo>
                    <a:pt x="6350000" y="5956300"/>
                  </a:lnTo>
                  <a:cubicBezTo>
                    <a:pt x="6350000" y="6174740"/>
                    <a:pt x="6173470" y="6351270"/>
                    <a:pt x="5955030" y="6351270"/>
                  </a:cubicBezTo>
                  <a:lnTo>
                    <a:pt x="394970" y="6351270"/>
                  </a:lnTo>
                  <a:cubicBezTo>
                    <a:pt x="176530" y="6350000"/>
                    <a:pt x="0" y="6173470"/>
                    <a:pt x="0" y="5955030"/>
                  </a:cubicBezTo>
                  <a:close/>
                </a:path>
              </a:pathLst>
            </a:custGeom>
            <a:blipFill>
              <a:blip r:embed="rId9"/>
              <a:stretch>
                <a:fillRect l="-38906" r="-38906"/>
              </a:stretch>
            </a:blipFill>
          </p:spPr>
        </p:sp>
      </p:grpSp>
      <p:grpSp>
        <p:nvGrpSpPr>
          <p:cNvPr id="22" name="Group 22"/>
          <p:cNvGrpSpPr/>
          <p:nvPr/>
        </p:nvGrpSpPr>
        <p:grpSpPr>
          <a:xfrm>
            <a:off x="3250300" y="1196768"/>
            <a:ext cx="2704093" cy="651204"/>
            <a:chOff x="0" y="-76922"/>
            <a:chExt cx="2296266" cy="552990"/>
          </a:xfrm>
        </p:grpSpPr>
        <p:sp>
          <p:nvSpPr>
            <p:cNvPr id="23" name="Freeform 23"/>
            <p:cNvSpPr/>
            <p:nvPr/>
          </p:nvSpPr>
          <p:spPr>
            <a:xfrm>
              <a:off x="73276" y="-76922"/>
              <a:ext cx="2222990" cy="476068"/>
            </a:xfrm>
            <a:custGeom>
              <a:avLst/>
              <a:gdLst/>
              <a:ahLst/>
              <a:cxnLst/>
              <a:rect l="l" t="t" r="r" b="b"/>
              <a:pathLst>
                <a:path w="2222990" h="476068">
                  <a:moveTo>
                    <a:pt x="80836" y="0"/>
                  </a:moveTo>
                  <a:lnTo>
                    <a:pt x="2142154" y="0"/>
                  </a:lnTo>
                  <a:cubicBezTo>
                    <a:pt x="2163593" y="0"/>
                    <a:pt x="2184154" y="8517"/>
                    <a:pt x="2199314" y="23676"/>
                  </a:cubicBezTo>
                  <a:cubicBezTo>
                    <a:pt x="2214474" y="38836"/>
                    <a:pt x="2222990" y="59397"/>
                    <a:pt x="2222990" y="80836"/>
                  </a:cubicBezTo>
                  <a:lnTo>
                    <a:pt x="2222990" y="395232"/>
                  </a:lnTo>
                  <a:cubicBezTo>
                    <a:pt x="2222990" y="416671"/>
                    <a:pt x="2214474" y="437232"/>
                    <a:pt x="2199314" y="452392"/>
                  </a:cubicBezTo>
                  <a:cubicBezTo>
                    <a:pt x="2184154" y="467552"/>
                    <a:pt x="2163593" y="476068"/>
                    <a:pt x="2142154" y="476068"/>
                  </a:cubicBezTo>
                  <a:lnTo>
                    <a:pt x="80836" y="476068"/>
                  </a:lnTo>
                  <a:cubicBezTo>
                    <a:pt x="59397" y="476068"/>
                    <a:pt x="38836" y="467552"/>
                    <a:pt x="23676" y="452392"/>
                  </a:cubicBezTo>
                  <a:cubicBezTo>
                    <a:pt x="8517" y="437232"/>
                    <a:pt x="0" y="416671"/>
                    <a:pt x="0" y="395232"/>
                  </a:cubicBezTo>
                  <a:lnTo>
                    <a:pt x="0" y="80836"/>
                  </a:lnTo>
                  <a:cubicBezTo>
                    <a:pt x="0" y="59397"/>
                    <a:pt x="8517" y="38836"/>
                    <a:pt x="23676" y="23676"/>
                  </a:cubicBezTo>
                  <a:cubicBezTo>
                    <a:pt x="38836" y="8517"/>
                    <a:pt x="59397" y="0"/>
                    <a:pt x="80836" y="0"/>
                  </a:cubicBezTo>
                  <a:close/>
                </a:path>
              </a:pathLst>
            </a:custGeom>
            <a:solidFill>
              <a:srgbClr val="CEAD5C"/>
            </a:solidFill>
            <a:ln cap="rnd">
              <a:noFill/>
              <a:prstDash val="solid"/>
              <a:round/>
            </a:ln>
          </p:spPr>
        </p:sp>
        <p:sp>
          <p:nvSpPr>
            <p:cNvPr id="24" name="TextBox 24"/>
            <p:cNvSpPr txBox="1"/>
            <p:nvPr/>
          </p:nvSpPr>
          <p:spPr>
            <a:xfrm>
              <a:off x="0" y="-66675"/>
              <a:ext cx="2222990" cy="542743"/>
            </a:xfrm>
            <a:prstGeom prst="rect">
              <a:avLst/>
            </a:prstGeom>
          </p:spPr>
          <p:txBody>
            <a:bodyPr lIns="0" tIns="0" rIns="0" bIns="0" rtlCol="0" anchor="ctr"/>
            <a:lstStyle/>
            <a:p>
              <a:pPr marL="0" marR="0" lvl="0" indent="0" algn="ctr" defTabSz="609630" rtl="1" eaLnBrk="1" fontAlgn="auto" latinLnBrk="0" hangingPunct="1">
                <a:lnSpc>
                  <a:spcPts val="2667"/>
                </a:lnSpc>
                <a:spcBef>
                  <a:spcPct val="0"/>
                </a:spcBef>
                <a:spcAft>
                  <a:spcPts val="0"/>
                </a:spcAft>
                <a:buClrTx/>
                <a:buSzTx/>
                <a:buFontTx/>
                <a:buNone/>
                <a:tabLst/>
                <a:defRPr/>
              </a:pPr>
              <a:r>
                <a:rPr kumimoji="0" lang="ur-PK" sz="3600" b="1" i="0" u="none" strike="noStrike" kern="1200" cap="none" spc="0" normalizeH="0" baseline="0" noProof="0" dirty="0">
                  <a:ln>
                    <a:noFill/>
                  </a:ln>
                  <a:solidFill>
                    <a:srgbClr val="000000"/>
                  </a:solidFill>
                  <a:effectLst/>
                  <a:uLnTx/>
                  <a:uFillTx/>
                  <a:latin typeface="Open Sauce Bold"/>
                  <a:ea typeface="Open Sauce Bold"/>
                  <a:cs typeface="Open Sauce Bold"/>
                  <a:sym typeface="Open Sauce Bold"/>
                  <a:rtl/>
                </a:rPr>
                <a:t>قواعدِ ترجمہ </a:t>
              </a:r>
              <a:endParaRPr kumimoji="0" lang="ar-EG" sz="3600" b="1" i="0" u="none" strike="noStrike" kern="1200" cap="none" spc="0" normalizeH="0" baseline="0" noProof="0" dirty="0">
                <a:ln>
                  <a:noFill/>
                </a:ln>
                <a:solidFill>
                  <a:srgbClr val="000000"/>
                </a:solidFill>
                <a:effectLst/>
                <a:uLnTx/>
                <a:uFillTx/>
                <a:latin typeface="Open Sauce Bold"/>
                <a:ea typeface="Open Sauce Bold"/>
                <a:cs typeface="Open Sauce Bold"/>
                <a:sym typeface="Open Sauce Bold"/>
                <a:rtl/>
              </a:endParaRPr>
            </a:p>
          </p:txBody>
        </p:sp>
      </p:grpSp>
      <p:sp>
        <p:nvSpPr>
          <p:cNvPr id="27" name="TextBox 27"/>
          <p:cNvSpPr txBox="1"/>
          <p:nvPr/>
        </p:nvSpPr>
        <p:spPr>
          <a:xfrm>
            <a:off x="2397407" y="2601665"/>
            <a:ext cx="4507539" cy="1692771"/>
          </a:xfrm>
          <a:prstGeom prst="rect">
            <a:avLst/>
          </a:prstGeom>
        </p:spPr>
        <p:txBody>
          <a:bodyPr wrap="square" lIns="0" tIns="0" rIns="0" bIns="0" rtlCol="0" anchor="t">
            <a:spAutoFit/>
          </a:bodyPr>
          <a:lstStyle/>
          <a:p>
            <a:pPr marR="0" lvl="0" algn="ctr" defTabSz="609630" rtl="1" eaLnBrk="1" fontAlgn="auto" latinLnBrk="0" hangingPunct="1">
              <a:lnSpc>
                <a:spcPct val="150000"/>
              </a:lnSpc>
              <a:spcBef>
                <a:spcPts val="0"/>
              </a:spcBef>
              <a:spcAft>
                <a:spcPts val="0"/>
              </a:spcAft>
              <a:buClrTx/>
              <a:buSzTx/>
              <a:tabLst/>
              <a:defRPr/>
            </a:pPr>
            <a:r>
              <a:rPr kumimoji="0" lang="ur-PK" sz="80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Jameel Noori Nastaleeq"/>
                <a:ea typeface="Jameel Noori Nastaleeq"/>
                <a:cs typeface="Jameel Noori Nastaleeq"/>
                <a:sym typeface="Jameel Noori Nastaleeq"/>
                <a:rtl/>
              </a:rPr>
              <a:t>ضمائر کا بیان</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Rounded Rectangle 31">
            <a:extLst>
              <a:ext uri="{FF2B5EF4-FFF2-40B4-BE49-F238E27FC236}">
                <a16:creationId xmlns:a16="http://schemas.microsoft.com/office/drawing/2014/main" id="{859E37B2-E7C1-2E11-7B6B-709B76E725F3}"/>
              </a:ext>
            </a:extLst>
          </p:cNvPr>
          <p:cNvSpPr/>
          <p:nvPr/>
        </p:nvSpPr>
        <p:spPr bwMode="auto">
          <a:xfrm>
            <a:off x="987350" y="973427"/>
            <a:ext cx="1804301" cy="822305"/>
          </a:xfrm>
          <a:prstGeom prst="roundRect">
            <a:avLst>
              <a:gd name="adj" fmla="val 50000"/>
            </a:avLst>
          </a:prstGeom>
          <a:noFill/>
          <a:ln>
            <a:no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ur-PK" sz="3200" b="1" i="0" u="none" strike="noStrike" kern="1200" cap="none" spc="0" normalizeH="0" baseline="0" noProof="0" dirty="0">
                <a:ln w="0"/>
                <a:solidFill>
                  <a:prstClr val="black"/>
                </a:solidFill>
                <a:effectLst>
                  <a:outerShdw blurRad="38100" dist="25400" dir="5400000" algn="ctr" rotWithShape="0">
                    <a:srgbClr val="6E747A">
                      <a:alpha val="43000"/>
                    </a:srgbClr>
                  </a:outerShdw>
                </a:effectLst>
                <a:uLnTx/>
                <a:uFillTx/>
                <a:latin typeface="Jameel Noori Nastaleeq" panose="02000503000000020004" pitchFamily="2" charset="-78"/>
                <a:ea typeface="+mn-ea"/>
                <a:cs typeface="Jameel Noori Nastaleeq" panose="02000503000000020004" pitchFamily="2" charset="-78"/>
              </a:rPr>
              <a:t>ضمائر کی حالتیں</a:t>
            </a:r>
            <a:endParaRPr kumimoji="0" lang="en-US" sz="3200" b="1" i="0" u="none" strike="noStrike" kern="1200" cap="none" spc="0" normalizeH="0" baseline="0" noProof="0" dirty="0">
              <a:ln w="0"/>
              <a:solidFill>
                <a:prstClr val="black"/>
              </a:solidFill>
              <a:effectLst>
                <a:outerShdw blurRad="38100" dist="25400" dir="5400000" algn="ctr" rotWithShape="0">
                  <a:srgbClr val="6E747A">
                    <a:alpha val="43000"/>
                  </a:srgbClr>
                </a:outerShdw>
              </a:effectLst>
              <a:uLnTx/>
              <a:uFillTx/>
              <a:latin typeface="Jameel Noori Nastaleeq" panose="02000503000000020004" pitchFamily="2" charset="-78"/>
              <a:ea typeface="+mn-ea"/>
              <a:cs typeface="Jameel Noori Nastaleeq" panose="02000503000000020004" pitchFamily="2" charset="-78"/>
            </a:endParaRPr>
          </a:p>
        </p:txBody>
      </p:sp>
      <p:sp>
        <p:nvSpPr>
          <p:cNvPr id="128" name="Rectangle 127">
            <a:extLst>
              <a:ext uri="{FF2B5EF4-FFF2-40B4-BE49-F238E27FC236}">
                <a16:creationId xmlns:a16="http://schemas.microsoft.com/office/drawing/2014/main" id="{C40FA591-110D-D925-A719-385B34E686DD}"/>
              </a:ext>
            </a:extLst>
          </p:cNvPr>
          <p:cNvSpPr/>
          <p:nvPr/>
        </p:nvSpPr>
        <p:spPr bwMode="auto">
          <a:xfrm>
            <a:off x="1193069" y="4738279"/>
            <a:ext cx="1290387" cy="769441"/>
          </a:xfrm>
          <a:prstGeom prst="rect">
            <a:avLst/>
          </a:prstGeom>
          <a:noFill/>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marL="0" marR="0" lvl="0" indent="0" algn="ctr" defTabSz="914377" rtl="1" eaLnBrk="1" fontAlgn="base" latinLnBrk="0" hangingPunct="1">
              <a:lnSpc>
                <a:spcPct val="100000"/>
              </a:lnSpc>
              <a:spcBef>
                <a:spcPct val="0"/>
              </a:spcBef>
              <a:spcAft>
                <a:spcPct val="0"/>
              </a:spcAft>
              <a:buClrTx/>
              <a:buSzTx/>
              <a:buFontTx/>
              <a:buNone/>
              <a:tabLst/>
              <a:defRPr/>
            </a:pPr>
            <a:r>
              <a:rPr kumimoji="0" lang="ur-PK" sz="4400" b="1"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rPr>
              <a:t>متکلم</a:t>
            </a:r>
            <a:endParaRPr kumimoji="0" lang="en-US" sz="4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Jameel Noori Nastaleeq" panose="02000503000000020004" pitchFamily="2" charset="-78"/>
              <a:ea typeface="+mn-ea"/>
              <a:cs typeface="Jameel Noori Nastaleeq" panose="02000503000000020004" pitchFamily="2" charset="-78"/>
            </a:endParaRPr>
          </a:p>
        </p:txBody>
      </p:sp>
      <p:cxnSp>
        <p:nvCxnSpPr>
          <p:cNvPr id="129" name="Straight Connector 128">
            <a:extLst>
              <a:ext uri="{FF2B5EF4-FFF2-40B4-BE49-F238E27FC236}">
                <a16:creationId xmlns:a16="http://schemas.microsoft.com/office/drawing/2014/main" id="{A4123C60-1B5E-B03F-510C-9F01B132A2BB}"/>
              </a:ext>
            </a:extLst>
          </p:cNvPr>
          <p:cNvCxnSpPr>
            <a:cxnSpLocks/>
          </p:cNvCxnSpPr>
          <p:nvPr/>
        </p:nvCxnSpPr>
        <p:spPr bwMode="auto">
          <a:xfrm>
            <a:off x="993478" y="3158212"/>
            <a:ext cx="10305296" cy="7713"/>
          </a:xfrm>
          <a:prstGeom prst="line">
            <a:avLst/>
          </a:prstGeom>
          <a:ln>
            <a:solidFill>
              <a:schemeClr val="tx1"/>
            </a:solidFill>
            <a:headEnd type="none" w="med" len="med"/>
            <a:tailEnd type="none" w="lg" len="lg"/>
          </a:ln>
        </p:spPr>
        <p:style>
          <a:lnRef idx="1">
            <a:schemeClr val="accent2"/>
          </a:lnRef>
          <a:fillRef idx="0">
            <a:schemeClr val="accent2"/>
          </a:fillRef>
          <a:effectRef idx="0">
            <a:schemeClr val="accent2"/>
          </a:effectRef>
          <a:fontRef idx="minor">
            <a:schemeClr val="tx1"/>
          </a:fontRef>
        </p:style>
      </p:cxnSp>
      <p:cxnSp>
        <p:nvCxnSpPr>
          <p:cNvPr id="130" name="Straight Connector 129">
            <a:extLst>
              <a:ext uri="{FF2B5EF4-FFF2-40B4-BE49-F238E27FC236}">
                <a16:creationId xmlns:a16="http://schemas.microsoft.com/office/drawing/2014/main" id="{EB2EE37D-DE8D-62EF-E572-075FB87D43CC}"/>
              </a:ext>
            </a:extLst>
          </p:cNvPr>
          <p:cNvCxnSpPr>
            <a:cxnSpLocks/>
          </p:cNvCxnSpPr>
          <p:nvPr/>
        </p:nvCxnSpPr>
        <p:spPr bwMode="auto">
          <a:xfrm>
            <a:off x="2680290" y="2412679"/>
            <a:ext cx="8618484" cy="13767"/>
          </a:xfrm>
          <a:prstGeom prst="line">
            <a:avLst/>
          </a:prstGeom>
          <a:ln>
            <a:solidFill>
              <a:schemeClr val="tx1"/>
            </a:solidFill>
            <a:headEnd type="none" w="lg" len="lg"/>
            <a:tailEnd type="none" w="med" len="med"/>
          </a:ln>
        </p:spPr>
        <p:style>
          <a:lnRef idx="1">
            <a:schemeClr val="accent2"/>
          </a:lnRef>
          <a:fillRef idx="0">
            <a:schemeClr val="accent2"/>
          </a:fillRef>
          <a:effectRef idx="0">
            <a:schemeClr val="accent2"/>
          </a:effectRef>
          <a:fontRef idx="minor">
            <a:schemeClr val="tx1"/>
          </a:fontRef>
        </p:style>
      </p:cxnSp>
      <p:sp>
        <p:nvSpPr>
          <p:cNvPr id="131" name="Rectangle 130">
            <a:extLst>
              <a:ext uri="{FF2B5EF4-FFF2-40B4-BE49-F238E27FC236}">
                <a16:creationId xmlns:a16="http://schemas.microsoft.com/office/drawing/2014/main" id="{B7B27269-4059-7704-4B20-33AFC4744E00}"/>
              </a:ext>
            </a:extLst>
          </p:cNvPr>
          <p:cNvSpPr/>
          <p:nvPr/>
        </p:nvSpPr>
        <p:spPr bwMode="auto">
          <a:xfrm>
            <a:off x="9764005" y="2442732"/>
            <a:ext cx="1376212" cy="769441"/>
          </a:xfrm>
          <a:prstGeom prst="rect">
            <a:avLst/>
          </a:prstGeom>
          <a:noFill/>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marL="0" marR="0" lvl="0" indent="0" algn="ctr" defTabSz="914377" rtl="1" eaLnBrk="1" fontAlgn="base" latinLnBrk="0" hangingPunct="1">
              <a:lnSpc>
                <a:spcPct val="100000"/>
              </a:lnSpc>
              <a:spcBef>
                <a:spcPct val="0"/>
              </a:spcBef>
              <a:spcAft>
                <a:spcPct val="0"/>
              </a:spcAft>
              <a:buClrTx/>
              <a:buSzTx/>
              <a:buFontTx/>
              <a:buNone/>
              <a:tabLst/>
              <a:defRPr/>
            </a:pPr>
            <a:r>
              <a:rPr kumimoji="0" lang="ur-PK" sz="4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rPr>
              <a:t>مونث</a:t>
            </a:r>
            <a:endParaRPr kumimoji="0" lang="en-US" sz="4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endParaRPr>
          </a:p>
        </p:txBody>
      </p:sp>
      <p:sp>
        <p:nvSpPr>
          <p:cNvPr id="132" name="Rectangle 131">
            <a:extLst>
              <a:ext uri="{FF2B5EF4-FFF2-40B4-BE49-F238E27FC236}">
                <a16:creationId xmlns:a16="http://schemas.microsoft.com/office/drawing/2014/main" id="{B9D5000E-68E7-35CD-0CE6-671B9741518B}"/>
              </a:ext>
            </a:extLst>
          </p:cNvPr>
          <p:cNvSpPr/>
          <p:nvPr/>
        </p:nvSpPr>
        <p:spPr bwMode="auto">
          <a:xfrm>
            <a:off x="9659267" y="1778329"/>
            <a:ext cx="1513833" cy="769441"/>
          </a:xfrm>
          <a:prstGeom prst="rect">
            <a:avLst/>
          </a:prstGeom>
          <a:noFill/>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marL="0" marR="0" lvl="0" indent="0" algn="ctr" defTabSz="914377" rtl="1" eaLnBrk="1" fontAlgn="base" latinLnBrk="0" hangingPunct="1">
              <a:lnSpc>
                <a:spcPct val="100000"/>
              </a:lnSpc>
              <a:spcBef>
                <a:spcPct val="0"/>
              </a:spcBef>
              <a:spcAft>
                <a:spcPct val="0"/>
              </a:spcAft>
              <a:buClrTx/>
              <a:buSzTx/>
              <a:buFontTx/>
              <a:buNone/>
              <a:tabLst/>
              <a:defRPr/>
            </a:pPr>
            <a:r>
              <a:rPr kumimoji="0" lang="ur-PK" sz="4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rPr>
              <a:t>مذکر</a:t>
            </a:r>
            <a:endParaRPr kumimoji="0" lang="en-US" sz="4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endParaRPr>
          </a:p>
        </p:txBody>
      </p:sp>
      <p:cxnSp>
        <p:nvCxnSpPr>
          <p:cNvPr id="133" name="Straight Connector 132">
            <a:extLst>
              <a:ext uri="{FF2B5EF4-FFF2-40B4-BE49-F238E27FC236}">
                <a16:creationId xmlns:a16="http://schemas.microsoft.com/office/drawing/2014/main" id="{B419FF57-F4BC-B128-D63E-F007AA6BE08B}"/>
              </a:ext>
            </a:extLst>
          </p:cNvPr>
          <p:cNvCxnSpPr>
            <a:cxnSpLocks/>
          </p:cNvCxnSpPr>
          <p:nvPr/>
        </p:nvCxnSpPr>
        <p:spPr bwMode="auto">
          <a:xfrm>
            <a:off x="993425" y="4581122"/>
            <a:ext cx="10322118" cy="7715"/>
          </a:xfrm>
          <a:prstGeom prst="line">
            <a:avLst/>
          </a:prstGeom>
          <a:ln>
            <a:solidFill>
              <a:schemeClr val="tx1"/>
            </a:solidFill>
            <a:headEnd type="none" w="med" len="med"/>
            <a:tailEnd type="none" w="lg" len="lg"/>
          </a:ln>
        </p:spPr>
        <p:style>
          <a:lnRef idx="1">
            <a:schemeClr val="accent2"/>
          </a:lnRef>
          <a:fillRef idx="0">
            <a:schemeClr val="accent2"/>
          </a:fillRef>
          <a:effectRef idx="0">
            <a:schemeClr val="accent2"/>
          </a:effectRef>
          <a:fontRef idx="minor">
            <a:schemeClr val="tx1"/>
          </a:fontRef>
        </p:style>
      </p:cxnSp>
      <p:cxnSp>
        <p:nvCxnSpPr>
          <p:cNvPr id="134" name="Straight Connector 133">
            <a:extLst>
              <a:ext uri="{FF2B5EF4-FFF2-40B4-BE49-F238E27FC236}">
                <a16:creationId xmlns:a16="http://schemas.microsoft.com/office/drawing/2014/main" id="{34C41ECD-D734-4AB9-D807-7515AC140E2E}"/>
              </a:ext>
            </a:extLst>
          </p:cNvPr>
          <p:cNvCxnSpPr>
            <a:cxnSpLocks/>
          </p:cNvCxnSpPr>
          <p:nvPr/>
        </p:nvCxnSpPr>
        <p:spPr bwMode="auto">
          <a:xfrm>
            <a:off x="2677468" y="3903881"/>
            <a:ext cx="8638075" cy="0"/>
          </a:xfrm>
          <a:prstGeom prst="line">
            <a:avLst/>
          </a:prstGeom>
          <a:ln>
            <a:solidFill>
              <a:schemeClr val="tx1"/>
            </a:solidFill>
            <a:headEnd type="none" w="lg" len="lg"/>
            <a:tailEnd type="none" w="med" len="med"/>
          </a:ln>
        </p:spPr>
        <p:style>
          <a:lnRef idx="1">
            <a:schemeClr val="accent2"/>
          </a:lnRef>
          <a:fillRef idx="0">
            <a:schemeClr val="accent2"/>
          </a:fillRef>
          <a:effectRef idx="0">
            <a:schemeClr val="accent2"/>
          </a:effectRef>
          <a:fontRef idx="minor">
            <a:schemeClr val="tx1"/>
          </a:fontRef>
        </p:style>
      </p:cxnSp>
      <p:sp>
        <p:nvSpPr>
          <p:cNvPr id="136" name="Rectangle 135">
            <a:extLst>
              <a:ext uri="{FF2B5EF4-FFF2-40B4-BE49-F238E27FC236}">
                <a16:creationId xmlns:a16="http://schemas.microsoft.com/office/drawing/2014/main" id="{E72285DB-861E-0581-97B1-DEA188034990}"/>
              </a:ext>
            </a:extLst>
          </p:cNvPr>
          <p:cNvSpPr/>
          <p:nvPr/>
        </p:nvSpPr>
        <p:spPr bwMode="auto">
          <a:xfrm>
            <a:off x="3301777" y="1063697"/>
            <a:ext cx="1346948" cy="707886"/>
          </a:xfrm>
          <a:prstGeom prst="rect">
            <a:avLst/>
          </a:prstGeom>
          <a:noFill/>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marL="0" marR="0" lvl="0" indent="0" algn="ctr" defTabSz="914377" rtl="1" eaLnBrk="1" fontAlgn="base" latinLnBrk="0" hangingPunct="1">
              <a:lnSpc>
                <a:spcPct val="100000"/>
              </a:lnSpc>
              <a:spcBef>
                <a:spcPct val="0"/>
              </a:spcBef>
              <a:spcAft>
                <a:spcPct val="0"/>
              </a:spcAft>
              <a:buClrTx/>
              <a:buSzTx/>
              <a:buFontTx/>
              <a:buNone/>
              <a:tabLst/>
              <a:defRPr/>
            </a:pPr>
            <a:r>
              <a:rPr kumimoji="0" lang="ur-PK" sz="40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rPr>
              <a:t>جمع</a:t>
            </a:r>
            <a:endParaRPr kumimoji="0" lang="en-US" sz="40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endParaRPr>
          </a:p>
        </p:txBody>
      </p:sp>
      <p:sp>
        <p:nvSpPr>
          <p:cNvPr id="137" name="Rectangle 136">
            <a:extLst>
              <a:ext uri="{FF2B5EF4-FFF2-40B4-BE49-F238E27FC236}">
                <a16:creationId xmlns:a16="http://schemas.microsoft.com/office/drawing/2014/main" id="{A896B80F-A378-19C4-E438-9C6EDF5EB9AF}"/>
              </a:ext>
            </a:extLst>
          </p:cNvPr>
          <p:cNvSpPr/>
          <p:nvPr/>
        </p:nvSpPr>
        <p:spPr bwMode="auto">
          <a:xfrm>
            <a:off x="1135295" y="1868636"/>
            <a:ext cx="1290387" cy="769441"/>
          </a:xfrm>
          <a:prstGeom prst="rect">
            <a:avLst/>
          </a:prstGeom>
          <a:noFill/>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marL="0" marR="0" lvl="0" indent="0" algn="ctr" defTabSz="914377" rtl="1" eaLnBrk="1" fontAlgn="base" latinLnBrk="0" hangingPunct="1">
              <a:lnSpc>
                <a:spcPct val="100000"/>
              </a:lnSpc>
              <a:spcBef>
                <a:spcPct val="0"/>
              </a:spcBef>
              <a:spcAft>
                <a:spcPct val="0"/>
              </a:spcAft>
              <a:buClrTx/>
              <a:buSzTx/>
              <a:buFontTx/>
              <a:buNone/>
              <a:tabLst/>
              <a:defRPr/>
            </a:pPr>
            <a:r>
              <a:rPr kumimoji="0" lang="ur-PK" sz="4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Jameel Noori Nastaleeq" panose="02000503000000020004" pitchFamily="2" charset="-78"/>
                <a:ea typeface="+mn-ea"/>
                <a:cs typeface="Jameel Noori Nastaleeq" panose="02000503000000020004" pitchFamily="2" charset="-78"/>
              </a:rPr>
              <a:t>غائب</a:t>
            </a:r>
            <a:endParaRPr kumimoji="0" lang="en-US" sz="4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Jameel Noori Nastaleeq" panose="02000503000000020004" pitchFamily="2" charset="-78"/>
              <a:ea typeface="+mn-ea"/>
              <a:cs typeface="Jameel Noori Nastaleeq" panose="02000503000000020004" pitchFamily="2" charset="-78"/>
            </a:endParaRPr>
          </a:p>
        </p:txBody>
      </p:sp>
      <p:sp>
        <p:nvSpPr>
          <p:cNvPr id="138" name="Rectangle 137">
            <a:extLst>
              <a:ext uri="{FF2B5EF4-FFF2-40B4-BE49-F238E27FC236}">
                <a16:creationId xmlns:a16="http://schemas.microsoft.com/office/drawing/2014/main" id="{A8C2FDF2-3BD3-F7E5-D303-A92AE560D027}"/>
              </a:ext>
            </a:extLst>
          </p:cNvPr>
          <p:cNvSpPr/>
          <p:nvPr/>
        </p:nvSpPr>
        <p:spPr bwMode="auto">
          <a:xfrm>
            <a:off x="1128582" y="3246682"/>
            <a:ext cx="1290387" cy="769441"/>
          </a:xfrm>
          <a:prstGeom prst="rect">
            <a:avLst/>
          </a:prstGeom>
          <a:noFill/>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marL="0" marR="0" lvl="0" indent="0" algn="ctr" defTabSz="914377" rtl="1" eaLnBrk="1" fontAlgn="base" latinLnBrk="0" hangingPunct="1">
              <a:lnSpc>
                <a:spcPct val="100000"/>
              </a:lnSpc>
              <a:spcBef>
                <a:spcPct val="0"/>
              </a:spcBef>
              <a:spcAft>
                <a:spcPct val="0"/>
              </a:spcAft>
              <a:buClrTx/>
              <a:buSzTx/>
              <a:buFontTx/>
              <a:buNone/>
              <a:tabLst/>
              <a:defRPr/>
            </a:pPr>
            <a:r>
              <a:rPr kumimoji="0" lang="ur-PK" sz="4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Jameel Noori Nastaleeq" panose="02000503000000020004" pitchFamily="2" charset="-78"/>
                <a:ea typeface="+mn-ea"/>
                <a:cs typeface="Jameel Noori Nastaleeq" panose="02000503000000020004" pitchFamily="2" charset="-78"/>
              </a:rPr>
              <a:t>حاضر</a:t>
            </a:r>
            <a:endParaRPr kumimoji="0" lang="en-US" sz="4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Jameel Noori Nastaleeq" panose="02000503000000020004" pitchFamily="2" charset="-78"/>
              <a:ea typeface="+mn-ea"/>
              <a:cs typeface="Jameel Noori Nastaleeq" panose="02000503000000020004" pitchFamily="2" charset="-78"/>
            </a:endParaRPr>
          </a:p>
        </p:txBody>
      </p:sp>
      <p:sp>
        <p:nvSpPr>
          <p:cNvPr id="139" name="Rectangle 138">
            <a:extLst>
              <a:ext uri="{FF2B5EF4-FFF2-40B4-BE49-F238E27FC236}">
                <a16:creationId xmlns:a16="http://schemas.microsoft.com/office/drawing/2014/main" id="{3DF1887F-F9FC-B55B-D206-B6607CD45B7B}"/>
              </a:ext>
            </a:extLst>
          </p:cNvPr>
          <p:cNvSpPr/>
          <p:nvPr/>
        </p:nvSpPr>
        <p:spPr bwMode="auto">
          <a:xfrm>
            <a:off x="9687282" y="3936371"/>
            <a:ext cx="1513833" cy="769441"/>
          </a:xfrm>
          <a:prstGeom prst="rect">
            <a:avLst/>
          </a:prstGeom>
          <a:noFill/>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marL="0" marR="0" lvl="0" indent="0" algn="ctr" defTabSz="914377" rtl="1" eaLnBrk="1" fontAlgn="base" latinLnBrk="0" hangingPunct="1">
              <a:lnSpc>
                <a:spcPct val="100000"/>
              </a:lnSpc>
              <a:spcBef>
                <a:spcPct val="0"/>
              </a:spcBef>
              <a:spcAft>
                <a:spcPct val="0"/>
              </a:spcAft>
              <a:buClrTx/>
              <a:buSzTx/>
              <a:buFontTx/>
              <a:buNone/>
              <a:tabLst/>
              <a:defRPr/>
            </a:pPr>
            <a:r>
              <a:rPr kumimoji="0" lang="ur-PK" sz="4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rPr>
              <a:t>مونث</a:t>
            </a:r>
            <a:endParaRPr kumimoji="0" lang="en-US" sz="4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endParaRPr>
          </a:p>
        </p:txBody>
      </p:sp>
      <p:sp>
        <p:nvSpPr>
          <p:cNvPr id="140" name="Rectangle 139">
            <a:extLst>
              <a:ext uri="{FF2B5EF4-FFF2-40B4-BE49-F238E27FC236}">
                <a16:creationId xmlns:a16="http://schemas.microsoft.com/office/drawing/2014/main" id="{6F525C6E-1EB7-9A65-43BD-1C2A3017D470}"/>
              </a:ext>
            </a:extLst>
          </p:cNvPr>
          <p:cNvSpPr/>
          <p:nvPr/>
        </p:nvSpPr>
        <p:spPr bwMode="auto">
          <a:xfrm>
            <a:off x="9687282" y="3225836"/>
            <a:ext cx="1513833" cy="769441"/>
          </a:xfrm>
          <a:prstGeom prst="rect">
            <a:avLst/>
          </a:prstGeom>
          <a:noFill/>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marL="0" marR="0" lvl="0" indent="0" algn="ctr" defTabSz="914377" rtl="1" eaLnBrk="1" fontAlgn="base" latinLnBrk="0" hangingPunct="1">
              <a:lnSpc>
                <a:spcPct val="100000"/>
              </a:lnSpc>
              <a:spcBef>
                <a:spcPct val="0"/>
              </a:spcBef>
              <a:spcAft>
                <a:spcPct val="0"/>
              </a:spcAft>
              <a:buClrTx/>
              <a:buSzTx/>
              <a:buFontTx/>
              <a:buNone/>
              <a:tabLst/>
              <a:defRPr/>
            </a:pPr>
            <a:r>
              <a:rPr kumimoji="0" lang="ur-PK" sz="4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rPr>
              <a:t>مذکر</a:t>
            </a:r>
            <a:endParaRPr kumimoji="0" lang="en-US" sz="4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endParaRPr>
          </a:p>
        </p:txBody>
      </p:sp>
      <p:cxnSp>
        <p:nvCxnSpPr>
          <p:cNvPr id="141" name="Straight Connector 140">
            <a:extLst>
              <a:ext uri="{FF2B5EF4-FFF2-40B4-BE49-F238E27FC236}">
                <a16:creationId xmlns:a16="http://schemas.microsoft.com/office/drawing/2014/main" id="{E52F8DA0-8289-1A48-F424-6DAC77896D1F}"/>
              </a:ext>
            </a:extLst>
          </p:cNvPr>
          <p:cNvCxnSpPr>
            <a:cxnSpLocks/>
          </p:cNvCxnSpPr>
          <p:nvPr/>
        </p:nvCxnSpPr>
        <p:spPr bwMode="auto">
          <a:xfrm>
            <a:off x="993352" y="6003054"/>
            <a:ext cx="10345033" cy="16535"/>
          </a:xfrm>
          <a:prstGeom prst="line">
            <a:avLst/>
          </a:prstGeom>
          <a:ln>
            <a:solidFill>
              <a:schemeClr val="tx1"/>
            </a:solidFill>
            <a:headEnd type="none" w="med" len="med"/>
            <a:tailEnd type="none" w="lg" len="lg"/>
          </a:ln>
        </p:spPr>
        <p:style>
          <a:lnRef idx="1">
            <a:schemeClr val="accent2"/>
          </a:lnRef>
          <a:fillRef idx="0">
            <a:schemeClr val="accent2"/>
          </a:fillRef>
          <a:effectRef idx="0">
            <a:schemeClr val="accent2"/>
          </a:effectRef>
          <a:fontRef idx="minor">
            <a:schemeClr val="tx1"/>
          </a:fontRef>
        </p:style>
      </p:cxnSp>
      <p:sp>
        <p:nvSpPr>
          <p:cNvPr id="142" name="Rectangle 141">
            <a:extLst>
              <a:ext uri="{FF2B5EF4-FFF2-40B4-BE49-F238E27FC236}">
                <a16:creationId xmlns:a16="http://schemas.microsoft.com/office/drawing/2014/main" id="{33AFC0A6-CF18-B049-D523-C1FD5C28C304}"/>
              </a:ext>
            </a:extLst>
          </p:cNvPr>
          <p:cNvSpPr/>
          <p:nvPr/>
        </p:nvSpPr>
        <p:spPr bwMode="auto">
          <a:xfrm>
            <a:off x="9357776" y="4688141"/>
            <a:ext cx="2170750" cy="646331"/>
          </a:xfrm>
          <a:prstGeom prst="rect">
            <a:avLst/>
          </a:prstGeom>
          <a:noFill/>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ur-PK" sz="3600" b="1"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rPr>
              <a:t>مذکر</a:t>
            </a:r>
            <a:endParaRPr kumimoji="0" lang="en-US" sz="2800" b="1"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endParaRPr>
          </a:p>
        </p:txBody>
      </p:sp>
      <p:cxnSp>
        <p:nvCxnSpPr>
          <p:cNvPr id="143" name="Straight Arrow Connector 142">
            <a:extLst>
              <a:ext uri="{FF2B5EF4-FFF2-40B4-BE49-F238E27FC236}">
                <a16:creationId xmlns:a16="http://schemas.microsoft.com/office/drawing/2014/main" id="{0478089D-1825-7FD1-B75F-82EAEBA752DA}"/>
              </a:ext>
            </a:extLst>
          </p:cNvPr>
          <p:cNvCxnSpPr>
            <a:cxnSpLocks/>
          </p:cNvCxnSpPr>
          <p:nvPr/>
        </p:nvCxnSpPr>
        <p:spPr>
          <a:xfrm>
            <a:off x="11298774" y="999389"/>
            <a:ext cx="16769" cy="5030515"/>
          </a:xfrm>
          <a:prstGeom prst="straightConnector1">
            <a:avLst/>
          </a:prstGeom>
          <a:ln>
            <a:solidFill>
              <a:schemeClr val="tx1"/>
            </a:solidFill>
            <a:tailEnd type="none" w="lg" len="lg"/>
          </a:ln>
        </p:spPr>
        <p:style>
          <a:lnRef idx="1">
            <a:schemeClr val="accent2"/>
          </a:lnRef>
          <a:fillRef idx="0">
            <a:schemeClr val="accent2"/>
          </a:fillRef>
          <a:effectRef idx="0">
            <a:schemeClr val="accent2"/>
          </a:effectRef>
          <a:fontRef idx="minor">
            <a:schemeClr val="tx1"/>
          </a:fontRef>
        </p:style>
      </p:cxnSp>
      <p:cxnSp>
        <p:nvCxnSpPr>
          <p:cNvPr id="144" name="Straight Arrow Connector 143">
            <a:extLst>
              <a:ext uri="{FF2B5EF4-FFF2-40B4-BE49-F238E27FC236}">
                <a16:creationId xmlns:a16="http://schemas.microsoft.com/office/drawing/2014/main" id="{ADEBC892-48D0-FF18-256A-181283680B59}"/>
              </a:ext>
            </a:extLst>
          </p:cNvPr>
          <p:cNvCxnSpPr>
            <a:cxnSpLocks/>
          </p:cNvCxnSpPr>
          <p:nvPr/>
        </p:nvCxnSpPr>
        <p:spPr>
          <a:xfrm>
            <a:off x="9304166" y="999390"/>
            <a:ext cx="0" cy="4995250"/>
          </a:xfrm>
          <a:prstGeom prst="straightConnector1">
            <a:avLst/>
          </a:prstGeom>
          <a:ln>
            <a:solidFill>
              <a:schemeClr val="tx1"/>
            </a:solidFill>
            <a:tailEnd type="none" w="lg" len="lg"/>
          </a:ln>
        </p:spPr>
        <p:style>
          <a:lnRef idx="1">
            <a:schemeClr val="accent2"/>
          </a:lnRef>
          <a:fillRef idx="0">
            <a:schemeClr val="accent2"/>
          </a:fillRef>
          <a:effectRef idx="0">
            <a:schemeClr val="accent2"/>
          </a:effectRef>
          <a:fontRef idx="minor">
            <a:schemeClr val="tx1"/>
          </a:fontRef>
        </p:style>
      </p:cxnSp>
      <p:cxnSp>
        <p:nvCxnSpPr>
          <p:cNvPr id="145" name="Straight Arrow Connector 144">
            <a:extLst>
              <a:ext uri="{FF2B5EF4-FFF2-40B4-BE49-F238E27FC236}">
                <a16:creationId xmlns:a16="http://schemas.microsoft.com/office/drawing/2014/main" id="{8B8B9CDA-BBB3-5933-711C-7C4DF219B58C}"/>
              </a:ext>
            </a:extLst>
          </p:cNvPr>
          <p:cNvCxnSpPr>
            <a:cxnSpLocks/>
          </p:cNvCxnSpPr>
          <p:nvPr/>
        </p:nvCxnSpPr>
        <p:spPr>
          <a:xfrm>
            <a:off x="7063082" y="985020"/>
            <a:ext cx="47204" cy="5049605"/>
          </a:xfrm>
          <a:prstGeom prst="straightConnector1">
            <a:avLst/>
          </a:prstGeom>
          <a:ln>
            <a:solidFill>
              <a:schemeClr val="tx1"/>
            </a:solidFill>
            <a:tailEnd type="none" w="lg" len="lg"/>
          </a:ln>
        </p:spPr>
        <p:style>
          <a:lnRef idx="1">
            <a:schemeClr val="accent2"/>
          </a:lnRef>
          <a:fillRef idx="0">
            <a:schemeClr val="accent2"/>
          </a:fillRef>
          <a:effectRef idx="0">
            <a:schemeClr val="accent2"/>
          </a:effectRef>
          <a:fontRef idx="minor">
            <a:schemeClr val="tx1"/>
          </a:fontRef>
        </p:style>
      </p:cxnSp>
      <p:cxnSp>
        <p:nvCxnSpPr>
          <p:cNvPr id="146" name="Straight Arrow Connector 145">
            <a:extLst>
              <a:ext uri="{FF2B5EF4-FFF2-40B4-BE49-F238E27FC236}">
                <a16:creationId xmlns:a16="http://schemas.microsoft.com/office/drawing/2014/main" id="{0D603F6C-A3FC-D8D9-5E71-8928CEA2ADCC}"/>
              </a:ext>
            </a:extLst>
          </p:cNvPr>
          <p:cNvCxnSpPr>
            <a:cxnSpLocks/>
          </p:cNvCxnSpPr>
          <p:nvPr/>
        </p:nvCxnSpPr>
        <p:spPr>
          <a:xfrm>
            <a:off x="5285600" y="999389"/>
            <a:ext cx="0" cy="5035236"/>
          </a:xfrm>
          <a:prstGeom prst="straightConnector1">
            <a:avLst/>
          </a:prstGeom>
          <a:ln>
            <a:solidFill>
              <a:schemeClr val="tx1"/>
            </a:solidFill>
            <a:tailEnd type="none" w="lg" len="lg"/>
          </a:ln>
        </p:spPr>
        <p:style>
          <a:lnRef idx="1">
            <a:schemeClr val="accent2"/>
          </a:lnRef>
          <a:fillRef idx="0">
            <a:schemeClr val="accent2"/>
          </a:fillRef>
          <a:effectRef idx="0">
            <a:schemeClr val="accent2"/>
          </a:effectRef>
          <a:fontRef idx="minor">
            <a:schemeClr val="tx1"/>
          </a:fontRef>
        </p:style>
      </p:cxnSp>
      <p:cxnSp>
        <p:nvCxnSpPr>
          <p:cNvPr id="147" name="Straight Arrow Connector 146">
            <a:extLst>
              <a:ext uri="{FF2B5EF4-FFF2-40B4-BE49-F238E27FC236}">
                <a16:creationId xmlns:a16="http://schemas.microsoft.com/office/drawing/2014/main" id="{61B500E8-EC8A-9BCF-E283-F19F348C35C2}"/>
              </a:ext>
            </a:extLst>
          </p:cNvPr>
          <p:cNvCxnSpPr>
            <a:cxnSpLocks/>
          </p:cNvCxnSpPr>
          <p:nvPr/>
        </p:nvCxnSpPr>
        <p:spPr>
          <a:xfrm>
            <a:off x="2709772" y="984362"/>
            <a:ext cx="7525" cy="5050263"/>
          </a:xfrm>
          <a:prstGeom prst="straightConnector1">
            <a:avLst/>
          </a:prstGeom>
          <a:ln>
            <a:solidFill>
              <a:schemeClr val="tx1"/>
            </a:solidFill>
            <a:tailEnd type="none" w="lg" len="lg"/>
          </a:ln>
        </p:spPr>
        <p:style>
          <a:lnRef idx="1">
            <a:schemeClr val="accent2"/>
          </a:lnRef>
          <a:fillRef idx="0">
            <a:schemeClr val="accent2"/>
          </a:fillRef>
          <a:effectRef idx="0">
            <a:schemeClr val="accent2"/>
          </a:effectRef>
          <a:fontRef idx="minor">
            <a:schemeClr val="tx1"/>
          </a:fontRef>
        </p:style>
      </p:cxnSp>
      <p:cxnSp>
        <p:nvCxnSpPr>
          <p:cNvPr id="148" name="Straight Connector 147">
            <a:extLst>
              <a:ext uri="{FF2B5EF4-FFF2-40B4-BE49-F238E27FC236}">
                <a16:creationId xmlns:a16="http://schemas.microsoft.com/office/drawing/2014/main" id="{6ADCBB5A-13E9-1E81-279A-804735CF193A}"/>
              </a:ext>
            </a:extLst>
          </p:cNvPr>
          <p:cNvCxnSpPr>
            <a:cxnSpLocks/>
          </p:cNvCxnSpPr>
          <p:nvPr/>
        </p:nvCxnSpPr>
        <p:spPr bwMode="auto">
          <a:xfrm flipV="1">
            <a:off x="1012049" y="1742217"/>
            <a:ext cx="10286725" cy="38950"/>
          </a:xfrm>
          <a:prstGeom prst="line">
            <a:avLst/>
          </a:prstGeom>
          <a:ln>
            <a:solidFill>
              <a:schemeClr val="tx1"/>
            </a:solidFill>
            <a:headEnd type="none" w="med" len="med"/>
            <a:tailEnd type="none" w="lg" len="lg"/>
          </a:ln>
        </p:spPr>
        <p:style>
          <a:lnRef idx="1">
            <a:schemeClr val="accent2"/>
          </a:lnRef>
          <a:fillRef idx="0">
            <a:schemeClr val="accent2"/>
          </a:fillRef>
          <a:effectRef idx="0">
            <a:schemeClr val="accent2"/>
          </a:effectRef>
          <a:fontRef idx="minor">
            <a:schemeClr val="tx1"/>
          </a:fontRef>
        </p:style>
      </p:cxnSp>
      <p:cxnSp>
        <p:nvCxnSpPr>
          <p:cNvPr id="149" name="Straight Connector 148">
            <a:extLst>
              <a:ext uri="{FF2B5EF4-FFF2-40B4-BE49-F238E27FC236}">
                <a16:creationId xmlns:a16="http://schemas.microsoft.com/office/drawing/2014/main" id="{EA85DE85-94E1-8BE7-D5B2-2B1345745F10}"/>
              </a:ext>
            </a:extLst>
          </p:cNvPr>
          <p:cNvCxnSpPr>
            <a:cxnSpLocks/>
          </p:cNvCxnSpPr>
          <p:nvPr/>
        </p:nvCxnSpPr>
        <p:spPr bwMode="auto">
          <a:xfrm>
            <a:off x="979089" y="978556"/>
            <a:ext cx="10336454" cy="5807"/>
          </a:xfrm>
          <a:prstGeom prst="line">
            <a:avLst/>
          </a:prstGeom>
          <a:ln>
            <a:solidFill>
              <a:schemeClr val="tx1"/>
            </a:solidFill>
            <a:headEnd type="none" w="med" len="med"/>
            <a:tailEnd type="none" w="lg" len="lg"/>
          </a:ln>
        </p:spPr>
        <p:style>
          <a:lnRef idx="1">
            <a:schemeClr val="accent2"/>
          </a:lnRef>
          <a:fillRef idx="0">
            <a:schemeClr val="accent2"/>
          </a:fillRef>
          <a:effectRef idx="0">
            <a:schemeClr val="accent2"/>
          </a:effectRef>
          <a:fontRef idx="minor">
            <a:schemeClr val="tx1"/>
          </a:fontRef>
        </p:style>
      </p:cxnSp>
      <p:cxnSp>
        <p:nvCxnSpPr>
          <p:cNvPr id="150" name="Straight Arrow Connector 149">
            <a:extLst>
              <a:ext uri="{FF2B5EF4-FFF2-40B4-BE49-F238E27FC236}">
                <a16:creationId xmlns:a16="http://schemas.microsoft.com/office/drawing/2014/main" id="{8655707D-05AE-A457-0EC5-3ACFC5C26B46}"/>
              </a:ext>
            </a:extLst>
          </p:cNvPr>
          <p:cNvCxnSpPr>
            <a:cxnSpLocks/>
          </p:cNvCxnSpPr>
          <p:nvPr/>
        </p:nvCxnSpPr>
        <p:spPr>
          <a:xfrm>
            <a:off x="997760" y="998813"/>
            <a:ext cx="28579" cy="5035812"/>
          </a:xfrm>
          <a:prstGeom prst="straightConnector1">
            <a:avLst/>
          </a:prstGeom>
          <a:ln>
            <a:solidFill>
              <a:schemeClr val="tx1"/>
            </a:solidFill>
            <a:tailEnd type="none" w="lg" len="lg"/>
          </a:ln>
        </p:spPr>
        <p:style>
          <a:lnRef idx="1">
            <a:schemeClr val="accent2"/>
          </a:lnRef>
          <a:fillRef idx="0">
            <a:schemeClr val="accent2"/>
          </a:fillRef>
          <a:effectRef idx="0">
            <a:schemeClr val="accent2"/>
          </a:effectRef>
          <a:fontRef idx="minor">
            <a:schemeClr val="tx1"/>
          </a:fontRef>
        </p:style>
      </p:cxnSp>
      <p:sp>
        <p:nvSpPr>
          <p:cNvPr id="151" name="Rectangle 150">
            <a:extLst>
              <a:ext uri="{FF2B5EF4-FFF2-40B4-BE49-F238E27FC236}">
                <a16:creationId xmlns:a16="http://schemas.microsoft.com/office/drawing/2014/main" id="{52B1D8EB-E4E3-38BF-F4AD-C9AD8C35B839}"/>
              </a:ext>
            </a:extLst>
          </p:cNvPr>
          <p:cNvSpPr/>
          <p:nvPr/>
        </p:nvSpPr>
        <p:spPr bwMode="auto">
          <a:xfrm>
            <a:off x="7602371" y="996727"/>
            <a:ext cx="1171977" cy="707886"/>
          </a:xfrm>
          <a:prstGeom prst="rect">
            <a:avLst/>
          </a:prstGeom>
          <a:noFill/>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marL="0" marR="0" lvl="0" indent="0" algn="ctr" defTabSz="914377" rtl="1" eaLnBrk="1" fontAlgn="base" latinLnBrk="0" hangingPunct="1">
              <a:lnSpc>
                <a:spcPct val="100000"/>
              </a:lnSpc>
              <a:spcBef>
                <a:spcPct val="0"/>
              </a:spcBef>
              <a:spcAft>
                <a:spcPct val="0"/>
              </a:spcAft>
              <a:buClrTx/>
              <a:buSzTx/>
              <a:buFontTx/>
              <a:buNone/>
              <a:tabLst/>
              <a:defRPr/>
            </a:pPr>
            <a:r>
              <a:rPr kumimoji="0" lang="ur-PK" sz="40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rPr>
              <a:t>واحد</a:t>
            </a:r>
            <a:endParaRPr kumimoji="0" lang="en-US" sz="40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endParaRPr>
          </a:p>
        </p:txBody>
      </p:sp>
      <p:sp>
        <p:nvSpPr>
          <p:cNvPr id="152" name="Rectangle 151">
            <a:extLst>
              <a:ext uri="{FF2B5EF4-FFF2-40B4-BE49-F238E27FC236}">
                <a16:creationId xmlns:a16="http://schemas.microsoft.com/office/drawing/2014/main" id="{BD4629CA-97BE-31E0-DB51-DFA488A03A17}"/>
              </a:ext>
            </a:extLst>
          </p:cNvPr>
          <p:cNvSpPr/>
          <p:nvPr/>
        </p:nvSpPr>
        <p:spPr bwMode="auto">
          <a:xfrm>
            <a:off x="7258823" y="1780114"/>
            <a:ext cx="1986330" cy="646331"/>
          </a:xfrm>
          <a:prstGeom prst="rect">
            <a:avLst/>
          </a:prstGeom>
          <a:noFill/>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marL="0" marR="0" lvl="0" indent="0" algn="ctr" defTabSz="914377" rtl="1" eaLnBrk="1" fontAlgn="base" latinLnBrk="0" hangingPunct="1">
              <a:lnSpc>
                <a:spcPct val="100000"/>
              </a:lnSpc>
              <a:spcBef>
                <a:spcPct val="0"/>
              </a:spcBef>
              <a:spcAft>
                <a:spcPct val="0"/>
              </a:spcAft>
              <a:buClrTx/>
              <a:buSzTx/>
              <a:buFontTx/>
              <a:buNone/>
              <a:tabLst/>
              <a:defRPr/>
            </a:pPr>
            <a:r>
              <a:rPr kumimoji="0" lang="ur-PK" sz="36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rPr>
              <a:t>وہ</a:t>
            </a:r>
            <a:endParaRPr kumimoji="0" lang="en-US" sz="36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endParaRPr>
          </a:p>
        </p:txBody>
      </p:sp>
      <p:sp>
        <p:nvSpPr>
          <p:cNvPr id="153" name="Rectangle 152">
            <a:extLst>
              <a:ext uri="{FF2B5EF4-FFF2-40B4-BE49-F238E27FC236}">
                <a16:creationId xmlns:a16="http://schemas.microsoft.com/office/drawing/2014/main" id="{DBE59E7F-1167-FAD2-4B4F-A7D8BAF4E398}"/>
              </a:ext>
            </a:extLst>
          </p:cNvPr>
          <p:cNvSpPr/>
          <p:nvPr/>
        </p:nvSpPr>
        <p:spPr bwMode="auto">
          <a:xfrm>
            <a:off x="2972892" y="1780113"/>
            <a:ext cx="2150272" cy="646331"/>
          </a:xfrm>
          <a:prstGeom prst="rect">
            <a:avLst/>
          </a:prstGeom>
          <a:noFill/>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marL="0" marR="0" lvl="0" indent="0" algn="ctr" defTabSz="914377" rtl="1" eaLnBrk="1" fontAlgn="base" latinLnBrk="0" hangingPunct="1">
              <a:lnSpc>
                <a:spcPct val="100000"/>
              </a:lnSpc>
              <a:spcBef>
                <a:spcPct val="0"/>
              </a:spcBef>
              <a:spcAft>
                <a:spcPct val="0"/>
              </a:spcAft>
              <a:buClrTx/>
              <a:buSzTx/>
              <a:buFontTx/>
              <a:buNone/>
              <a:tabLst/>
              <a:defRPr/>
            </a:pPr>
            <a:r>
              <a:rPr kumimoji="0" lang="ur-PK" sz="36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rPr>
              <a:t>وہ سب</a:t>
            </a:r>
            <a:endParaRPr kumimoji="0" lang="en-US" sz="36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endParaRPr>
          </a:p>
        </p:txBody>
      </p:sp>
      <p:sp>
        <p:nvSpPr>
          <p:cNvPr id="154" name="Rectangle 153">
            <a:extLst>
              <a:ext uri="{FF2B5EF4-FFF2-40B4-BE49-F238E27FC236}">
                <a16:creationId xmlns:a16="http://schemas.microsoft.com/office/drawing/2014/main" id="{CFD0AF9B-B30E-9131-703B-2473E857ECBC}"/>
              </a:ext>
            </a:extLst>
          </p:cNvPr>
          <p:cNvSpPr/>
          <p:nvPr/>
        </p:nvSpPr>
        <p:spPr bwMode="auto">
          <a:xfrm>
            <a:off x="7139709" y="2519594"/>
            <a:ext cx="2083293" cy="646331"/>
          </a:xfrm>
          <a:prstGeom prst="rect">
            <a:avLst/>
          </a:prstGeom>
          <a:noFill/>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marL="0" marR="0" lvl="0" indent="0" algn="ctr" defTabSz="914377" rtl="1" eaLnBrk="1" fontAlgn="base" latinLnBrk="0" hangingPunct="1">
              <a:lnSpc>
                <a:spcPct val="100000"/>
              </a:lnSpc>
              <a:spcBef>
                <a:spcPct val="0"/>
              </a:spcBef>
              <a:spcAft>
                <a:spcPct val="0"/>
              </a:spcAft>
              <a:buClrTx/>
              <a:buSzTx/>
              <a:buFontTx/>
              <a:buNone/>
              <a:tabLst/>
              <a:defRPr/>
            </a:pPr>
            <a:r>
              <a:rPr kumimoji="0" lang="ur-PK" sz="36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rPr>
              <a:t>وہ ایک عورت</a:t>
            </a:r>
            <a:endParaRPr kumimoji="0" lang="en-US" sz="36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endParaRPr>
          </a:p>
        </p:txBody>
      </p:sp>
      <p:sp>
        <p:nvSpPr>
          <p:cNvPr id="155" name="Rectangle 154">
            <a:extLst>
              <a:ext uri="{FF2B5EF4-FFF2-40B4-BE49-F238E27FC236}">
                <a16:creationId xmlns:a16="http://schemas.microsoft.com/office/drawing/2014/main" id="{0E3DAEBD-4C64-D585-73C6-88A47C9CE12C}"/>
              </a:ext>
            </a:extLst>
          </p:cNvPr>
          <p:cNvSpPr/>
          <p:nvPr/>
        </p:nvSpPr>
        <p:spPr bwMode="auto">
          <a:xfrm>
            <a:off x="2736912" y="2569737"/>
            <a:ext cx="2751693" cy="646331"/>
          </a:xfrm>
          <a:prstGeom prst="rect">
            <a:avLst/>
          </a:prstGeom>
          <a:noFill/>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marL="0" marR="0" lvl="0" indent="0" algn="ctr" defTabSz="914377" rtl="1" eaLnBrk="1" fontAlgn="base" latinLnBrk="0" hangingPunct="1">
              <a:lnSpc>
                <a:spcPct val="100000"/>
              </a:lnSpc>
              <a:spcBef>
                <a:spcPct val="0"/>
              </a:spcBef>
              <a:spcAft>
                <a:spcPct val="0"/>
              </a:spcAft>
              <a:buClrTx/>
              <a:buSzTx/>
              <a:buFontTx/>
              <a:buNone/>
              <a:tabLst/>
              <a:defRPr/>
            </a:pPr>
            <a:r>
              <a:rPr kumimoji="0" lang="ur-PK" sz="36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rPr>
              <a:t>وہ سب عورتیں</a:t>
            </a:r>
            <a:endParaRPr kumimoji="0" lang="en-US" sz="36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endParaRPr>
          </a:p>
        </p:txBody>
      </p:sp>
      <p:sp>
        <p:nvSpPr>
          <p:cNvPr id="156" name="Rectangle 155">
            <a:extLst>
              <a:ext uri="{FF2B5EF4-FFF2-40B4-BE49-F238E27FC236}">
                <a16:creationId xmlns:a16="http://schemas.microsoft.com/office/drawing/2014/main" id="{0AE43D65-5297-851E-ED08-549EF79F78EB}"/>
              </a:ext>
            </a:extLst>
          </p:cNvPr>
          <p:cNvSpPr/>
          <p:nvPr/>
        </p:nvSpPr>
        <p:spPr bwMode="auto">
          <a:xfrm>
            <a:off x="7238645" y="3224172"/>
            <a:ext cx="1992684" cy="646331"/>
          </a:xfrm>
          <a:prstGeom prst="rect">
            <a:avLst/>
          </a:prstGeom>
          <a:noFill/>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marL="0" marR="0" lvl="0" indent="0" algn="ctr" defTabSz="914377" rtl="1" eaLnBrk="1" fontAlgn="base" latinLnBrk="0" hangingPunct="1">
              <a:lnSpc>
                <a:spcPct val="100000"/>
              </a:lnSpc>
              <a:spcBef>
                <a:spcPct val="0"/>
              </a:spcBef>
              <a:spcAft>
                <a:spcPct val="0"/>
              </a:spcAft>
              <a:buClrTx/>
              <a:buSzTx/>
              <a:buFontTx/>
              <a:buNone/>
              <a:tabLst/>
              <a:defRPr/>
            </a:pPr>
            <a:r>
              <a:rPr kumimoji="0" lang="ur-PK" sz="36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rPr>
              <a:t>تو</a:t>
            </a:r>
            <a:endParaRPr kumimoji="0" lang="en-US" sz="36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endParaRPr>
          </a:p>
        </p:txBody>
      </p:sp>
      <p:sp>
        <p:nvSpPr>
          <p:cNvPr id="157" name="Rectangle 156">
            <a:extLst>
              <a:ext uri="{FF2B5EF4-FFF2-40B4-BE49-F238E27FC236}">
                <a16:creationId xmlns:a16="http://schemas.microsoft.com/office/drawing/2014/main" id="{9061AE3D-7F40-EDF9-66E1-1F4BB69CEFE8}"/>
              </a:ext>
            </a:extLst>
          </p:cNvPr>
          <p:cNvSpPr/>
          <p:nvPr/>
        </p:nvSpPr>
        <p:spPr bwMode="auto">
          <a:xfrm>
            <a:off x="3145380" y="3265822"/>
            <a:ext cx="1986330" cy="646331"/>
          </a:xfrm>
          <a:prstGeom prst="rect">
            <a:avLst/>
          </a:prstGeom>
          <a:noFill/>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marL="0" marR="0" lvl="0" indent="0" algn="ctr" defTabSz="914377" rtl="1" eaLnBrk="1" fontAlgn="base" latinLnBrk="0" hangingPunct="1">
              <a:lnSpc>
                <a:spcPct val="100000"/>
              </a:lnSpc>
              <a:spcBef>
                <a:spcPct val="0"/>
              </a:spcBef>
              <a:spcAft>
                <a:spcPct val="0"/>
              </a:spcAft>
              <a:buClrTx/>
              <a:buSzTx/>
              <a:buFontTx/>
              <a:buNone/>
              <a:tabLst/>
              <a:defRPr/>
            </a:pPr>
            <a:r>
              <a:rPr kumimoji="0" lang="ur-PK" sz="36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rPr>
              <a:t>تم   سب</a:t>
            </a:r>
            <a:endParaRPr kumimoji="0" lang="en-US" sz="36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endParaRPr>
          </a:p>
        </p:txBody>
      </p:sp>
      <p:sp>
        <p:nvSpPr>
          <p:cNvPr id="158" name="Rectangle 157">
            <a:extLst>
              <a:ext uri="{FF2B5EF4-FFF2-40B4-BE49-F238E27FC236}">
                <a16:creationId xmlns:a16="http://schemas.microsoft.com/office/drawing/2014/main" id="{DCFC111D-72B8-0DBF-1A48-0D778A8D2F4C}"/>
              </a:ext>
            </a:extLst>
          </p:cNvPr>
          <p:cNvSpPr/>
          <p:nvPr/>
        </p:nvSpPr>
        <p:spPr bwMode="auto">
          <a:xfrm>
            <a:off x="7190221" y="4003764"/>
            <a:ext cx="2083293" cy="646331"/>
          </a:xfrm>
          <a:prstGeom prst="rect">
            <a:avLst/>
          </a:prstGeom>
          <a:noFill/>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marL="0" marR="0" lvl="0" indent="0" algn="ctr" defTabSz="914377" rtl="1" eaLnBrk="1" fontAlgn="base" latinLnBrk="0" hangingPunct="1">
              <a:lnSpc>
                <a:spcPct val="100000"/>
              </a:lnSpc>
              <a:spcBef>
                <a:spcPct val="0"/>
              </a:spcBef>
              <a:spcAft>
                <a:spcPct val="0"/>
              </a:spcAft>
              <a:buClrTx/>
              <a:buSzTx/>
              <a:buFontTx/>
              <a:buNone/>
              <a:tabLst/>
              <a:defRPr/>
            </a:pPr>
            <a:r>
              <a:rPr kumimoji="0" lang="ur-PK" sz="36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rPr>
              <a:t>تو ایک عورت</a:t>
            </a:r>
            <a:endParaRPr kumimoji="0" lang="en-US" sz="36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endParaRPr>
          </a:p>
        </p:txBody>
      </p:sp>
      <p:sp>
        <p:nvSpPr>
          <p:cNvPr id="159" name="Rectangle 158">
            <a:extLst>
              <a:ext uri="{FF2B5EF4-FFF2-40B4-BE49-F238E27FC236}">
                <a16:creationId xmlns:a16="http://schemas.microsoft.com/office/drawing/2014/main" id="{D8427BB8-4059-DC98-271C-1D4D7F1ED5CD}"/>
              </a:ext>
            </a:extLst>
          </p:cNvPr>
          <p:cNvSpPr/>
          <p:nvPr/>
        </p:nvSpPr>
        <p:spPr bwMode="auto">
          <a:xfrm>
            <a:off x="2649169" y="3999935"/>
            <a:ext cx="2751693" cy="646331"/>
          </a:xfrm>
          <a:prstGeom prst="rect">
            <a:avLst/>
          </a:prstGeom>
          <a:noFill/>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marL="0" marR="0" lvl="0" indent="0" algn="ctr" defTabSz="914377" rtl="1" eaLnBrk="1" fontAlgn="base" latinLnBrk="0" hangingPunct="1">
              <a:lnSpc>
                <a:spcPct val="100000"/>
              </a:lnSpc>
              <a:spcBef>
                <a:spcPct val="0"/>
              </a:spcBef>
              <a:spcAft>
                <a:spcPct val="0"/>
              </a:spcAft>
              <a:buClrTx/>
              <a:buSzTx/>
              <a:buFontTx/>
              <a:buNone/>
              <a:tabLst/>
              <a:defRPr/>
            </a:pPr>
            <a:r>
              <a:rPr kumimoji="0" lang="ur-PK" sz="36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rPr>
              <a:t>تم سب عورتیں</a:t>
            </a:r>
            <a:endParaRPr kumimoji="0" lang="en-US" sz="36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endParaRPr>
          </a:p>
        </p:txBody>
      </p:sp>
      <p:sp>
        <p:nvSpPr>
          <p:cNvPr id="160" name="Rectangle 159">
            <a:extLst>
              <a:ext uri="{FF2B5EF4-FFF2-40B4-BE49-F238E27FC236}">
                <a16:creationId xmlns:a16="http://schemas.microsoft.com/office/drawing/2014/main" id="{66056521-3A15-3AD4-C5CE-8C5C75360394}"/>
              </a:ext>
            </a:extLst>
          </p:cNvPr>
          <p:cNvSpPr/>
          <p:nvPr/>
        </p:nvSpPr>
        <p:spPr bwMode="auto">
          <a:xfrm>
            <a:off x="7296156" y="4697274"/>
            <a:ext cx="1992684" cy="646331"/>
          </a:xfrm>
          <a:prstGeom prst="rect">
            <a:avLst/>
          </a:prstGeom>
          <a:noFill/>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marL="0" marR="0" lvl="0" indent="0" algn="ctr" defTabSz="914377" rtl="1" eaLnBrk="1" fontAlgn="base" latinLnBrk="0" hangingPunct="1">
              <a:lnSpc>
                <a:spcPct val="100000"/>
              </a:lnSpc>
              <a:spcBef>
                <a:spcPct val="0"/>
              </a:spcBef>
              <a:spcAft>
                <a:spcPct val="0"/>
              </a:spcAft>
              <a:buClrTx/>
              <a:buSzTx/>
              <a:buFontTx/>
              <a:buNone/>
              <a:tabLst/>
              <a:defRPr/>
            </a:pPr>
            <a:r>
              <a:rPr kumimoji="0" lang="ur-PK" sz="36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rPr>
              <a:t>میں   </a:t>
            </a:r>
            <a:endParaRPr kumimoji="0" lang="en-US" sz="36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endParaRPr>
          </a:p>
        </p:txBody>
      </p:sp>
      <p:sp>
        <p:nvSpPr>
          <p:cNvPr id="161" name="Rectangle 160">
            <a:extLst>
              <a:ext uri="{FF2B5EF4-FFF2-40B4-BE49-F238E27FC236}">
                <a16:creationId xmlns:a16="http://schemas.microsoft.com/office/drawing/2014/main" id="{5795186B-4A80-4041-7906-4B2038390107}"/>
              </a:ext>
            </a:extLst>
          </p:cNvPr>
          <p:cNvSpPr/>
          <p:nvPr/>
        </p:nvSpPr>
        <p:spPr bwMode="auto">
          <a:xfrm>
            <a:off x="3066950" y="4655595"/>
            <a:ext cx="1986330" cy="646331"/>
          </a:xfrm>
          <a:prstGeom prst="rect">
            <a:avLst/>
          </a:prstGeom>
          <a:noFill/>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marL="0" marR="0" lvl="0" indent="0" algn="ctr" defTabSz="914377" rtl="1" eaLnBrk="1" fontAlgn="base" latinLnBrk="0" hangingPunct="1">
              <a:lnSpc>
                <a:spcPct val="100000"/>
              </a:lnSpc>
              <a:spcBef>
                <a:spcPct val="0"/>
              </a:spcBef>
              <a:spcAft>
                <a:spcPct val="0"/>
              </a:spcAft>
              <a:buClrTx/>
              <a:buSzTx/>
              <a:buFontTx/>
              <a:buNone/>
              <a:tabLst/>
              <a:defRPr/>
            </a:pPr>
            <a:r>
              <a:rPr kumimoji="0" lang="ur-PK" sz="36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rPr>
              <a:t>ہم  </a:t>
            </a:r>
            <a:endParaRPr kumimoji="0" lang="en-US" sz="36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endParaRPr>
          </a:p>
        </p:txBody>
      </p:sp>
      <p:cxnSp>
        <p:nvCxnSpPr>
          <p:cNvPr id="162" name="Straight Connector 161">
            <a:extLst>
              <a:ext uri="{FF2B5EF4-FFF2-40B4-BE49-F238E27FC236}">
                <a16:creationId xmlns:a16="http://schemas.microsoft.com/office/drawing/2014/main" id="{B8368EB4-F501-5284-2784-CA08702C4F5D}"/>
              </a:ext>
            </a:extLst>
          </p:cNvPr>
          <p:cNvCxnSpPr>
            <a:cxnSpLocks/>
          </p:cNvCxnSpPr>
          <p:nvPr/>
        </p:nvCxnSpPr>
        <p:spPr bwMode="auto">
          <a:xfrm flipV="1">
            <a:off x="2723856" y="5283923"/>
            <a:ext cx="8614529" cy="49508"/>
          </a:xfrm>
          <a:prstGeom prst="line">
            <a:avLst/>
          </a:prstGeom>
          <a:ln>
            <a:solidFill>
              <a:schemeClr val="tx1"/>
            </a:solidFill>
            <a:headEnd type="none" w="med" len="med"/>
            <a:tailEnd type="none" w="lg" len="lg"/>
          </a:ln>
        </p:spPr>
        <p:style>
          <a:lnRef idx="1">
            <a:schemeClr val="accent2"/>
          </a:lnRef>
          <a:fillRef idx="0">
            <a:schemeClr val="accent2"/>
          </a:fillRef>
          <a:effectRef idx="0">
            <a:schemeClr val="accent2"/>
          </a:effectRef>
          <a:fontRef idx="minor">
            <a:schemeClr val="tx1"/>
          </a:fontRef>
        </p:style>
      </p:cxnSp>
      <p:sp>
        <p:nvSpPr>
          <p:cNvPr id="163" name="Rectangle 162">
            <a:extLst>
              <a:ext uri="{FF2B5EF4-FFF2-40B4-BE49-F238E27FC236}">
                <a16:creationId xmlns:a16="http://schemas.microsoft.com/office/drawing/2014/main" id="{D21F8CCB-942F-E174-1411-0682E1337701}"/>
              </a:ext>
            </a:extLst>
          </p:cNvPr>
          <p:cNvSpPr/>
          <p:nvPr/>
        </p:nvSpPr>
        <p:spPr bwMode="auto">
          <a:xfrm>
            <a:off x="9397387" y="5292785"/>
            <a:ext cx="2170750" cy="646331"/>
          </a:xfrm>
          <a:prstGeom prst="rect">
            <a:avLst/>
          </a:prstGeom>
          <a:noFill/>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ur-PK" sz="3600" b="1"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rPr>
              <a:t>مونث</a:t>
            </a:r>
            <a:endParaRPr kumimoji="0" lang="en-US" sz="2800" b="1"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endParaRPr>
          </a:p>
        </p:txBody>
      </p:sp>
      <p:sp>
        <p:nvSpPr>
          <p:cNvPr id="164" name="Rectangle 163">
            <a:extLst>
              <a:ext uri="{FF2B5EF4-FFF2-40B4-BE49-F238E27FC236}">
                <a16:creationId xmlns:a16="http://schemas.microsoft.com/office/drawing/2014/main" id="{D8148071-433A-1565-596D-A9890CF9B9E2}"/>
              </a:ext>
            </a:extLst>
          </p:cNvPr>
          <p:cNvSpPr/>
          <p:nvPr/>
        </p:nvSpPr>
        <p:spPr bwMode="auto">
          <a:xfrm>
            <a:off x="7285300" y="5383573"/>
            <a:ext cx="1992684" cy="646331"/>
          </a:xfrm>
          <a:prstGeom prst="rect">
            <a:avLst/>
          </a:prstGeom>
          <a:noFill/>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marL="0" marR="0" lvl="0" indent="0" algn="ctr" defTabSz="914377" rtl="1" eaLnBrk="1" fontAlgn="base" latinLnBrk="0" hangingPunct="1">
              <a:lnSpc>
                <a:spcPct val="100000"/>
              </a:lnSpc>
              <a:spcBef>
                <a:spcPct val="0"/>
              </a:spcBef>
              <a:spcAft>
                <a:spcPct val="0"/>
              </a:spcAft>
              <a:buClrTx/>
              <a:buSzTx/>
              <a:buFontTx/>
              <a:buNone/>
              <a:tabLst/>
              <a:defRPr/>
            </a:pPr>
            <a:r>
              <a:rPr kumimoji="0" lang="ur-PK" sz="36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rPr>
              <a:t>میں</a:t>
            </a:r>
            <a:endParaRPr kumimoji="0" lang="en-US" sz="36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endParaRPr>
          </a:p>
        </p:txBody>
      </p:sp>
      <p:sp>
        <p:nvSpPr>
          <p:cNvPr id="165" name="Rectangle 164">
            <a:extLst>
              <a:ext uri="{FF2B5EF4-FFF2-40B4-BE49-F238E27FC236}">
                <a16:creationId xmlns:a16="http://schemas.microsoft.com/office/drawing/2014/main" id="{CC673328-6745-D728-7328-17FD11CC4082}"/>
              </a:ext>
            </a:extLst>
          </p:cNvPr>
          <p:cNvSpPr/>
          <p:nvPr/>
        </p:nvSpPr>
        <p:spPr bwMode="auto">
          <a:xfrm>
            <a:off x="3040106" y="5406812"/>
            <a:ext cx="1667804" cy="646331"/>
          </a:xfrm>
          <a:prstGeom prst="rect">
            <a:avLst/>
          </a:prstGeom>
          <a:noFill/>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marL="0" marR="0" lvl="0" indent="0" algn="ctr" defTabSz="914377" rtl="1" eaLnBrk="1" fontAlgn="base" latinLnBrk="0" hangingPunct="1">
              <a:lnSpc>
                <a:spcPct val="100000"/>
              </a:lnSpc>
              <a:spcBef>
                <a:spcPct val="0"/>
              </a:spcBef>
              <a:spcAft>
                <a:spcPct val="0"/>
              </a:spcAft>
              <a:buClrTx/>
              <a:buSzTx/>
              <a:buFontTx/>
              <a:buNone/>
              <a:tabLst/>
              <a:defRPr/>
            </a:pPr>
            <a:r>
              <a:rPr kumimoji="0" lang="ur-PK" sz="36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rPr>
              <a:t>ہم</a:t>
            </a:r>
            <a:endParaRPr kumimoji="0" lang="en-US" sz="36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endParaRPr>
          </a:p>
        </p:txBody>
      </p:sp>
      <p:sp>
        <p:nvSpPr>
          <p:cNvPr id="166" name="Rectangle 165">
            <a:extLst>
              <a:ext uri="{FF2B5EF4-FFF2-40B4-BE49-F238E27FC236}">
                <a16:creationId xmlns:a16="http://schemas.microsoft.com/office/drawing/2014/main" id="{A17F943F-2CD2-EE13-F0EA-A386ACCC2F57}"/>
              </a:ext>
            </a:extLst>
          </p:cNvPr>
          <p:cNvSpPr/>
          <p:nvPr/>
        </p:nvSpPr>
        <p:spPr bwMode="auto">
          <a:xfrm>
            <a:off x="5408459" y="1096960"/>
            <a:ext cx="1667804" cy="646331"/>
          </a:xfrm>
          <a:prstGeom prst="rect">
            <a:avLst/>
          </a:prstGeom>
          <a:noFill/>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marL="0" marR="0" lvl="0" indent="0" algn="ctr" defTabSz="914377" rtl="1" eaLnBrk="1" fontAlgn="base" latinLnBrk="0" hangingPunct="1">
              <a:lnSpc>
                <a:spcPct val="100000"/>
              </a:lnSpc>
              <a:spcBef>
                <a:spcPct val="0"/>
              </a:spcBef>
              <a:spcAft>
                <a:spcPct val="0"/>
              </a:spcAft>
              <a:buClrTx/>
              <a:buSzTx/>
              <a:buFontTx/>
              <a:buNone/>
              <a:tabLst/>
              <a:defRPr/>
            </a:pPr>
            <a:r>
              <a:rPr kumimoji="0" lang="ur-PK" sz="36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rPr>
              <a:t>تثنیہ</a:t>
            </a:r>
            <a:endParaRPr kumimoji="0" lang="en-US" sz="36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endParaRPr>
          </a:p>
        </p:txBody>
      </p:sp>
      <p:sp>
        <p:nvSpPr>
          <p:cNvPr id="167" name="Rectangle 166">
            <a:extLst>
              <a:ext uri="{FF2B5EF4-FFF2-40B4-BE49-F238E27FC236}">
                <a16:creationId xmlns:a16="http://schemas.microsoft.com/office/drawing/2014/main" id="{678CBD20-E242-77AE-70CA-318A93343D83}"/>
              </a:ext>
            </a:extLst>
          </p:cNvPr>
          <p:cNvSpPr/>
          <p:nvPr/>
        </p:nvSpPr>
        <p:spPr bwMode="auto">
          <a:xfrm>
            <a:off x="5408459" y="1839883"/>
            <a:ext cx="1667804" cy="646331"/>
          </a:xfrm>
          <a:prstGeom prst="rect">
            <a:avLst/>
          </a:prstGeom>
          <a:noFill/>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marL="0" marR="0" lvl="0" indent="0" algn="ctr" defTabSz="914377" rtl="1" eaLnBrk="1" fontAlgn="base" latinLnBrk="0" hangingPunct="1">
              <a:lnSpc>
                <a:spcPct val="100000"/>
              </a:lnSpc>
              <a:spcBef>
                <a:spcPct val="0"/>
              </a:spcBef>
              <a:spcAft>
                <a:spcPct val="0"/>
              </a:spcAft>
              <a:buClrTx/>
              <a:buSzTx/>
              <a:buFontTx/>
              <a:buNone/>
              <a:tabLst/>
              <a:defRPr/>
            </a:pPr>
            <a:r>
              <a:rPr kumimoji="0" lang="ur-PK" sz="36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rPr>
              <a:t>وہ دو مرد </a:t>
            </a:r>
            <a:endParaRPr kumimoji="0" lang="en-US" sz="36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endParaRPr>
          </a:p>
        </p:txBody>
      </p:sp>
      <p:sp>
        <p:nvSpPr>
          <p:cNvPr id="168" name="Rectangle 167">
            <a:extLst>
              <a:ext uri="{FF2B5EF4-FFF2-40B4-BE49-F238E27FC236}">
                <a16:creationId xmlns:a16="http://schemas.microsoft.com/office/drawing/2014/main" id="{67D15BDE-B83D-B3F6-CD0C-759A12FFD1EF}"/>
              </a:ext>
            </a:extLst>
          </p:cNvPr>
          <p:cNvSpPr/>
          <p:nvPr/>
        </p:nvSpPr>
        <p:spPr bwMode="auto">
          <a:xfrm>
            <a:off x="5389136" y="2489813"/>
            <a:ext cx="1667804" cy="646331"/>
          </a:xfrm>
          <a:prstGeom prst="rect">
            <a:avLst/>
          </a:prstGeom>
          <a:noFill/>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marL="0" marR="0" lvl="0" indent="0" algn="ctr" defTabSz="914377" rtl="1" eaLnBrk="1" fontAlgn="base" latinLnBrk="0" hangingPunct="1">
              <a:lnSpc>
                <a:spcPct val="100000"/>
              </a:lnSpc>
              <a:spcBef>
                <a:spcPct val="0"/>
              </a:spcBef>
              <a:spcAft>
                <a:spcPct val="0"/>
              </a:spcAft>
              <a:buClrTx/>
              <a:buSzTx/>
              <a:buFontTx/>
              <a:buNone/>
              <a:tabLst/>
              <a:defRPr/>
            </a:pPr>
            <a:r>
              <a:rPr kumimoji="0" lang="ur-PK" sz="36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rPr>
              <a:t>وہ دو عورتیں</a:t>
            </a:r>
            <a:endParaRPr kumimoji="0" lang="en-US" sz="36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endParaRPr>
          </a:p>
        </p:txBody>
      </p:sp>
      <p:sp>
        <p:nvSpPr>
          <p:cNvPr id="169" name="Rectangle 168">
            <a:extLst>
              <a:ext uri="{FF2B5EF4-FFF2-40B4-BE49-F238E27FC236}">
                <a16:creationId xmlns:a16="http://schemas.microsoft.com/office/drawing/2014/main" id="{470A1643-7FE6-CB73-382A-E053D88BFC2C}"/>
              </a:ext>
            </a:extLst>
          </p:cNvPr>
          <p:cNvSpPr/>
          <p:nvPr/>
        </p:nvSpPr>
        <p:spPr bwMode="auto">
          <a:xfrm>
            <a:off x="5379952" y="3220540"/>
            <a:ext cx="1667804" cy="646331"/>
          </a:xfrm>
          <a:prstGeom prst="rect">
            <a:avLst/>
          </a:prstGeom>
          <a:noFill/>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marL="0" marR="0" lvl="0" indent="0" algn="ctr" defTabSz="914377" rtl="1" eaLnBrk="1" fontAlgn="base" latinLnBrk="0" hangingPunct="1">
              <a:lnSpc>
                <a:spcPct val="100000"/>
              </a:lnSpc>
              <a:spcBef>
                <a:spcPct val="0"/>
              </a:spcBef>
              <a:spcAft>
                <a:spcPct val="0"/>
              </a:spcAft>
              <a:buClrTx/>
              <a:buSzTx/>
              <a:buFontTx/>
              <a:buNone/>
              <a:tabLst/>
              <a:defRPr/>
            </a:pPr>
            <a:r>
              <a:rPr kumimoji="0" lang="ur-PK" sz="36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rPr>
              <a:t>تم دو مرد </a:t>
            </a:r>
            <a:endParaRPr kumimoji="0" lang="en-US" sz="36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endParaRPr>
          </a:p>
        </p:txBody>
      </p:sp>
      <p:sp>
        <p:nvSpPr>
          <p:cNvPr id="170" name="Rectangle 169">
            <a:extLst>
              <a:ext uri="{FF2B5EF4-FFF2-40B4-BE49-F238E27FC236}">
                <a16:creationId xmlns:a16="http://schemas.microsoft.com/office/drawing/2014/main" id="{08CE9E9D-FB36-A2E2-B6C4-DB29A054B17B}"/>
              </a:ext>
            </a:extLst>
          </p:cNvPr>
          <p:cNvSpPr/>
          <p:nvPr/>
        </p:nvSpPr>
        <p:spPr bwMode="auto">
          <a:xfrm>
            <a:off x="5351989" y="3983219"/>
            <a:ext cx="1667804" cy="646331"/>
          </a:xfrm>
          <a:prstGeom prst="rect">
            <a:avLst/>
          </a:prstGeom>
          <a:noFill/>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marL="0" marR="0" lvl="0" indent="0" algn="ctr" defTabSz="914377" rtl="1" eaLnBrk="1" fontAlgn="base" latinLnBrk="0" hangingPunct="1">
              <a:lnSpc>
                <a:spcPct val="100000"/>
              </a:lnSpc>
              <a:spcBef>
                <a:spcPct val="0"/>
              </a:spcBef>
              <a:spcAft>
                <a:spcPct val="0"/>
              </a:spcAft>
              <a:buClrTx/>
              <a:buSzTx/>
              <a:buFontTx/>
              <a:buNone/>
              <a:tabLst/>
              <a:defRPr/>
            </a:pPr>
            <a:r>
              <a:rPr kumimoji="0" lang="ur-PK" sz="36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rPr>
              <a:t>تم دو عورتیں</a:t>
            </a:r>
            <a:endParaRPr kumimoji="0" lang="en-US" sz="36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endParaRPr>
          </a:p>
        </p:txBody>
      </p:sp>
      <p:sp>
        <p:nvSpPr>
          <p:cNvPr id="173" name="Rectangle 172">
            <a:extLst>
              <a:ext uri="{FF2B5EF4-FFF2-40B4-BE49-F238E27FC236}">
                <a16:creationId xmlns:a16="http://schemas.microsoft.com/office/drawing/2014/main" id="{8C70651C-4258-6446-FCA4-386E94F08FA6}"/>
              </a:ext>
            </a:extLst>
          </p:cNvPr>
          <p:cNvSpPr/>
          <p:nvPr/>
        </p:nvSpPr>
        <p:spPr bwMode="auto">
          <a:xfrm>
            <a:off x="7118261" y="1755090"/>
            <a:ext cx="1992684" cy="646331"/>
          </a:xfrm>
          <a:prstGeom prst="rect">
            <a:avLst/>
          </a:prstGeom>
          <a:noFill/>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marL="0" marR="0" lvl="0" indent="0" algn="ctr" defTabSz="914377" rtl="1" eaLnBrk="1" fontAlgn="base" latinLnBrk="0" hangingPunct="1">
              <a:lnSpc>
                <a:spcPct val="100000"/>
              </a:lnSpc>
              <a:spcBef>
                <a:spcPct val="0"/>
              </a:spcBef>
              <a:spcAft>
                <a:spcPct val="0"/>
              </a:spcAft>
              <a:buClrTx/>
              <a:buSzTx/>
              <a:buFontTx/>
              <a:buNone/>
              <a:tabLst/>
              <a:defRPr/>
            </a:pPr>
            <a:r>
              <a:rPr kumimoji="0" lang="ur-PK" sz="36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rPr>
              <a:t>وہ ایک مرد</a:t>
            </a:r>
            <a:endParaRPr kumimoji="0" lang="en-US" sz="36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endParaRPr>
          </a:p>
        </p:txBody>
      </p:sp>
      <p:sp>
        <p:nvSpPr>
          <p:cNvPr id="174" name="Rectangle 173">
            <a:extLst>
              <a:ext uri="{FF2B5EF4-FFF2-40B4-BE49-F238E27FC236}">
                <a16:creationId xmlns:a16="http://schemas.microsoft.com/office/drawing/2014/main" id="{9E81578D-37E6-122D-2644-2F174BCA3EAE}"/>
              </a:ext>
            </a:extLst>
          </p:cNvPr>
          <p:cNvSpPr/>
          <p:nvPr/>
        </p:nvSpPr>
        <p:spPr bwMode="auto">
          <a:xfrm>
            <a:off x="2870419" y="1741618"/>
            <a:ext cx="2150272" cy="646331"/>
          </a:xfrm>
          <a:prstGeom prst="rect">
            <a:avLst/>
          </a:prstGeom>
          <a:noFill/>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marL="0" marR="0" lvl="0" indent="0" algn="ctr" defTabSz="914377" rtl="1" eaLnBrk="1" fontAlgn="base" latinLnBrk="0" hangingPunct="1">
              <a:lnSpc>
                <a:spcPct val="100000"/>
              </a:lnSpc>
              <a:spcBef>
                <a:spcPct val="0"/>
              </a:spcBef>
              <a:spcAft>
                <a:spcPct val="0"/>
              </a:spcAft>
              <a:buClrTx/>
              <a:buSzTx/>
              <a:buFontTx/>
              <a:buNone/>
              <a:tabLst/>
              <a:defRPr/>
            </a:pPr>
            <a:r>
              <a:rPr kumimoji="0" lang="ur-PK" sz="36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rPr>
              <a:t>وہ سب مرد</a:t>
            </a:r>
            <a:endParaRPr kumimoji="0" lang="en-US" sz="36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endParaRPr>
          </a:p>
        </p:txBody>
      </p:sp>
      <p:sp>
        <p:nvSpPr>
          <p:cNvPr id="175" name="Rectangle 174">
            <a:extLst>
              <a:ext uri="{FF2B5EF4-FFF2-40B4-BE49-F238E27FC236}">
                <a16:creationId xmlns:a16="http://schemas.microsoft.com/office/drawing/2014/main" id="{B7111C1C-8161-31C0-C36A-31B76927876E}"/>
              </a:ext>
            </a:extLst>
          </p:cNvPr>
          <p:cNvSpPr/>
          <p:nvPr/>
        </p:nvSpPr>
        <p:spPr bwMode="auto">
          <a:xfrm>
            <a:off x="7104437" y="3199148"/>
            <a:ext cx="1992684" cy="646331"/>
          </a:xfrm>
          <a:prstGeom prst="rect">
            <a:avLst/>
          </a:prstGeom>
          <a:noFill/>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marL="0" marR="0" lvl="0" indent="0" algn="ctr" defTabSz="914377" rtl="1" eaLnBrk="1" fontAlgn="base" latinLnBrk="0" hangingPunct="1">
              <a:lnSpc>
                <a:spcPct val="100000"/>
              </a:lnSpc>
              <a:spcBef>
                <a:spcPct val="0"/>
              </a:spcBef>
              <a:spcAft>
                <a:spcPct val="0"/>
              </a:spcAft>
              <a:buClrTx/>
              <a:buSzTx/>
              <a:buFontTx/>
              <a:buNone/>
              <a:tabLst/>
              <a:defRPr/>
            </a:pPr>
            <a:r>
              <a:rPr kumimoji="0" lang="ur-PK" sz="36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rPr>
              <a:t>تو ایک مرد</a:t>
            </a:r>
            <a:endParaRPr kumimoji="0" lang="en-US" sz="36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endParaRPr>
          </a:p>
        </p:txBody>
      </p:sp>
      <p:sp>
        <p:nvSpPr>
          <p:cNvPr id="176" name="Rectangle 175">
            <a:extLst>
              <a:ext uri="{FF2B5EF4-FFF2-40B4-BE49-F238E27FC236}">
                <a16:creationId xmlns:a16="http://schemas.microsoft.com/office/drawing/2014/main" id="{0BC9A4C8-4051-CFB8-B710-BAD9D17EDEAE}"/>
              </a:ext>
            </a:extLst>
          </p:cNvPr>
          <p:cNvSpPr/>
          <p:nvPr/>
        </p:nvSpPr>
        <p:spPr bwMode="auto">
          <a:xfrm>
            <a:off x="2933784" y="3249018"/>
            <a:ext cx="1986330" cy="646331"/>
          </a:xfrm>
          <a:prstGeom prst="rect">
            <a:avLst/>
          </a:prstGeom>
          <a:noFill/>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marL="0" marR="0" lvl="0" indent="0" algn="ctr" defTabSz="914377" rtl="1" eaLnBrk="1" fontAlgn="base" latinLnBrk="0" hangingPunct="1">
              <a:lnSpc>
                <a:spcPct val="100000"/>
              </a:lnSpc>
              <a:spcBef>
                <a:spcPct val="0"/>
              </a:spcBef>
              <a:spcAft>
                <a:spcPct val="0"/>
              </a:spcAft>
              <a:buClrTx/>
              <a:buSzTx/>
              <a:buFontTx/>
              <a:buNone/>
              <a:tabLst/>
              <a:defRPr/>
            </a:pPr>
            <a:r>
              <a:rPr kumimoji="0" lang="ur-PK" sz="36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rPr>
              <a:t>تم سب مرد</a:t>
            </a:r>
            <a:endParaRPr kumimoji="0" lang="en-US" sz="36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endParaRPr>
          </a:p>
        </p:txBody>
      </p:sp>
      <p:sp>
        <p:nvSpPr>
          <p:cNvPr id="3" name="Rectangle 2">
            <a:extLst>
              <a:ext uri="{FF2B5EF4-FFF2-40B4-BE49-F238E27FC236}">
                <a16:creationId xmlns:a16="http://schemas.microsoft.com/office/drawing/2014/main" id="{7243C7F9-C94E-457A-B8FC-8EF0F267ECAE}"/>
              </a:ext>
            </a:extLst>
          </p:cNvPr>
          <p:cNvSpPr/>
          <p:nvPr/>
        </p:nvSpPr>
        <p:spPr>
          <a:xfrm>
            <a:off x="1164697" y="5352795"/>
            <a:ext cx="1429814" cy="707886"/>
          </a:xfrm>
          <a:prstGeom prst="rect">
            <a:avLst/>
          </a:prstGeom>
        </p:spPr>
        <p:txBody>
          <a:bodyPr wrap="none">
            <a:spAutoFit/>
          </a:bodyPr>
          <a:lstStyle/>
          <a:p>
            <a:pPr algn="ctr"/>
            <a:r>
              <a:rPr lang="en-US" sz="2000" dirty="0"/>
              <a:t>First-person</a:t>
            </a:r>
          </a:p>
          <a:p>
            <a:pPr algn="ctr"/>
            <a:r>
              <a:rPr lang="en-US" sz="2000" dirty="0"/>
              <a:t> pronoun</a:t>
            </a:r>
          </a:p>
        </p:txBody>
      </p:sp>
      <p:sp>
        <p:nvSpPr>
          <p:cNvPr id="4" name="Rectangle 3">
            <a:extLst>
              <a:ext uri="{FF2B5EF4-FFF2-40B4-BE49-F238E27FC236}">
                <a16:creationId xmlns:a16="http://schemas.microsoft.com/office/drawing/2014/main" id="{8EE8C56A-5D08-4936-B6F2-763EC9BBF8BA}"/>
              </a:ext>
            </a:extLst>
          </p:cNvPr>
          <p:cNvSpPr/>
          <p:nvPr/>
        </p:nvSpPr>
        <p:spPr>
          <a:xfrm>
            <a:off x="1050817" y="3928232"/>
            <a:ext cx="1584601" cy="646331"/>
          </a:xfrm>
          <a:prstGeom prst="rect">
            <a:avLst/>
          </a:prstGeom>
        </p:spPr>
        <p:txBody>
          <a:bodyPr wrap="none">
            <a:spAutoFit/>
          </a:bodyPr>
          <a:lstStyle/>
          <a:p>
            <a:pPr algn="ctr"/>
            <a:r>
              <a:rPr lang="en-US" dirty="0"/>
              <a:t>Second-person</a:t>
            </a:r>
          </a:p>
          <a:p>
            <a:pPr algn="ctr"/>
            <a:r>
              <a:rPr lang="en-US" dirty="0"/>
              <a:t> pronoun</a:t>
            </a:r>
          </a:p>
        </p:txBody>
      </p:sp>
      <p:sp>
        <p:nvSpPr>
          <p:cNvPr id="5" name="Rectangle 4">
            <a:extLst>
              <a:ext uri="{FF2B5EF4-FFF2-40B4-BE49-F238E27FC236}">
                <a16:creationId xmlns:a16="http://schemas.microsoft.com/office/drawing/2014/main" id="{7B51C738-DB0D-4AD5-A311-B82033D928D2}"/>
              </a:ext>
            </a:extLst>
          </p:cNvPr>
          <p:cNvSpPr/>
          <p:nvPr/>
        </p:nvSpPr>
        <p:spPr>
          <a:xfrm>
            <a:off x="1178791" y="2559972"/>
            <a:ext cx="1387816" cy="646331"/>
          </a:xfrm>
          <a:prstGeom prst="rect">
            <a:avLst/>
          </a:prstGeom>
        </p:spPr>
        <p:txBody>
          <a:bodyPr wrap="none">
            <a:spAutoFit/>
          </a:bodyPr>
          <a:lstStyle/>
          <a:p>
            <a:r>
              <a:rPr lang="en-US" dirty="0"/>
              <a:t>Third-person</a:t>
            </a:r>
          </a:p>
          <a:p>
            <a:pPr algn="ctr"/>
            <a:r>
              <a:rPr lang="en-US" dirty="0"/>
              <a:t>pronoun</a:t>
            </a:r>
          </a:p>
        </p:txBody>
      </p:sp>
      <p:sp>
        <p:nvSpPr>
          <p:cNvPr id="6" name="Rectangle 5">
            <a:extLst>
              <a:ext uri="{FF2B5EF4-FFF2-40B4-BE49-F238E27FC236}">
                <a16:creationId xmlns:a16="http://schemas.microsoft.com/office/drawing/2014/main" id="{9E8BECB6-C04C-4514-AD71-B3F71E63C17A}"/>
              </a:ext>
            </a:extLst>
          </p:cNvPr>
          <p:cNvSpPr/>
          <p:nvPr/>
        </p:nvSpPr>
        <p:spPr>
          <a:xfrm>
            <a:off x="4599357" y="1981698"/>
            <a:ext cx="636841" cy="369332"/>
          </a:xfrm>
          <a:prstGeom prst="rect">
            <a:avLst/>
          </a:prstGeom>
        </p:spPr>
        <p:txBody>
          <a:bodyPr wrap="none">
            <a:spAutoFit/>
          </a:bodyPr>
          <a:lstStyle/>
          <a:p>
            <a:r>
              <a:rPr lang="en-US"/>
              <a:t>They</a:t>
            </a:r>
            <a:endParaRPr lang="en-US" dirty="0"/>
          </a:p>
        </p:txBody>
      </p:sp>
      <p:sp>
        <p:nvSpPr>
          <p:cNvPr id="7" name="Rectangle 6">
            <a:extLst>
              <a:ext uri="{FF2B5EF4-FFF2-40B4-BE49-F238E27FC236}">
                <a16:creationId xmlns:a16="http://schemas.microsoft.com/office/drawing/2014/main" id="{E03B917F-CCCC-41C0-BEBE-EE94045C72E6}"/>
              </a:ext>
            </a:extLst>
          </p:cNvPr>
          <p:cNvSpPr/>
          <p:nvPr/>
        </p:nvSpPr>
        <p:spPr>
          <a:xfrm>
            <a:off x="8755474" y="1926225"/>
            <a:ext cx="444352" cy="369332"/>
          </a:xfrm>
          <a:prstGeom prst="rect">
            <a:avLst/>
          </a:prstGeom>
        </p:spPr>
        <p:txBody>
          <a:bodyPr wrap="none">
            <a:spAutoFit/>
          </a:bodyPr>
          <a:lstStyle/>
          <a:p>
            <a:r>
              <a:rPr lang="en-US" dirty="0"/>
              <a:t>He</a:t>
            </a:r>
          </a:p>
        </p:txBody>
      </p:sp>
      <p:sp>
        <p:nvSpPr>
          <p:cNvPr id="8" name="Rectangle 7">
            <a:extLst>
              <a:ext uri="{FF2B5EF4-FFF2-40B4-BE49-F238E27FC236}">
                <a16:creationId xmlns:a16="http://schemas.microsoft.com/office/drawing/2014/main" id="{1B73B2DE-D893-44A6-B78C-106EF102D81D}"/>
              </a:ext>
            </a:extLst>
          </p:cNvPr>
          <p:cNvSpPr/>
          <p:nvPr/>
        </p:nvSpPr>
        <p:spPr>
          <a:xfrm>
            <a:off x="8702379" y="3354554"/>
            <a:ext cx="523285" cy="369332"/>
          </a:xfrm>
          <a:prstGeom prst="rect">
            <a:avLst/>
          </a:prstGeom>
        </p:spPr>
        <p:txBody>
          <a:bodyPr wrap="none">
            <a:spAutoFit/>
          </a:bodyPr>
          <a:lstStyle/>
          <a:p>
            <a:r>
              <a:rPr lang="en-US" dirty="0"/>
              <a:t>You</a:t>
            </a:r>
          </a:p>
        </p:txBody>
      </p:sp>
      <p:sp>
        <p:nvSpPr>
          <p:cNvPr id="9" name="Rectangle 8">
            <a:extLst>
              <a:ext uri="{FF2B5EF4-FFF2-40B4-BE49-F238E27FC236}">
                <a16:creationId xmlns:a16="http://schemas.microsoft.com/office/drawing/2014/main" id="{805C8B72-7ECC-4172-B589-A64F84377A3F}"/>
              </a:ext>
            </a:extLst>
          </p:cNvPr>
          <p:cNvSpPr/>
          <p:nvPr/>
        </p:nvSpPr>
        <p:spPr>
          <a:xfrm>
            <a:off x="8690373" y="4825368"/>
            <a:ext cx="242374" cy="369332"/>
          </a:xfrm>
          <a:prstGeom prst="rect">
            <a:avLst/>
          </a:prstGeom>
        </p:spPr>
        <p:txBody>
          <a:bodyPr wrap="none">
            <a:spAutoFit/>
          </a:bodyPr>
          <a:lstStyle/>
          <a:p>
            <a:r>
              <a:rPr lang="en-US"/>
              <a:t>I</a:t>
            </a:r>
            <a:endParaRPr lang="en-US" dirty="0"/>
          </a:p>
        </p:txBody>
      </p:sp>
      <p:sp>
        <p:nvSpPr>
          <p:cNvPr id="57" name="Rectangle 56">
            <a:extLst>
              <a:ext uri="{FF2B5EF4-FFF2-40B4-BE49-F238E27FC236}">
                <a16:creationId xmlns:a16="http://schemas.microsoft.com/office/drawing/2014/main" id="{79BEC969-8F12-41AD-BF86-9B29BC8B023C}"/>
              </a:ext>
            </a:extLst>
          </p:cNvPr>
          <p:cNvSpPr/>
          <p:nvPr/>
        </p:nvSpPr>
        <p:spPr>
          <a:xfrm>
            <a:off x="4745387" y="4855849"/>
            <a:ext cx="497252" cy="369332"/>
          </a:xfrm>
          <a:prstGeom prst="rect">
            <a:avLst/>
          </a:prstGeom>
        </p:spPr>
        <p:txBody>
          <a:bodyPr wrap="none">
            <a:spAutoFit/>
          </a:bodyPr>
          <a:lstStyle/>
          <a:p>
            <a:r>
              <a:rPr lang="en-US" dirty="0"/>
              <a:t>Me</a:t>
            </a:r>
          </a:p>
        </p:txBody>
      </p:sp>
    </p:spTree>
    <p:extLst>
      <p:ext uri="{BB962C8B-B14F-4D97-AF65-F5344CB8AC3E}">
        <p14:creationId xmlns:p14="http://schemas.microsoft.com/office/powerpoint/2010/main" val="15586921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38"/>
                                        </p:tgtEl>
                                        <p:attrNameLst>
                                          <p:attrName>style.visibility</p:attrName>
                                        </p:attrNameLst>
                                      </p:cBhvr>
                                      <p:to>
                                        <p:strVal val="visible"/>
                                      </p:to>
                                    </p:set>
                                    <p:animEffect transition="in" filter="wipe(left)">
                                      <p:cBhvr>
                                        <p:cTn id="7" dur="500"/>
                                        <p:tgtEl>
                                          <p:spTgt spid="138"/>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8"/>
                                        </p:tgtEl>
                                        <p:attrNameLst>
                                          <p:attrName>style.visibility</p:attrName>
                                        </p:attrNameLst>
                                      </p:cBhvr>
                                      <p:to>
                                        <p:strVal val="visible"/>
                                      </p:to>
                                    </p:set>
                                    <p:animEffect transition="in" filter="wipe(left)">
                                      <p:cBhvr>
                                        <p:cTn id="10" dur="500"/>
                                        <p:tgtEl>
                                          <p:spTgt spid="128"/>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2" fill="hold" grpId="0" nodeType="clickEffect">
                                  <p:stCondLst>
                                    <p:cond delay="0"/>
                                  </p:stCondLst>
                                  <p:childTnLst>
                                    <p:set>
                                      <p:cBhvr>
                                        <p:cTn id="14" dur="1" fill="hold">
                                          <p:stCondLst>
                                            <p:cond delay="0"/>
                                          </p:stCondLst>
                                        </p:cTn>
                                        <p:tgtEl>
                                          <p:spTgt spid="151"/>
                                        </p:tgtEl>
                                        <p:attrNameLst>
                                          <p:attrName>style.visibility</p:attrName>
                                        </p:attrNameLst>
                                      </p:cBhvr>
                                      <p:to>
                                        <p:strVal val="visible"/>
                                      </p:to>
                                    </p:set>
                                    <p:animEffect transition="in" filter="wipe(right)">
                                      <p:cBhvr>
                                        <p:cTn id="15" dur="500"/>
                                        <p:tgtEl>
                                          <p:spTgt spid="151"/>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2" fill="hold" grpId="0" nodeType="clickEffect">
                                  <p:stCondLst>
                                    <p:cond delay="0"/>
                                  </p:stCondLst>
                                  <p:childTnLst>
                                    <p:set>
                                      <p:cBhvr>
                                        <p:cTn id="19" dur="1" fill="hold">
                                          <p:stCondLst>
                                            <p:cond delay="0"/>
                                          </p:stCondLst>
                                        </p:cTn>
                                        <p:tgtEl>
                                          <p:spTgt spid="136"/>
                                        </p:tgtEl>
                                        <p:attrNameLst>
                                          <p:attrName>style.visibility</p:attrName>
                                        </p:attrNameLst>
                                      </p:cBhvr>
                                      <p:to>
                                        <p:strVal val="visible"/>
                                      </p:to>
                                    </p:set>
                                    <p:animEffect transition="in" filter="wipe(right)">
                                      <p:cBhvr>
                                        <p:cTn id="20" dur="500"/>
                                        <p:tgtEl>
                                          <p:spTgt spid="13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2" fill="hold" grpId="0" nodeType="clickEffect">
                                  <p:stCondLst>
                                    <p:cond delay="0"/>
                                  </p:stCondLst>
                                  <p:childTnLst>
                                    <p:set>
                                      <p:cBhvr>
                                        <p:cTn id="24" dur="1" fill="hold">
                                          <p:stCondLst>
                                            <p:cond delay="0"/>
                                          </p:stCondLst>
                                        </p:cTn>
                                        <p:tgtEl>
                                          <p:spTgt spid="152"/>
                                        </p:tgtEl>
                                        <p:attrNameLst>
                                          <p:attrName>style.visibility</p:attrName>
                                        </p:attrNameLst>
                                      </p:cBhvr>
                                      <p:to>
                                        <p:strVal val="visible"/>
                                      </p:to>
                                    </p:set>
                                    <p:animEffect transition="in" filter="wipe(right)">
                                      <p:cBhvr>
                                        <p:cTn id="25" dur="500"/>
                                        <p:tgtEl>
                                          <p:spTgt spid="15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2" fill="hold" grpId="0" nodeType="clickEffect">
                                  <p:stCondLst>
                                    <p:cond delay="0"/>
                                  </p:stCondLst>
                                  <p:childTnLst>
                                    <p:set>
                                      <p:cBhvr>
                                        <p:cTn id="29" dur="1" fill="hold">
                                          <p:stCondLst>
                                            <p:cond delay="0"/>
                                          </p:stCondLst>
                                        </p:cTn>
                                        <p:tgtEl>
                                          <p:spTgt spid="153"/>
                                        </p:tgtEl>
                                        <p:attrNameLst>
                                          <p:attrName>style.visibility</p:attrName>
                                        </p:attrNameLst>
                                      </p:cBhvr>
                                      <p:to>
                                        <p:strVal val="visible"/>
                                      </p:to>
                                    </p:set>
                                    <p:animEffect transition="in" filter="wipe(right)">
                                      <p:cBhvr>
                                        <p:cTn id="30" dur="500"/>
                                        <p:tgtEl>
                                          <p:spTgt spid="15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2" fill="hold" grpId="0" nodeType="clickEffect">
                                  <p:stCondLst>
                                    <p:cond delay="0"/>
                                  </p:stCondLst>
                                  <p:childTnLst>
                                    <p:set>
                                      <p:cBhvr>
                                        <p:cTn id="34" dur="1" fill="hold">
                                          <p:stCondLst>
                                            <p:cond delay="0"/>
                                          </p:stCondLst>
                                        </p:cTn>
                                        <p:tgtEl>
                                          <p:spTgt spid="156"/>
                                        </p:tgtEl>
                                        <p:attrNameLst>
                                          <p:attrName>style.visibility</p:attrName>
                                        </p:attrNameLst>
                                      </p:cBhvr>
                                      <p:to>
                                        <p:strVal val="visible"/>
                                      </p:to>
                                    </p:set>
                                    <p:animEffect transition="in" filter="wipe(right)">
                                      <p:cBhvr>
                                        <p:cTn id="35" dur="500"/>
                                        <p:tgtEl>
                                          <p:spTgt spid="156"/>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2" fill="hold" grpId="0" nodeType="clickEffect">
                                  <p:stCondLst>
                                    <p:cond delay="0"/>
                                  </p:stCondLst>
                                  <p:childTnLst>
                                    <p:set>
                                      <p:cBhvr>
                                        <p:cTn id="39" dur="1" fill="hold">
                                          <p:stCondLst>
                                            <p:cond delay="0"/>
                                          </p:stCondLst>
                                        </p:cTn>
                                        <p:tgtEl>
                                          <p:spTgt spid="157"/>
                                        </p:tgtEl>
                                        <p:attrNameLst>
                                          <p:attrName>style.visibility</p:attrName>
                                        </p:attrNameLst>
                                      </p:cBhvr>
                                      <p:to>
                                        <p:strVal val="visible"/>
                                      </p:to>
                                    </p:set>
                                    <p:animEffect transition="in" filter="wipe(right)">
                                      <p:cBhvr>
                                        <p:cTn id="40" dur="500"/>
                                        <p:tgtEl>
                                          <p:spTgt spid="157"/>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2" fill="hold" grpId="0" nodeType="clickEffect">
                                  <p:stCondLst>
                                    <p:cond delay="0"/>
                                  </p:stCondLst>
                                  <p:childTnLst>
                                    <p:set>
                                      <p:cBhvr>
                                        <p:cTn id="44" dur="1" fill="hold">
                                          <p:stCondLst>
                                            <p:cond delay="0"/>
                                          </p:stCondLst>
                                        </p:cTn>
                                        <p:tgtEl>
                                          <p:spTgt spid="160"/>
                                        </p:tgtEl>
                                        <p:attrNameLst>
                                          <p:attrName>style.visibility</p:attrName>
                                        </p:attrNameLst>
                                      </p:cBhvr>
                                      <p:to>
                                        <p:strVal val="visible"/>
                                      </p:to>
                                    </p:set>
                                    <p:animEffect transition="in" filter="wipe(right)">
                                      <p:cBhvr>
                                        <p:cTn id="45" dur="500"/>
                                        <p:tgtEl>
                                          <p:spTgt spid="160"/>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2" fill="hold" grpId="0" nodeType="clickEffect">
                                  <p:stCondLst>
                                    <p:cond delay="0"/>
                                  </p:stCondLst>
                                  <p:childTnLst>
                                    <p:set>
                                      <p:cBhvr>
                                        <p:cTn id="49" dur="1" fill="hold">
                                          <p:stCondLst>
                                            <p:cond delay="0"/>
                                          </p:stCondLst>
                                        </p:cTn>
                                        <p:tgtEl>
                                          <p:spTgt spid="161"/>
                                        </p:tgtEl>
                                        <p:attrNameLst>
                                          <p:attrName>style.visibility</p:attrName>
                                        </p:attrNameLst>
                                      </p:cBhvr>
                                      <p:to>
                                        <p:strVal val="visible"/>
                                      </p:to>
                                    </p:set>
                                    <p:animEffect transition="in" filter="wipe(right)">
                                      <p:cBhvr>
                                        <p:cTn id="50" dur="500"/>
                                        <p:tgtEl>
                                          <p:spTgt spid="161"/>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130"/>
                                        </p:tgtEl>
                                        <p:attrNameLst>
                                          <p:attrName>style.visibility</p:attrName>
                                        </p:attrNameLst>
                                      </p:cBhvr>
                                      <p:to>
                                        <p:strVal val="visible"/>
                                      </p:to>
                                    </p:set>
                                    <p:animEffect transition="in" filter="wipe(left)">
                                      <p:cBhvr>
                                        <p:cTn id="55" dur="500"/>
                                        <p:tgtEl>
                                          <p:spTgt spid="130"/>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134"/>
                                        </p:tgtEl>
                                        <p:attrNameLst>
                                          <p:attrName>style.visibility</p:attrName>
                                        </p:attrNameLst>
                                      </p:cBhvr>
                                      <p:to>
                                        <p:strVal val="visible"/>
                                      </p:to>
                                    </p:set>
                                    <p:animEffect transition="in" filter="wipe(left)">
                                      <p:cBhvr>
                                        <p:cTn id="60" dur="500"/>
                                        <p:tgtEl>
                                          <p:spTgt spid="134"/>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162"/>
                                        </p:tgtEl>
                                        <p:attrNameLst>
                                          <p:attrName>style.visibility</p:attrName>
                                        </p:attrNameLst>
                                      </p:cBhvr>
                                      <p:to>
                                        <p:strVal val="visible"/>
                                      </p:to>
                                    </p:set>
                                    <p:animEffect transition="in" filter="wipe(left)">
                                      <p:cBhvr>
                                        <p:cTn id="65" dur="500"/>
                                        <p:tgtEl>
                                          <p:spTgt spid="162"/>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2" fill="hold" grpId="0" nodeType="clickEffect">
                                  <p:stCondLst>
                                    <p:cond delay="0"/>
                                  </p:stCondLst>
                                  <p:childTnLst>
                                    <p:set>
                                      <p:cBhvr>
                                        <p:cTn id="69" dur="1" fill="hold">
                                          <p:stCondLst>
                                            <p:cond delay="0"/>
                                          </p:stCondLst>
                                        </p:cTn>
                                        <p:tgtEl>
                                          <p:spTgt spid="132"/>
                                        </p:tgtEl>
                                        <p:attrNameLst>
                                          <p:attrName>style.visibility</p:attrName>
                                        </p:attrNameLst>
                                      </p:cBhvr>
                                      <p:to>
                                        <p:strVal val="visible"/>
                                      </p:to>
                                    </p:set>
                                    <p:animEffect transition="in" filter="wipe(right)">
                                      <p:cBhvr>
                                        <p:cTn id="70" dur="500"/>
                                        <p:tgtEl>
                                          <p:spTgt spid="132"/>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2" fill="hold" grpId="0" nodeType="clickEffect">
                                  <p:stCondLst>
                                    <p:cond delay="0"/>
                                  </p:stCondLst>
                                  <p:childTnLst>
                                    <p:set>
                                      <p:cBhvr>
                                        <p:cTn id="74" dur="1" fill="hold">
                                          <p:stCondLst>
                                            <p:cond delay="0"/>
                                          </p:stCondLst>
                                        </p:cTn>
                                        <p:tgtEl>
                                          <p:spTgt spid="131"/>
                                        </p:tgtEl>
                                        <p:attrNameLst>
                                          <p:attrName>style.visibility</p:attrName>
                                        </p:attrNameLst>
                                      </p:cBhvr>
                                      <p:to>
                                        <p:strVal val="visible"/>
                                      </p:to>
                                    </p:set>
                                    <p:animEffect transition="in" filter="wipe(right)">
                                      <p:cBhvr>
                                        <p:cTn id="75" dur="500"/>
                                        <p:tgtEl>
                                          <p:spTgt spid="131"/>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2" fill="hold" grpId="0" nodeType="clickEffect">
                                  <p:stCondLst>
                                    <p:cond delay="0"/>
                                  </p:stCondLst>
                                  <p:childTnLst>
                                    <p:set>
                                      <p:cBhvr>
                                        <p:cTn id="79" dur="1" fill="hold">
                                          <p:stCondLst>
                                            <p:cond delay="0"/>
                                          </p:stCondLst>
                                        </p:cTn>
                                        <p:tgtEl>
                                          <p:spTgt spid="140"/>
                                        </p:tgtEl>
                                        <p:attrNameLst>
                                          <p:attrName>style.visibility</p:attrName>
                                        </p:attrNameLst>
                                      </p:cBhvr>
                                      <p:to>
                                        <p:strVal val="visible"/>
                                      </p:to>
                                    </p:set>
                                    <p:animEffect transition="in" filter="wipe(right)">
                                      <p:cBhvr>
                                        <p:cTn id="80" dur="500"/>
                                        <p:tgtEl>
                                          <p:spTgt spid="140"/>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2" fill="hold" grpId="0" nodeType="clickEffect">
                                  <p:stCondLst>
                                    <p:cond delay="0"/>
                                  </p:stCondLst>
                                  <p:childTnLst>
                                    <p:set>
                                      <p:cBhvr>
                                        <p:cTn id="84" dur="1" fill="hold">
                                          <p:stCondLst>
                                            <p:cond delay="0"/>
                                          </p:stCondLst>
                                        </p:cTn>
                                        <p:tgtEl>
                                          <p:spTgt spid="139"/>
                                        </p:tgtEl>
                                        <p:attrNameLst>
                                          <p:attrName>style.visibility</p:attrName>
                                        </p:attrNameLst>
                                      </p:cBhvr>
                                      <p:to>
                                        <p:strVal val="visible"/>
                                      </p:to>
                                    </p:set>
                                    <p:animEffect transition="in" filter="wipe(right)">
                                      <p:cBhvr>
                                        <p:cTn id="85" dur="500"/>
                                        <p:tgtEl>
                                          <p:spTgt spid="139"/>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2" fill="hold" grpId="0" nodeType="clickEffect">
                                  <p:stCondLst>
                                    <p:cond delay="0"/>
                                  </p:stCondLst>
                                  <p:childTnLst>
                                    <p:set>
                                      <p:cBhvr>
                                        <p:cTn id="89" dur="1" fill="hold">
                                          <p:stCondLst>
                                            <p:cond delay="0"/>
                                          </p:stCondLst>
                                        </p:cTn>
                                        <p:tgtEl>
                                          <p:spTgt spid="142"/>
                                        </p:tgtEl>
                                        <p:attrNameLst>
                                          <p:attrName>style.visibility</p:attrName>
                                        </p:attrNameLst>
                                      </p:cBhvr>
                                      <p:to>
                                        <p:strVal val="visible"/>
                                      </p:to>
                                    </p:set>
                                    <p:animEffect transition="in" filter="wipe(right)">
                                      <p:cBhvr>
                                        <p:cTn id="90" dur="500"/>
                                        <p:tgtEl>
                                          <p:spTgt spid="142"/>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2" fill="hold" grpId="0" nodeType="clickEffect">
                                  <p:stCondLst>
                                    <p:cond delay="0"/>
                                  </p:stCondLst>
                                  <p:childTnLst>
                                    <p:set>
                                      <p:cBhvr>
                                        <p:cTn id="94" dur="1" fill="hold">
                                          <p:stCondLst>
                                            <p:cond delay="0"/>
                                          </p:stCondLst>
                                        </p:cTn>
                                        <p:tgtEl>
                                          <p:spTgt spid="163"/>
                                        </p:tgtEl>
                                        <p:attrNameLst>
                                          <p:attrName>style.visibility</p:attrName>
                                        </p:attrNameLst>
                                      </p:cBhvr>
                                      <p:to>
                                        <p:strVal val="visible"/>
                                      </p:to>
                                    </p:set>
                                    <p:animEffect transition="in" filter="wipe(right)">
                                      <p:cBhvr>
                                        <p:cTn id="95" dur="500"/>
                                        <p:tgtEl>
                                          <p:spTgt spid="163"/>
                                        </p:tgtEl>
                                      </p:cBhvr>
                                    </p:animEffect>
                                  </p:childTnLst>
                                </p:cTn>
                              </p:par>
                            </p:childTnLst>
                          </p:cTn>
                        </p:par>
                      </p:childTnLst>
                    </p:cTn>
                  </p:par>
                  <p:par>
                    <p:cTn id="96" fill="hold">
                      <p:stCondLst>
                        <p:cond delay="indefinite"/>
                      </p:stCondLst>
                      <p:childTnLst>
                        <p:par>
                          <p:cTn id="97" fill="hold">
                            <p:stCondLst>
                              <p:cond delay="0"/>
                            </p:stCondLst>
                            <p:childTnLst>
                              <p:par>
                                <p:cTn id="98" presetID="1" presetClass="exit" presetSubtype="0" fill="hold" grpId="1" nodeType="clickEffect">
                                  <p:stCondLst>
                                    <p:cond delay="0"/>
                                  </p:stCondLst>
                                  <p:childTnLst>
                                    <p:set>
                                      <p:cBhvr>
                                        <p:cTn id="99" dur="1" fill="hold">
                                          <p:stCondLst>
                                            <p:cond delay="0"/>
                                          </p:stCondLst>
                                        </p:cTn>
                                        <p:tgtEl>
                                          <p:spTgt spid="152"/>
                                        </p:tgtEl>
                                        <p:attrNameLst>
                                          <p:attrName>style.visibility</p:attrName>
                                        </p:attrNameLst>
                                      </p:cBhvr>
                                      <p:to>
                                        <p:strVal val="hidden"/>
                                      </p:to>
                                    </p:set>
                                  </p:childTnLst>
                                </p:cTn>
                              </p:par>
                              <p:par>
                                <p:cTn id="100" presetID="1" presetClass="exit" presetSubtype="0" fill="hold" grpId="1" nodeType="withEffect">
                                  <p:stCondLst>
                                    <p:cond delay="0"/>
                                  </p:stCondLst>
                                  <p:childTnLst>
                                    <p:set>
                                      <p:cBhvr>
                                        <p:cTn id="101" dur="1" fill="hold">
                                          <p:stCondLst>
                                            <p:cond delay="0"/>
                                          </p:stCondLst>
                                        </p:cTn>
                                        <p:tgtEl>
                                          <p:spTgt spid="153"/>
                                        </p:tgtEl>
                                        <p:attrNameLst>
                                          <p:attrName>style.visibility</p:attrName>
                                        </p:attrNameLst>
                                      </p:cBhvr>
                                      <p:to>
                                        <p:strVal val="hidden"/>
                                      </p:to>
                                    </p:set>
                                  </p:childTnLst>
                                </p:cTn>
                              </p:par>
                              <p:par>
                                <p:cTn id="102" presetID="1" presetClass="exit" presetSubtype="0" fill="hold" grpId="1" nodeType="withEffect">
                                  <p:stCondLst>
                                    <p:cond delay="0"/>
                                  </p:stCondLst>
                                  <p:childTnLst>
                                    <p:set>
                                      <p:cBhvr>
                                        <p:cTn id="103" dur="1" fill="hold">
                                          <p:stCondLst>
                                            <p:cond delay="0"/>
                                          </p:stCondLst>
                                        </p:cTn>
                                        <p:tgtEl>
                                          <p:spTgt spid="156"/>
                                        </p:tgtEl>
                                        <p:attrNameLst>
                                          <p:attrName>style.visibility</p:attrName>
                                        </p:attrNameLst>
                                      </p:cBhvr>
                                      <p:to>
                                        <p:strVal val="hidden"/>
                                      </p:to>
                                    </p:set>
                                  </p:childTnLst>
                                </p:cTn>
                              </p:par>
                              <p:par>
                                <p:cTn id="104" presetID="1" presetClass="exit" presetSubtype="0" fill="hold" grpId="1" nodeType="withEffect">
                                  <p:stCondLst>
                                    <p:cond delay="0"/>
                                  </p:stCondLst>
                                  <p:childTnLst>
                                    <p:set>
                                      <p:cBhvr>
                                        <p:cTn id="105" dur="1" fill="hold">
                                          <p:stCondLst>
                                            <p:cond delay="0"/>
                                          </p:stCondLst>
                                        </p:cTn>
                                        <p:tgtEl>
                                          <p:spTgt spid="157"/>
                                        </p:tgtEl>
                                        <p:attrNameLst>
                                          <p:attrName>style.visibility</p:attrName>
                                        </p:attrNameLst>
                                      </p:cBhvr>
                                      <p:to>
                                        <p:strVal val="hidden"/>
                                      </p:to>
                                    </p:set>
                                  </p:childTnLst>
                                </p:cTn>
                              </p:par>
                            </p:childTnLst>
                          </p:cTn>
                        </p:par>
                      </p:childTnLst>
                    </p:cTn>
                  </p:par>
                  <p:par>
                    <p:cTn id="106" fill="hold">
                      <p:stCondLst>
                        <p:cond delay="indefinite"/>
                      </p:stCondLst>
                      <p:childTnLst>
                        <p:par>
                          <p:cTn id="107" fill="hold">
                            <p:stCondLst>
                              <p:cond delay="0"/>
                            </p:stCondLst>
                            <p:childTnLst>
                              <p:par>
                                <p:cTn id="108" presetID="47" presetClass="entr" presetSubtype="0" fill="hold" grpId="0" nodeType="clickEffect">
                                  <p:stCondLst>
                                    <p:cond delay="0"/>
                                  </p:stCondLst>
                                  <p:childTnLst>
                                    <p:set>
                                      <p:cBhvr>
                                        <p:cTn id="109" dur="1" fill="hold">
                                          <p:stCondLst>
                                            <p:cond delay="0"/>
                                          </p:stCondLst>
                                        </p:cTn>
                                        <p:tgtEl>
                                          <p:spTgt spid="173"/>
                                        </p:tgtEl>
                                        <p:attrNameLst>
                                          <p:attrName>style.visibility</p:attrName>
                                        </p:attrNameLst>
                                      </p:cBhvr>
                                      <p:to>
                                        <p:strVal val="visible"/>
                                      </p:to>
                                    </p:set>
                                    <p:animEffect transition="in" filter="fade">
                                      <p:cBhvr>
                                        <p:cTn id="110" dur="1000"/>
                                        <p:tgtEl>
                                          <p:spTgt spid="173"/>
                                        </p:tgtEl>
                                      </p:cBhvr>
                                    </p:animEffect>
                                    <p:anim calcmode="lin" valueType="num">
                                      <p:cBhvr>
                                        <p:cTn id="111" dur="1000" fill="hold"/>
                                        <p:tgtEl>
                                          <p:spTgt spid="173"/>
                                        </p:tgtEl>
                                        <p:attrNameLst>
                                          <p:attrName>ppt_x</p:attrName>
                                        </p:attrNameLst>
                                      </p:cBhvr>
                                      <p:tavLst>
                                        <p:tav tm="0">
                                          <p:val>
                                            <p:strVal val="#ppt_x"/>
                                          </p:val>
                                        </p:tav>
                                        <p:tav tm="100000">
                                          <p:val>
                                            <p:strVal val="#ppt_x"/>
                                          </p:val>
                                        </p:tav>
                                      </p:tavLst>
                                    </p:anim>
                                    <p:anim calcmode="lin" valueType="num">
                                      <p:cBhvr>
                                        <p:cTn id="112" dur="1000" fill="hold"/>
                                        <p:tgtEl>
                                          <p:spTgt spid="173"/>
                                        </p:tgtEl>
                                        <p:attrNameLst>
                                          <p:attrName>ppt_y</p:attrName>
                                        </p:attrNameLst>
                                      </p:cBhvr>
                                      <p:tavLst>
                                        <p:tav tm="0">
                                          <p:val>
                                            <p:strVal val="#ppt_y-.1"/>
                                          </p:val>
                                        </p:tav>
                                        <p:tav tm="100000">
                                          <p:val>
                                            <p:strVal val="#ppt_y"/>
                                          </p:val>
                                        </p:tav>
                                      </p:tavLst>
                                    </p:anim>
                                  </p:childTnLst>
                                </p:cTn>
                              </p:par>
                            </p:childTnLst>
                          </p:cTn>
                        </p:par>
                      </p:childTnLst>
                    </p:cTn>
                  </p:par>
                  <p:par>
                    <p:cTn id="113" fill="hold">
                      <p:stCondLst>
                        <p:cond delay="indefinite"/>
                      </p:stCondLst>
                      <p:childTnLst>
                        <p:par>
                          <p:cTn id="114" fill="hold">
                            <p:stCondLst>
                              <p:cond delay="0"/>
                            </p:stCondLst>
                            <p:childTnLst>
                              <p:par>
                                <p:cTn id="115" presetID="47" presetClass="entr" presetSubtype="0" fill="hold" grpId="0" nodeType="clickEffect">
                                  <p:stCondLst>
                                    <p:cond delay="0"/>
                                  </p:stCondLst>
                                  <p:childTnLst>
                                    <p:set>
                                      <p:cBhvr>
                                        <p:cTn id="116" dur="1" fill="hold">
                                          <p:stCondLst>
                                            <p:cond delay="0"/>
                                          </p:stCondLst>
                                        </p:cTn>
                                        <p:tgtEl>
                                          <p:spTgt spid="174"/>
                                        </p:tgtEl>
                                        <p:attrNameLst>
                                          <p:attrName>style.visibility</p:attrName>
                                        </p:attrNameLst>
                                      </p:cBhvr>
                                      <p:to>
                                        <p:strVal val="visible"/>
                                      </p:to>
                                    </p:set>
                                    <p:animEffect transition="in" filter="fade">
                                      <p:cBhvr>
                                        <p:cTn id="117" dur="1000"/>
                                        <p:tgtEl>
                                          <p:spTgt spid="174"/>
                                        </p:tgtEl>
                                      </p:cBhvr>
                                    </p:animEffect>
                                    <p:anim calcmode="lin" valueType="num">
                                      <p:cBhvr>
                                        <p:cTn id="118" dur="1000" fill="hold"/>
                                        <p:tgtEl>
                                          <p:spTgt spid="174"/>
                                        </p:tgtEl>
                                        <p:attrNameLst>
                                          <p:attrName>ppt_x</p:attrName>
                                        </p:attrNameLst>
                                      </p:cBhvr>
                                      <p:tavLst>
                                        <p:tav tm="0">
                                          <p:val>
                                            <p:strVal val="#ppt_x"/>
                                          </p:val>
                                        </p:tav>
                                        <p:tav tm="100000">
                                          <p:val>
                                            <p:strVal val="#ppt_x"/>
                                          </p:val>
                                        </p:tav>
                                      </p:tavLst>
                                    </p:anim>
                                    <p:anim calcmode="lin" valueType="num">
                                      <p:cBhvr>
                                        <p:cTn id="119" dur="1000" fill="hold"/>
                                        <p:tgtEl>
                                          <p:spTgt spid="174"/>
                                        </p:tgtEl>
                                        <p:attrNameLst>
                                          <p:attrName>ppt_y</p:attrName>
                                        </p:attrNameLst>
                                      </p:cBhvr>
                                      <p:tavLst>
                                        <p:tav tm="0">
                                          <p:val>
                                            <p:strVal val="#ppt_y-.1"/>
                                          </p:val>
                                        </p:tav>
                                        <p:tav tm="100000">
                                          <p:val>
                                            <p:strVal val="#ppt_y"/>
                                          </p:val>
                                        </p:tav>
                                      </p:tavLst>
                                    </p:anim>
                                  </p:childTnLst>
                                </p:cTn>
                              </p:par>
                            </p:childTnLst>
                          </p:cTn>
                        </p:par>
                      </p:childTnLst>
                    </p:cTn>
                  </p:par>
                  <p:par>
                    <p:cTn id="120" fill="hold">
                      <p:stCondLst>
                        <p:cond delay="indefinite"/>
                      </p:stCondLst>
                      <p:childTnLst>
                        <p:par>
                          <p:cTn id="121" fill="hold">
                            <p:stCondLst>
                              <p:cond delay="0"/>
                            </p:stCondLst>
                            <p:childTnLst>
                              <p:par>
                                <p:cTn id="122" presetID="22" presetClass="entr" presetSubtype="2" fill="hold" grpId="0" nodeType="clickEffect">
                                  <p:stCondLst>
                                    <p:cond delay="0"/>
                                  </p:stCondLst>
                                  <p:childTnLst>
                                    <p:set>
                                      <p:cBhvr>
                                        <p:cTn id="123" dur="1" fill="hold">
                                          <p:stCondLst>
                                            <p:cond delay="0"/>
                                          </p:stCondLst>
                                        </p:cTn>
                                        <p:tgtEl>
                                          <p:spTgt spid="154"/>
                                        </p:tgtEl>
                                        <p:attrNameLst>
                                          <p:attrName>style.visibility</p:attrName>
                                        </p:attrNameLst>
                                      </p:cBhvr>
                                      <p:to>
                                        <p:strVal val="visible"/>
                                      </p:to>
                                    </p:set>
                                    <p:animEffect transition="in" filter="wipe(right)">
                                      <p:cBhvr>
                                        <p:cTn id="124" dur="500"/>
                                        <p:tgtEl>
                                          <p:spTgt spid="154"/>
                                        </p:tgtEl>
                                      </p:cBhvr>
                                    </p:animEffect>
                                  </p:childTnLst>
                                </p:cTn>
                              </p:par>
                            </p:childTnLst>
                          </p:cTn>
                        </p:par>
                      </p:childTnLst>
                    </p:cTn>
                  </p:par>
                  <p:par>
                    <p:cTn id="125" fill="hold">
                      <p:stCondLst>
                        <p:cond delay="indefinite"/>
                      </p:stCondLst>
                      <p:childTnLst>
                        <p:par>
                          <p:cTn id="126" fill="hold">
                            <p:stCondLst>
                              <p:cond delay="0"/>
                            </p:stCondLst>
                            <p:childTnLst>
                              <p:par>
                                <p:cTn id="127" presetID="22" presetClass="entr" presetSubtype="2" fill="hold" grpId="0" nodeType="clickEffect">
                                  <p:stCondLst>
                                    <p:cond delay="0"/>
                                  </p:stCondLst>
                                  <p:childTnLst>
                                    <p:set>
                                      <p:cBhvr>
                                        <p:cTn id="128" dur="1" fill="hold">
                                          <p:stCondLst>
                                            <p:cond delay="0"/>
                                          </p:stCondLst>
                                        </p:cTn>
                                        <p:tgtEl>
                                          <p:spTgt spid="155"/>
                                        </p:tgtEl>
                                        <p:attrNameLst>
                                          <p:attrName>style.visibility</p:attrName>
                                        </p:attrNameLst>
                                      </p:cBhvr>
                                      <p:to>
                                        <p:strVal val="visible"/>
                                      </p:to>
                                    </p:set>
                                    <p:animEffect transition="in" filter="wipe(right)">
                                      <p:cBhvr>
                                        <p:cTn id="129" dur="500"/>
                                        <p:tgtEl>
                                          <p:spTgt spid="155"/>
                                        </p:tgtEl>
                                      </p:cBhvr>
                                    </p:animEffect>
                                  </p:childTnLst>
                                </p:cTn>
                              </p:par>
                            </p:childTnLst>
                          </p:cTn>
                        </p:par>
                      </p:childTnLst>
                    </p:cTn>
                  </p:par>
                  <p:par>
                    <p:cTn id="130" fill="hold">
                      <p:stCondLst>
                        <p:cond delay="indefinite"/>
                      </p:stCondLst>
                      <p:childTnLst>
                        <p:par>
                          <p:cTn id="131" fill="hold">
                            <p:stCondLst>
                              <p:cond delay="0"/>
                            </p:stCondLst>
                            <p:childTnLst>
                              <p:par>
                                <p:cTn id="132" presetID="22" presetClass="entr" presetSubtype="2" fill="hold" grpId="0" nodeType="clickEffect">
                                  <p:stCondLst>
                                    <p:cond delay="0"/>
                                  </p:stCondLst>
                                  <p:childTnLst>
                                    <p:set>
                                      <p:cBhvr>
                                        <p:cTn id="133" dur="1" fill="hold">
                                          <p:stCondLst>
                                            <p:cond delay="0"/>
                                          </p:stCondLst>
                                        </p:cTn>
                                        <p:tgtEl>
                                          <p:spTgt spid="175"/>
                                        </p:tgtEl>
                                        <p:attrNameLst>
                                          <p:attrName>style.visibility</p:attrName>
                                        </p:attrNameLst>
                                      </p:cBhvr>
                                      <p:to>
                                        <p:strVal val="visible"/>
                                      </p:to>
                                    </p:set>
                                    <p:animEffect transition="in" filter="wipe(right)">
                                      <p:cBhvr>
                                        <p:cTn id="134" dur="500"/>
                                        <p:tgtEl>
                                          <p:spTgt spid="175"/>
                                        </p:tgtEl>
                                      </p:cBhvr>
                                    </p:animEffect>
                                  </p:childTnLst>
                                </p:cTn>
                              </p:par>
                            </p:childTnLst>
                          </p:cTn>
                        </p:par>
                      </p:childTnLst>
                    </p:cTn>
                  </p:par>
                  <p:par>
                    <p:cTn id="135" fill="hold">
                      <p:stCondLst>
                        <p:cond delay="indefinite"/>
                      </p:stCondLst>
                      <p:childTnLst>
                        <p:par>
                          <p:cTn id="136" fill="hold">
                            <p:stCondLst>
                              <p:cond delay="0"/>
                            </p:stCondLst>
                            <p:childTnLst>
                              <p:par>
                                <p:cTn id="137" presetID="22" presetClass="entr" presetSubtype="2" fill="hold" grpId="0" nodeType="clickEffect">
                                  <p:stCondLst>
                                    <p:cond delay="0"/>
                                  </p:stCondLst>
                                  <p:childTnLst>
                                    <p:set>
                                      <p:cBhvr>
                                        <p:cTn id="138" dur="1" fill="hold">
                                          <p:stCondLst>
                                            <p:cond delay="0"/>
                                          </p:stCondLst>
                                        </p:cTn>
                                        <p:tgtEl>
                                          <p:spTgt spid="176"/>
                                        </p:tgtEl>
                                        <p:attrNameLst>
                                          <p:attrName>style.visibility</p:attrName>
                                        </p:attrNameLst>
                                      </p:cBhvr>
                                      <p:to>
                                        <p:strVal val="visible"/>
                                      </p:to>
                                    </p:set>
                                    <p:animEffect transition="in" filter="wipe(right)">
                                      <p:cBhvr>
                                        <p:cTn id="139" dur="500"/>
                                        <p:tgtEl>
                                          <p:spTgt spid="176"/>
                                        </p:tgtEl>
                                      </p:cBhvr>
                                    </p:animEffect>
                                  </p:childTnLst>
                                </p:cTn>
                              </p:par>
                            </p:childTnLst>
                          </p:cTn>
                        </p:par>
                      </p:childTnLst>
                    </p:cTn>
                  </p:par>
                  <p:par>
                    <p:cTn id="140" fill="hold">
                      <p:stCondLst>
                        <p:cond delay="indefinite"/>
                      </p:stCondLst>
                      <p:childTnLst>
                        <p:par>
                          <p:cTn id="141" fill="hold">
                            <p:stCondLst>
                              <p:cond delay="0"/>
                            </p:stCondLst>
                            <p:childTnLst>
                              <p:par>
                                <p:cTn id="142" presetID="22" presetClass="entr" presetSubtype="2" fill="hold" grpId="0" nodeType="clickEffect">
                                  <p:stCondLst>
                                    <p:cond delay="0"/>
                                  </p:stCondLst>
                                  <p:childTnLst>
                                    <p:set>
                                      <p:cBhvr>
                                        <p:cTn id="143" dur="1" fill="hold">
                                          <p:stCondLst>
                                            <p:cond delay="0"/>
                                          </p:stCondLst>
                                        </p:cTn>
                                        <p:tgtEl>
                                          <p:spTgt spid="158"/>
                                        </p:tgtEl>
                                        <p:attrNameLst>
                                          <p:attrName>style.visibility</p:attrName>
                                        </p:attrNameLst>
                                      </p:cBhvr>
                                      <p:to>
                                        <p:strVal val="visible"/>
                                      </p:to>
                                    </p:set>
                                    <p:animEffect transition="in" filter="wipe(right)">
                                      <p:cBhvr>
                                        <p:cTn id="144" dur="500"/>
                                        <p:tgtEl>
                                          <p:spTgt spid="158"/>
                                        </p:tgtEl>
                                      </p:cBhvr>
                                    </p:animEffect>
                                  </p:childTnLst>
                                </p:cTn>
                              </p:par>
                            </p:childTnLst>
                          </p:cTn>
                        </p:par>
                      </p:childTnLst>
                    </p:cTn>
                  </p:par>
                  <p:par>
                    <p:cTn id="145" fill="hold">
                      <p:stCondLst>
                        <p:cond delay="indefinite"/>
                      </p:stCondLst>
                      <p:childTnLst>
                        <p:par>
                          <p:cTn id="146" fill="hold">
                            <p:stCondLst>
                              <p:cond delay="0"/>
                            </p:stCondLst>
                            <p:childTnLst>
                              <p:par>
                                <p:cTn id="147" presetID="22" presetClass="entr" presetSubtype="2" fill="hold" grpId="0" nodeType="clickEffect">
                                  <p:stCondLst>
                                    <p:cond delay="0"/>
                                  </p:stCondLst>
                                  <p:childTnLst>
                                    <p:set>
                                      <p:cBhvr>
                                        <p:cTn id="148" dur="1" fill="hold">
                                          <p:stCondLst>
                                            <p:cond delay="0"/>
                                          </p:stCondLst>
                                        </p:cTn>
                                        <p:tgtEl>
                                          <p:spTgt spid="159"/>
                                        </p:tgtEl>
                                        <p:attrNameLst>
                                          <p:attrName>style.visibility</p:attrName>
                                        </p:attrNameLst>
                                      </p:cBhvr>
                                      <p:to>
                                        <p:strVal val="visible"/>
                                      </p:to>
                                    </p:set>
                                    <p:animEffect transition="in" filter="wipe(right)">
                                      <p:cBhvr>
                                        <p:cTn id="149" dur="500"/>
                                        <p:tgtEl>
                                          <p:spTgt spid="159"/>
                                        </p:tgtEl>
                                      </p:cBhvr>
                                    </p:animEffect>
                                  </p:childTnLst>
                                </p:cTn>
                              </p:par>
                            </p:childTnLst>
                          </p:cTn>
                        </p:par>
                      </p:childTnLst>
                    </p:cTn>
                  </p:par>
                  <p:par>
                    <p:cTn id="150" fill="hold">
                      <p:stCondLst>
                        <p:cond delay="indefinite"/>
                      </p:stCondLst>
                      <p:childTnLst>
                        <p:par>
                          <p:cTn id="151" fill="hold">
                            <p:stCondLst>
                              <p:cond delay="0"/>
                            </p:stCondLst>
                            <p:childTnLst>
                              <p:par>
                                <p:cTn id="152" presetID="22" presetClass="entr" presetSubtype="2" fill="hold" grpId="0" nodeType="clickEffect">
                                  <p:stCondLst>
                                    <p:cond delay="0"/>
                                  </p:stCondLst>
                                  <p:childTnLst>
                                    <p:set>
                                      <p:cBhvr>
                                        <p:cTn id="153" dur="1" fill="hold">
                                          <p:stCondLst>
                                            <p:cond delay="0"/>
                                          </p:stCondLst>
                                        </p:cTn>
                                        <p:tgtEl>
                                          <p:spTgt spid="164"/>
                                        </p:tgtEl>
                                        <p:attrNameLst>
                                          <p:attrName>style.visibility</p:attrName>
                                        </p:attrNameLst>
                                      </p:cBhvr>
                                      <p:to>
                                        <p:strVal val="visible"/>
                                      </p:to>
                                    </p:set>
                                    <p:animEffect transition="in" filter="wipe(right)">
                                      <p:cBhvr>
                                        <p:cTn id="154" dur="500"/>
                                        <p:tgtEl>
                                          <p:spTgt spid="164"/>
                                        </p:tgtEl>
                                      </p:cBhvr>
                                    </p:animEffect>
                                  </p:childTnLst>
                                </p:cTn>
                              </p:par>
                            </p:childTnLst>
                          </p:cTn>
                        </p:par>
                      </p:childTnLst>
                    </p:cTn>
                  </p:par>
                  <p:par>
                    <p:cTn id="155" fill="hold">
                      <p:stCondLst>
                        <p:cond delay="indefinite"/>
                      </p:stCondLst>
                      <p:childTnLst>
                        <p:par>
                          <p:cTn id="156" fill="hold">
                            <p:stCondLst>
                              <p:cond delay="0"/>
                            </p:stCondLst>
                            <p:childTnLst>
                              <p:par>
                                <p:cTn id="157" presetID="22" presetClass="entr" presetSubtype="2" fill="hold" grpId="1" nodeType="clickEffect">
                                  <p:stCondLst>
                                    <p:cond delay="0"/>
                                  </p:stCondLst>
                                  <p:childTnLst>
                                    <p:set>
                                      <p:cBhvr>
                                        <p:cTn id="158" dur="1" fill="hold">
                                          <p:stCondLst>
                                            <p:cond delay="0"/>
                                          </p:stCondLst>
                                        </p:cTn>
                                        <p:tgtEl>
                                          <p:spTgt spid="165"/>
                                        </p:tgtEl>
                                        <p:attrNameLst>
                                          <p:attrName>style.visibility</p:attrName>
                                        </p:attrNameLst>
                                      </p:cBhvr>
                                      <p:to>
                                        <p:strVal val="visible"/>
                                      </p:to>
                                    </p:set>
                                    <p:animEffect transition="in" filter="wipe(right)">
                                      <p:cBhvr>
                                        <p:cTn id="159" dur="500"/>
                                        <p:tgtEl>
                                          <p:spTgt spid="165"/>
                                        </p:tgtEl>
                                      </p:cBhvr>
                                    </p:animEffect>
                                  </p:childTnLst>
                                </p:cTn>
                              </p:par>
                            </p:childTnLst>
                          </p:cTn>
                        </p:par>
                      </p:childTnLst>
                    </p:cTn>
                  </p:par>
                  <p:par>
                    <p:cTn id="160" fill="hold">
                      <p:stCondLst>
                        <p:cond delay="indefinite"/>
                      </p:stCondLst>
                      <p:childTnLst>
                        <p:par>
                          <p:cTn id="161" fill="hold">
                            <p:stCondLst>
                              <p:cond delay="0"/>
                            </p:stCondLst>
                            <p:childTnLst>
                              <p:par>
                                <p:cTn id="162" presetID="1" presetClass="exit" presetSubtype="0" fill="hold" nodeType="clickEffect">
                                  <p:stCondLst>
                                    <p:cond delay="0"/>
                                  </p:stCondLst>
                                  <p:childTnLst>
                                    <p:set>
                                      <p:cBhvr>
                                        <p:cTn id="163" dur="1" fill="hold">
                                          <p:stCondLst>
                                            <p:cond delay="0"/>
                                          </p:stCondLst>
                                        </p:cTn>
                                        <p:tgtEl>
                                          <p:spTgt spid="162"/>
                                        </p:tgtEl>
                                        <p:attrNameLst>
                                          <p:attrName>style.visibility</p:attrName>
                                        </p:attrNameLst>
                                      </p:cBhvr>
                                      <p:to>
                                        <p:strVal val="hidden"/>
                                      </p:to>
                                    </p:set>
                                  </p:childTnLst>
                                </p:cTn>
                              </p:par>
                            </p:childTnLst>
                          </p:cTn>
                        </p:par>
                      </p:childTnLst>
                    </p:cTn>
                  </p:par>
                  <p:par>
                    <p:cTn id="164" fill="hold">
                      <p:stCondLst>
                        <p:cond delay="indefinite"/>
                      </p:stCondLst>
                      <p:childTnLst>
                        <p:par>
                          <p:cTn id="165" fill="hold">
                            <p:stCondLst>
                              <p:cond delay="0"/>
                            </p:stCondLst>
                            <p:childTnLst>
                              <p:par>
                                <p:cTn id="166" presetID="1" presetClass="exit" presetSubtype="0" fill="hold" grpId="1" nodeType="clickEffect">
                                  <p:stCondLst>
                                    <p:cond delay="0"/>
                                  </p:stCondLst>
                                  <p:childTnLst>
                                    <p:set>
                                      <p:cBhvr>
                                        <p:cTn id="167" dur="1" fill="hold">
                                          <p:stCondLst>
                                            <p:cond delay="0"/>
                                          </p:stCondLst>
                                        </p:cTn>
                                        <p:tgtEl>
                                          <p:spTgt spid="160"/>
                                        </p:tgtEl>
                                        <p:attrNameLst>
                                          <p:attrName>style.visibility</p:attrName>
                                        </p:attrNameLst>
                                      </p:cBhvr>
                                      <p:to>
                                        <p:strVal val="hidden"/>
                                      </p:to>
                                    </p:set>
                                  </p:childTnLst>
                                </p:cTn>
                              </p:par>
                              <p:par>
                                <p:cTn id="168" presetID="1" presetClass="exit" presetSubtype="0" fill="hold" grpId="1" nodeType="withEffect">
                                  <p:stCondLst>
                                    <p:cond delay="0"/>
                                  </p:stCondLst>
                                  <p:childTnLst>
                                    <p:set>
                                      <p:cBhvr>
                                        <p:cTn id="169" dur="1" fill="hold">
                                          <p:stCondLst>
                                            <p:cond delay="0"/>
                                          </p:stCondLst>
                                        </p:cTn>
                                        <p:tgtEl>
                                          <p:spTgt spid="161"/>
                                        </p:tgtEl>
                                        <p:attrNameLst>
                                          <p:attrName>style.visibility</p:attrName>
                                        </p:attrNameLst>
                                      </p:cBhvr>
                                      <p:to>
                                        <p:strVal val="hidden"/>
                                      </p:to>
                                    </p:set>
                                  </p:childTnLst>
                                </p:cTn>
                              </p:par>
                            </p:childTnLst>
                          </p:cTn>
                        </p:par>
                      </p:childTnLst>
                    </p:cTn>
                  </p:par>
                  <p:par>
                    <p:cTn id="170" fill="hold">
                      <p:stCondLst>
                        <p:cond delay="indefinite"/>
                      </p:stCondLst>
                      <p:childTnLst>
                        <p:par>
                          <p:cTn id="171" fill="hold">
                            <p:stCondLst>
                              <p:cond delay="0"/>
                            </p:stCondLst>
                            <p:childTnLst>
                              <p:par>
                                <p:cTn id="172" presetID="64" presetClass="path" presetSubtype="0" accel="50000" decel="50000" fill="hold" grpId="1" nodeType="clickEffect">
                                  <p:stCondLst>
                                    <p:cond delay="0"/>
                                  </p:stCondLst>
                                  <p:childTnLst>
                                    <p:animMotion origin="layout" path="M 3.33333E-6 -4.44444E-6 L 0.00117 -0.07523 " pathEditMode="relative" rAng="0" ptsTypes="AA">
                                      <p:cBhvr>
                                        <p:cTn id="173" dur="2000" fill="hold"/>
                                        <p:tgtEl>
                                          <p:spTgt spid="164"/>
                                        </p:tgtEl>
                                        <p:attrNameLst>
                                          <p:attrName>ppt_x</p:attrName>
                                          <p:attrName>ppt_y</p:attrName>
                                        </p:attrNameLst>
                                      </p:cBhvr>
                                      <p:rCtr x="52" y="-3773"/>
                                    </p:animMotion>
                                  </p:childTnLst>
                                </p:cTn>
                              </p:par>
                            </p:childTnLst>
                          </p:cTn>
                        </p:par>
                      </p:childTnLst>
                    </p:cTn>
                  </p:par>
                  <p:par>
                    <p:cTn id="174" fill="hold">
                      <p:stCondLst>
                        <p:cond delay="indefinite"/>
                      </p:stCondLst>
                      <p:childTnLst>
                        <p:par>
                          <p:cTn id="175" fill="hold">
                            <p:stCondLst>
                              <p:cond delay="0"/>
                            </p:stCondLst>
                            <p:childTnLst>
                              <p:par>
                                <p:cTn id="176" presetID="64" presetClass="path" presetSubtype="0" accel="50000" decel="50000" fill="hold" grpId="0" nodeType="clickEffect">
                                  <p:stCondLst>
                                    <p:cond delay="0"/>
                                  </p:stCondLst>
                                  <p:childTnLst>
                                    <p:animMotion origin="layout" path="M 2.91667E-6 -4.44444E-6 L 0.00117 -0.07523 " pathEditMode="relative" rAng="0" ptsTypes="AA">
                                      <p:cBhvr>
                                        <p:cTn id="177" dur="2000" fill="hold"/>
                                        <p:tgtEl>
                                          <p:spTgt spid="165"/>
                                        </p:tgtEl>
                                        <p:attrNameLst>
                                          <p:attrName>ppt_x</p:attrName>
                                          <p:attrName>ppt_y</p:attrName>
                                        </p:attrNameLst>
                                      </p:cBhvr>
                                      <p:rCtr x="52" y="-3773"/>
                                    </p:animMotion>
                                  </p:childTnLst>
                                </p:cTn>
                              </p:par>
                            </p:childTnLst>
                          </p:cTn>
                        </p:par>
                      </p:childTnLst>
                    </p:cTn>
                  </p:par>
                  <p:par>
                    <p:cTn id="178" fill="hold">
                      <p:stCondLst>
                        <p:cond delay="indefinite"/>
                      </p:stCondLst>
                      <p:childTnLst>
                        <p:par>
                          <p:cTn id="179" fill="hold">
                            <p:stCondLst>
                              <p:cond delay="0"/>
                            </p:stCondLst>
                            <p:childTnLst>
                              <p:par>
                                <p:cTn id="180" presetID="22" presetClass="entr" presetSubtype="2" fill="hold" grpId="0" nodeType="clickEffect">
                                  <p:stCondLst>
                                    <p:cond delay="0"/>
                                  </p:stCondLst>
                                  <p:childTnLst>
                                    <p:set>
                                      <p:cBhvr>
                                        <p:cTn id="181" dur="1" fill="hold">
                                          <p:stCondLst>
                                            <p:cond delay="0"/>
                                          </p:stCondLst>
                                        </p:cTn>
                                        <p:tgtEl>
                                          <p:spTgt spid="166"/>
                                        </p:tgtEl>
                                        <p:attrNameLst>
                                          <p:attrName>style.visibility</p:attrName>
                                        </p:attrNameLst>
                                      </p:cBhvr>
                                      <p:to>
                                        <p:strVal val="visible"/>
                                      </p:to>
                                    </p:set>
                                    <p:animEffect transition="in" filter="wipe(right)">
                                      <p:cBhvr>
                                        <p:cTn id="182" dur="500"/>
                                        <p:tgtEl>
                                          <p:spTgt spid="166"/>
                                        </p:tgtEl>
                                      </p:cBhvr>
                                    </p:animEffect>
                                  </p:childTnLst>
                                </p:cTn>
                              </p:par>
                            </p:childTnLst>
                          </p:cTn>
                        </p:par>
                      </p:childTnLst>
                    </p:cTn>
                  </p:par>
                  <p:par>
                    <p:cTn id="183" fill="hold">
                      <p:stCondLst>
                        <p:cond delay="indefinite"/>
                      </p:stCondLst>
                      <p:childTnLst>
                        <p:par>
                          <p:cTn id="184" fill="hold">
                            <p:stCondLst>
                              <p:cond delay="0"/>
                            </p:stCondLst>
                            <p:childTnLst>
                              <p:par>
                                <p:cTn id="185" presetID="22" presetClass="entr" presetSubtype="2" fill="hold" grpId="0" nodeType="clickEffect">
                                  <p:stCondLst>
                                    <p:cond delay="0"/>
                                  </p:stCondLst>
                                  <p:childTnLst>
                                    <p:set>
                                      <p:cBhvr>
                                        <p:cTn id="186" dur="1" fill="hold">
                                          <p:stCondLst>
                                            <p:cond delay="0"/>
                                          </p:stCondLst>
                                        </p:cTn>
                                        <p:tgtEl>
                                          <p:spTgt spid="167"/>
                                        </p:tgtEl>
                                        <p:attrNameLst>
                                          <p:attrName>style.visibility</p:attrName>
                                        </p:attrNameLst>
                                      </p:cBhvr>
                                      <p:to>
                                        <p:strVal val="visible"/>
                                      </p:to>
                                    </p:set>
                                    <p:animEffect transition="in" filter="wipe(right)">
                                      <p:cBhvr>
                                        <p:cTn id="187" dur="500"/>
                                        <p:tgtEl>
                                          <p:spTgt spid="167"/>
                                        </p:tgtEl>
                                      </p:cBhvr>
                                    </p:animEffect>
                                  </p:childTnLst>
                                </p:cTn>
                              </p:par>
                            </p:childTnLst>
                          </p:cTn>
                        </p:par>
                      </p:childTnLst>
                    </p:cTn>
                  </p:par>
                  <p:par>
                    <p:cTn id="188" fill="hold">
                      <p:stCondLst>
                        <p:cond delay="indefinite"/>
                      </p:stCondLst>
                      <p:childTnLst>
                        <p:par>
                          <p:cTn id="189" fill="hold">
                            <p:stCondLst>
                              <p:cond delay="0"/>
                            </p:stCondLst>
                            <p:childTnLst>
                              <p:par>
                                <p:cTn id="190" presetID="22" presetClass="entr" presetSubtype="2" fill="hold" grpId="0" nodeType="clickEffect">
                                  <p:stCondLst>
                                    <p:cond delay="0"/>
                                  </p:stCondLst>
                                  <p:childTnLst>
                                    <p:set>
                                      <p:cBhvr>
                                        <p:cTn id="191" dur="1" fill="hold">
                                          <p:stCondLst>
                                            <p:cond delay="0"/>
                                          </p:stCondLst>
                                        </p:cTn>
                                        <p:tgtEl>
                                          <p:spTgt spid="168"/>
                                        </p:tgtEl>
                                        <p:attrNameLst>
                                          <p:attrName>style.visibility</p:attrName>
                                        </p:attrNameLst>
                                      </p:cBhvr>
                                      <p:to>
                                        <p:strVal val="visible"/>
                                      </p:to>
                                    </p:set>
                                    <p:animEffect transition="in" filter="wipe(right)">
                                      <p:cBhvr>
                                        <p:cTn id="192" dur="500"/>
                                        <p:tgtEl>
                                          <p:spTgt spid="168"/>
                                        </p:tgtEl>
                                      </p:cBhvr>
                                    </p:animEffect>
                                  </p:childTnLst>
                                </p:cTn>
                              </p:par>
                            </p:childTnLst>
                          </p:cTn>
                        </p:par>
                      </p:childTnLst>
                    </p:cTn>
                  </p:par>
                  <p:par>
                    <p:cTn id="193" fill="hold">
                      <p:stCondLst>
                        <p:cond delay="indefinite"/>
                      </p:stCondLst>
                      <p:childTnLst>
                        <p:par>
                          <p:cTn id="194" fill="hold">
                            <p:stCondLst>
                              <p:cond delay="0"/>
                            </p:stCondLst>
                            <p:childTnLst>
                              <p:par>
                                <p:cTn id="195" presetID="22" presetClass="entr" presetSubtype="2" fill="hold" grpId="0" nodeType="clickEffect">
                                  <p:stCondLst>
                                    <p:cond delay="0"/>
                                  </p:stCondLst>
                                  <p:childTnLst>
                                    <p:set>
                                      <p:cBhvr>
                                        <p:cTn id="196" dur="1" fill="hold">
                                          <p:stCondLst>
                                            <p:cond delay="0"/>
                                          </p:stCondLst>
                                        </p:cTn>
                                        <p:tgtEl>
                                          <p:spTgt spid="169"/>
                                        </p:tgtEl>
                                        <p:attrNameLst>
                                          <p:attrName>style.visibility</p:attrName>
                                        </p:attrNameLst>
                                      </p:cBhvr>
                                      <p:to>
                                        <p:strVal val="visible"/>
                                      </p:to>
                                    </p:set>
                                    <p:animEffect transition="in" filter="wipe(right)">
                                      <p:cBhvr>
                                        <p:cTn id="197" dur="500"/>
                                        <p:tgtEl>
                                          <p:spTgt spid="169"/>
                                        </p:tgtEl>
                                      </p:cBhvr>
                                    </p:animEffect>
                                  </p:childTnLst>
                                </p:cTn>
                              </p:par>
                            </p:childTnLst>
                          </p:cTn>
                        </p:par>
                      </p:childTnLst>
                    </p:cTn>
                  </p:par>
                  <p:par>
                    <p:cTn id="198" fill="hold">
                      <p:stCondLst>
                        <p:cond delay="indefinite"/>
                      </p:stCondLst>
                      <p:childTnLst>
                        <p:par>
                          <p:cTn id="199" fill="hold">
                            <p:stCondLst>
                              <p:cond delay="0"/>
                            </p:stCondLst>
                            <p:childTnLst>
                              <p:par>
                                <p:cTn id="200" presetID="22" presetClass="entr" presetSubtype="2" fill="hold" grpId="0" nodeType="clickEffect">
                                  <p:stCondLst>
                                    <p:cond delay="0"/>
                                  </p:stCondLst>
                                  <p:childTnLst>
                                    <p:set>
                                      <p:cBhvr>
                                        <p:cTn id="201" dur="1" fill="hold">
                                          <p:stCondLst>
                                            <p:cond delay="0"/>
                                          </p:stCondLst>
                                        </p:cTn>
                                        <p:tgtEl>
                                          <p:spTgt spid="170"/>
                                        </p:tgtEl>
                                        <p:attrNameLst>
                                          <p:attrName>style.visibility</p:attrName>
                                        </p:attrNameLst>
                                      </p:cBhvr>
                                      <p:to>
                                        <p:strVal val="visible"/>
                                      </p:to>
                                    </p:set>
                                    <p:animEffect transition="in" filter="wipe(right)">
                                      <p:cBhvr>
                                        <p:cTn id="202" dur="500"/>
                                        <p:tgtEl>
                                          <p:spTgt spid="1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 grpId="0"/>
      <p:bldP spid="131" grpId="0"/>
      <p:bldP spid="132" grpId="0"/>
      <p:bldP spid="136" grpId="0"/>
      <p:bldP spid="138" grpId="0"/>
      <p:bldP spid="139" grpId="0"/>
      <p:bldP spid="140" grpId="0"/>
      <p:bldP spid="142" grpId="0"/>
      <p:bldP spid="151" grpId="0"/>
      <p:bldP spid="152" grpId="0"/>
      <p:bldP spid="152" grpId="1"/>
      <p:bldP spid="153" grpId="0"/>
      <p:bldP spid="153" grpId="1"/>
      <p:bldP spid="154" grpId="0"/>
      <p:bldP spid="155" grpId="0"/>
      <p:bldP spid="156" grpId="0"/>
      <p:bldP spid="156" grpId="1"/>
      <p:bldP spid="157" grpId="0"/>
      <p:bldP spid="157" grpId="1"/>
      <p:bldP spid="158" grpId="0"/>
      <p:bldP spid="159" grpId="0"/>
      <p:bldP spid="160" grpId="0"/>
      <p:bldP spid="160" grpId="1"/>
      <p:bldP spid="161" grpId="0"/>
      <p:bldP spid="161" grpId="1"/>
      <p:bldP spid="163" grpId="0"/>
      <p:bldP spid="164" grpId="0"/>
      <p:bldP spid="164" grpId="1"/>
      <p:bldP spid="165" grpId="0"/>
      <p:bldP spid="165" grpId="1"/>
      <p:bldP spid="166" grpId="0"/>
      <p:bldP spid="167" grpId="0"/>
      <p:bldP spid="168" grpId="0"/>
      <p:bldP spid="169" grpId="0"/>
      <p:bldP spid="170" grpId="0"/>
      <p:bldP spid="173" grpId="0"/>
      <p:bldP spid="174" grpId="0"/>
      <p:bldP spid="175" grpId="0"/>
      <p:bldP spid="17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2" name="Table 41">
            <a:extLst>
              <a:ext uri="{FF2B5EF4-FFF2-40B4-BE49-F238E27FC236}">
                <a16:creationId xmlns:a16="http://schemas.microsoft.com/office/drawing/2014/main" id="{08E80FD2-14C1-4796-A1E7-07CE136D5934}"/>
              </a:ext>
            </a:extLst>
          </p:cNvPr>
          <p:cNvGraphicFramePr>
            <a:graphicFrameLocks noGrp="1"/>
          </p:cNvGraphicFramePr>
          <p:nvPr>
            <p:extLst/>
          </p:nvPr>
        </p:nvGraphicFramePr>
        <p:xfrm>
          <a:off x="767866" y="1182462"/>
          <a:ext cx="10839226" cy="5264629"/>
        </p:xfrm>
        <a:graphic>
          <a:graphicData uri="http://schemas.openxmlformats.org/drawingml/2006/table">
            <a:tbl>
              <a:tblPr firstRow="1" bandRow="1">
                <a:tableStyleId>{5C22544A-7EE6-4342-B048-85BDC9FD1C3A}</a:tableStyleId>
              </a:tblPr>
              <a:tblGrid>
                <a:gridCol w="1721829">
                  <a:extLst>
                    <a:ext uri="{9D8B030D-6E8A-4147-A177-3AD203B41FA5}">
                      <a16:colId xmlns:a16="http://schemas.microsoft.com/office/drawing/2014/main" val="3203169227"/>
                    </a:ext>
                  </a:extLst>
                </a:gridCol>
                <a:gridCol w="2624234">
                  <a:extLst>
                    <a:ext uri="{9D8B030D-6E8A-4147-A177-3AD203B41FA5}">
                      <a16:colId xmlns:a16="http://schemas.microsoft.com/office/drawing/2014/main" val="2747091625"/>
                    </a:ext>
                  </a:extLst>
                </a:gridCol>
                <a:gridCol w="1280999">
                  <a:extLst>
                    <a:ext uri="{9D8B030D-6E8A-4147-A177-3AD203B41FA5}">
                      <a16:colId xmlns:a16="http://schemas.microsoft.com/office/drawing/2014/main" val="3322218181"/>
                    </a:ext>
                  </a:extLst>
                </a:gridCol>
                <a:gridCol w="1281000">
                  <a:extLst>
                    <a:ext uri="{9D8B030D-6E8A-4147-A177-3AD203B41FA5}">
                      <a16:colId xmlns:a16="http://schemas.microsoft.com/office/drawing/2014/main" val="1976679969"/>
                    </a:ext>
                  </a:extLst>
                </a:gridCol>
                <a:gridCol w="2624233">
                  <a:extLst>
                    <a:ext uri="{9D8B030D-6E8A-4147-A177-3AD203B41FA5}">
                      <a16:colId xmlns:a16="http://schemas.microsoft.com/office/drawing/2014/main" val="2932660892"/>
                    </a:ext>
                  </a:extLst>
                </a:gridCol>
                <a:gridCol w="1306931">
                  <a:extLst>
                    <a:ext uri="{9D8B030D-6E8A-4147-A177-3AD203B41FA5}">
                      <a16:colId xmlns:a16="http://schemas.microsoft.com/office/drawing/2014/main" val="4001603589"/>
                    </a:ext>
                  </a:extLst>
                </a:gridCol>
              </a:tblGrid>
              <a:tr h="755679">
                <a:tc>
                  <a:txBody>
                    <a:bodyPr/>
                    <a:lstStyle/>
                    <a:p>
                      <a:pPr algn="ctr" rtl="1"/>
                      <a:r>
                        <a:rPr lang="ur-PK" sz="3400" dirty="0">
                          <a:solidFill>
                            <a:schemeClr val="tx1"/>
                          </a:solidFill>
                          <a:latin typeface="Alvi Nastaleeq" panose="02000503000000020004" pitchFamily="2" charset="-78"/>
                          <a:cs typeface="Alvi Nastaleeq" panose="02000503000000020004" pitchFamily="2" charset="-78"/>
                        </a:rPr>
                        <a:t>ضمیر کی حالتیں</a:t>
                      </a:r>
                      <a:endParaRPr lang="en-US" sz="34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algn="ctr" rtl="1"/>
                      <a:r>
                        <a:rPr lang="ur-PK" sz="3400" dirty="0">
                          <a:solidFill>
                            <a:schemeClr val="tx1"/>
                          </a:solidFill>
                          <a:latin typeface="Alvi Nastaleeq" panose="02000503000000020004" pitchFamily="2" charset="-78"/>
                          <a:cs typeface="Alvi Nastaleeq" panose="02000503000000020004" pitchFamily="2" charset="-78"/>
                        </a:rPr>
                        <a:t>جمع</a:t>
                      </a:r>
                      <a:endParaRPr lang="en-US" sz="34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gridSpan="2">
                  <a:txBody>
                    <a:bodyPr/>
                    <a:lstStyle/>
                    <a:p>
                      <a:pPr algn="ctr" rtl="1"/>
                      <a:r>
                        <a:rPr lang="ur-PK" sz="3400" dirty="0">
                          <a:solidFill>
                            <a:schemeClr val="tx1"/>
                          </a:solidFill>
                          <a:latin typeface="Alvi Nastaleeq" panose="02000503000000020004" pitchFamily="2" charset="-78"/>
                          <a:cs typeface="Alvi Nastaleeq" panose="02000503000000020004" pitchFamily="2" charset="-78"/>
                        </a:rPr>
                        <a:t>تثنیہ </a:t>
                      </a:r>
                      <a:endParaRPr lang="en-US" sz="34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hMerge="1">
                  <a:txBody>
                    <a:bodyPr/>
                    <a:lstStyle/>
                    <a:p>
                      <a:endParaRPr lang="en-US"/>
                    </a:p>
                  </a:txBody>
                  <a:tcPr/>
                </a:tc>
                <a:tc>
                  <a:txBody>
                    <a:bodyPr/>
                    <a:lstStyle/>
                    <a:p>
                      <a:pPr algn="ctr" rtl="1"/>
                      <a:r>
                        <a:rPr lang="ur-PK" sz="3400" dirty="0">
                          <a:solidFill>
                            <a:schemeClr val="tx1"/>
                          </a:solidFill>
                          <a:latin typeface="Alvi Nastaleeq" panose="02000503000000020004" pitchFamily="2" charset="-78"/>
                          <a:cs typeface="Alvi Nastaleeq" panose="02000503000000020004" pitchFamily="2" charset="-78"/>
                        </a:rPr>
                        <a:t>واحد </a:t>
                      </a:r>
                      <a:endParaRPr lang="en-US" sz="34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algn="ctr" rtl="1"/>
                      <a:r>
                        <a:rPr lang="ur-PK" sz="3400" dirty="0">
                          <a:solidFill>
                            <a:schemeClr val="tx1"/>
                          </a:solidFill>
                          <a:latin typeface="Alvi Nastaleeq" panose="02000503000000020004" pitchFamily="2" charset="-78"/>
                          <a:cs typeface="Alvi Nastaleeq" panose="02000503000000020004" pitchFamily="2" charset="-78"/>
                        </a:rPr>
                        <a:t>جنس </a:t>
                      </a:r>
                      <a:endParaRPr lang="en-US" sz="34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extLst>
                  <a:ext uri="{0D108BD9-81ED-4DB2-BD59-A6C34878D82A}">
                    <a16:rowId xmlns:a16="http://schemas.microsoft.com/office/drawing/2014/main" val="2305940678"/>
                  </a:ext>
                </a:extLst>
              </a:tr>
              <a:tr h="875738">
                <a:tc rowSpan="2">
                  <a:txBody>
                    <a:bodyPr/>
                    <a:lstStyle/>
                    <a:p>
                      <a:pPr algn="ctr" rtl="1"/>
                      <a:r>
                        <a:rPr lang="ur-PK" sz="3100" dirty="0">
                          <a:solidFill>
                            <a:schemeClr val="tx1"/>
                          </a:solidFill>
                          <a:latin typeface="Alvi Nastaleeq" panose="02000503000000020004" pitchFamily="2" charset="-78"/>
                          <a:cs typeface="Alvi Nastaleeq" panose="02000503000000020004" pitchFamily="2" charset="-78"/>
                        </a:rPr>
                        <a:t>غائب </a:t>
                      </a:r>
                      <a:endParaRPr lang="en-US" sz="31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035976" rtl="1" eaLnBrk="1" fontAlgn="auto" latinLnBrk="0" hangingPunct="1">
                        <a:lnSpc>
                          <a:spcPct val="100000"/>
                        </a:lnSpc>
                        <a:spcBef>
                          <a:spcPts val="0"/>
                        </a:spcBef>
                        <a:spcAft>
                          <a:spcPts val="0"/>
                        </a:spcAft>
                        <a:buClrTx/>
                        <a:buSzTx/>
                        <a:buFontTx/>
                        <a:buNone/>
                        <a:tabLst/>
                        <a:defRPr/>
                      </a:pPr>
                      <a:r>
                        <a:rPr kumimoji="0" lang="ur-PK" sz="5400" b="0" i="0" u="none" strike="noStrike" kern="1200" cap="none" spc="0" normalizeH="0" baseline="0" noProof="0" dirty="0">
                          <a:ln w="0"/>
                          <a:solidFill>
                            <a:srgbClr val="00B050"/>
                          </a:solidFill>
                          <a:effectLst>
                            <a:outerShdw blurRad="38100" dist="19050" dir="2700000" algn="tl" rotWithShape="0">
                              <a:prstClr val="black">
                                <a:alpha val="40000"/>
                              </a:prstClr>
                            </a:outerShdw>
                          </a:effectLst>
                          <a:uLnTx/>
                          <a:uFillTx/>
                          <a:latin typeface="Al_Mushaf" panose="02000000000000000000" pitchFamily="2" charset="-78"/>
                          <a:ea typeface="+mn-ea"/>
                          <a:cs typeface="Al_Mushaf" panose="02000000000000000000" pitchFamily="2" charset="-78"/>
                        </a:rPr>
                        <a:t>ھُمْ</a:t>
                      </a:r>
                      <a:endParaRPr lang="en-US" sz="4800" dirty="0">
                        <a:solidFill>
                          <a:schemeClr val="tx1"/>
                        </a:solidFill>
                        <a:latin typeface="Al Qalam Quran Majeed" panose="02010000000000000000" pitchFamily="2" charset="-78"/>
                        <a:cs typeface="Al Qalam Quran Majeed" panose="02010000000000000000"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1035976" rtl="1" eaLnBrk="1" fontAlgn="auto" latinLnBrk="0" hangingPunct="1">
                        <a:lnSpc>
                          <a:spcPct val="100000"/>
                        </a:lnSpc>
                        <a:spcBef>
                          <a:spcPts val="0"/>
                        </a:spcBef>
                        <a:spcAft>
                          <a:spcPts val="0"/>
                        </a:spcAft>
                        <a:buClrTx/>
                        <a:buSzTx/>
                        <a:buFontTx/>
                        <a:buNone/>
                        <a:tabLst/>
                        <a:defRPr/>
                      </a:pPr>
                      <a:r>
                        <a:rPr kumimoji="0" lang="ur-PK" sz="5400" b="0" i="0" u="none" strike="noStrike" kern="1200" cap="none" spc="0" normalizeH="0" baseline="0" noProof="0" dirty="0">
                          <a:ln w="0"/>
                          <a:solidFill>
                            <a:srgbClr val="00B050"/>
                          </a:solidFill>
                          <a:effectLst>
                            <a:outerShdw blurRad="38100" dist="19050" dir="2700000" algn="tl" rotWithShape="0">
                              <a:prstClr val="black">
                                <a:alpha val="40000"/>
                              </a:prstClr>
                            </a:outerShdw>
                          </a:effectLst>
                          <a:uLnTx/>
                          <a:uFillTx/>
                          <a:latin typeface="Al_Mushaf" panose="02000000000000000000" pitchFamily="2" charset="-78"/>
                          <a:ea typeface="+mn-ea"/>
                          <a:cs typeface="Al_Mushaf" panose="02000000000000000000" pitchFamily="2" charset="-78"/>
                        </a:rPr>
                        <a:t>ھُمَا</a:t>
                      </a:r>
                      <a:endParaRPr kumimoji="0" lang="en-US" sz="5400" b="0" i="0" u="none" strike="noStrike" kern="1200" cap="none" spc="0" normalizeH="0" baseline="0" noProof="0" dirty="0">
                        <a:ln w="0"/>
                        <a:solidFill>
                          <a:srgbClr val="00B050"/>
                        </a:solidFill>
                        <a:effectLst>
                          <a:outerShdw blurRad="38100" dist="19050" dir="2700000" algn="tl" rotWithShape="0">
                            <a:prstClr val="black">
                              <a:alpha val="40000"/>
                            </a:prstClr>
                          </a:outerShdw>
                        </a:effectLst>
                        <a:uLnTx/>
                        <a:uFillTx/>
                        <a:latin typeface="Al_Mushaf" panose="02000000000000000000" pitchFamily="2" charset="-78"/>
                        <a:ea typeface="+mn-ea"/>
                        <a:cs typeface="Al_Mushaf" panose="02000000000000000000"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a:txBody>
                    <a:bodyPr/>
                    <a:lstStyle/>
                    <a:p>
                      <a:pPr algn="ctr" rtl="1"/>
                      <a:r>
                        <a:rPr kumimoji="0" lang="ur-PK" sz="5400" b="0" i="0" u="none" strike="noStrike" kern="1200" cap="none" spc="0" normalizeH="0" baseline="0" noProof="0" dirty="0">
                          <a:ln w="0"/>
                          <a:solidFill>
                            <a:srgbClr val="00B050"/>
                          </a:solidFill>
                          <a:effectLst>
                            <a:outerShdw blurRad="38100" dist="19050" dir="2700000" algn="tl" rotWithShape="0">
                              <a:prstClr val="black">
                                <a:alpha val="40000"/>
                              </a:prstClr>
                            </a:outerShdw>
                          </a:effectLst>
                          <a:uLnTx/>
                          <a:uFillTx/>
                          <a:latin typeface="Al Qalam Quran Majeed" panose="02010000000000000000" pitchFamily="2" charset="-78"/>
                          <a:ea typeface="+mn-ea"/>
                          <a:cs typeface="Al Qalam Quran Majeed" panose="02010000000000000000" pitchFamily="2" charset="-78"/>
                        </a:rPr>
                        <a:t>ھُوَ</a:t>
                      </a:r>
                      <a:endParaRPr lang="en-US" sz="4800" dirty="0">
                        <a:solidFill>
                          <a:schemeClr val="tx1"/>
                        </a:solidFill>
                        <a:latin typeface="Al Qalam Quran Majeed" panose="02010000000000000000" pitchFamily="2" charset="-78"/>
                        <a:cs typeface="Al Qalam Quran Majeed" panose="02010000000000000000"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r>
                        <a:rPr lang="ur-PK" sz="3100" dirty="0">
                          <a:solidFill>
                            <a:schemeClr val="tx1"/>
                          </a:solidFill>
                          <a:latin typeface="Alvi Nastaleeq" panose="02000503000000020004" pitchFamily="2" charset="-78"/>
                          <a:cs typeface="Alvi Nastaleeq" panose="02000503000000020004" pitchFamily="2" charset="-78"/>
                        </a:rPr>
                        <a:t>مذکر </a:t>
                      </a:r>
                      <a:endParaRPr lang="en-US" sz="31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7425343"/>
                  </a:ext>
                </a:extLst>
              </a:tr>
              <a:tr h="875738">
                <a:tc vMerge="1">
                  <a:txBody>
                    <a:bodyPr/>
                    <a:lstStyle/>
                    <a:p>
                      <a:pPr algn="ctr" rtl="1"/>
                      <a:endParaRPr lang="en-US" sz="3600" dirty="0">
                        <a:solidFill>
                          <a:schemeClr val="tx1"/>
                        </a:solidFill>
                        <a:latin typeface="Alvi Nastaleeq" panose="02000503000000020004" pitchFamily="2" charset="-78"/>
                        <a:cs typeface="Alvi Nastaleeq" panose="02000503000000020004" pitchFamily="2" charset="-7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035976" rtl="1" eaLnBrk="1" fontAlgn="auto" latinLnBrk="0" hangingPunct="1">
                        <a:lnSpc>
                          <a:spcPct val="100000"/>
                        </a:lnSpc>
                        <a:spcBef>
                          <a:spcPts val="0"/>
                        </a:spcBef>
                        <a:spcAft>
                          <a:spcPts val="0"/>
                        </a:spcAft>
                        <a:buClrTx/>
                        <a:buSzTx/>
                        <a:buFontTx/>
                        <a:buNone/>
                        <a:tabLst/>
                        <a:defRPr/>
                      </a:pPr>
                      <a:r>
                        <a:rPr kumimoji="0" lang="ur-PK" sz="5400" b="0" i="0" u="none" strike="noStrike" kern="1200" cap="none" spc="0" normalizeH="0" baseline="0" noProof="0" dirty="0">
                          <a:ln w="0"/>
                          <a:solidFill>
                            <a:srgbClr val="00B050"/>
                          </a:solidFill>
                          <a:effectLst>
                            <a:outerShdw blurRad="38100" dist="19050" dir="2700000" algn="tl" rotWithShape="0">
                              <a:prstClr val="black">
                                <a:alpha val="40000"/>
                              </a:prstClr>
                            </a:outerShdw>
                          </a:effectLst>
                          <a:uLnTx/>
                          <a:uFillTx/>
                          <a:latin typeface="Al_Mushaf" panose="02000000000000000000" pitchFamily="2" charset="-78"/>
                          <a:ea typeface="+mn-ea"/>
                          <a:cs typeface="Al_Mushaf" panose="02000000000000000000" pitchFamily="2" charset="-78"/>
                        </a:rPr>
                        <a:t>ھُنَّ</a:t>
                      </a:r>
                      <a:endParaRPr lang="en-US" sz="4800" dirty="0">
                        <a:solidFill>
                          <a:schemeClr val="tx1"/>
                        </a:solidFill>
                        <a:latin typeface="Al Qalam Quran Majeed" panose="02010000000000000000" pitchFamily="2" charset="-78"/>
                        <a:cs typeface="Al Qalam Quran Majeed" panose="02010000000000000000"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1035976" rtl="1" eaLnBrk="1" fontAlgn="auto" latinLnBrk="0" hangingPunct="1">
                        <a:lnSpc>
                          <a:spcPct val="100000"/>
                        </a:lnSpc>
                        <a:spcBef>
                          <a:spcPts val="0"/>
                        </a:spcBef>
                        <a:spcAft>
                          <a:spcPts val="0"/>
                        </a:spcAft>
                        <a:buClrTx/>
                        <a:buSzTx/>
                        <a:buFontTx/>
                        <a:buNone/>
                        <a:tabLst/>
                        <a:defRPr/>
                      </a:pPr>
                      <a:r>
                        <a:rPr kumimoji="0" lang="ur-PK" sz="5400" b="0" i="0" u="none" strike="noStrike" kern="1200" cap="none" spc="0" normalizeH="0" baseline="0" noProof="0" dirty="0">
                          <a:ln w="0"/>
                          <a:solidFill>
                            <a:srgbClr val="00B050"/>
                          </a:solidFill>
                          <a:effectLst>
                            <a:outerShdw blurRad="38100" dist="19050" dir="2700000" algn="tl" rotWithShape="0">
                              <a:prstClr val="black">
                                <a:alpha val="40000"/>
                              </a:prstClr>
                            </a:outerShdw>
                          </a:effectLst>
                          <a:uLnTx/>
                          <a:uFillTx/>
                          <a:latin typeface="Al_Mushaf" panose="02000000000000000000" pitchFamily="2" charset="-78"/>
                          <a:ea typeface="+mn-ea"/>
                          <a:cs typeface="Al_Mushaf" panose="02000000000000000000" pitchFamily="2" charset="-78"/>
                        </a:rPr>
                        <a:t>ھُمَا</a:t>
                      </a:r>
                      <a:endParaRPr lang="en-US" sz="4800" dirty="0">
                        <a:solidFill>
                          <a:schemeClr val="tx1"/>
                        </a:solidFill>
                        <a:latin typeface="Al Qalam Quran Majeed" panose="02010000000000000000" pitchFamily="2" charset="-78"/>
                        <a:cs typeface="Al Qalam Quran Majeed" panose="02010000000000000000"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a:txBody>
                    <a:bodyPr/>
                    <a:lstStyle/>
                    <a:p>
                      <a:pPr algn="ctr" rtl="1"/>
                      <a:r>
                        <a:rPr kumimoji="0" lang="ur-PK" sz="5400" b="0" i="0" u="none" strike="noStrike" kern="1200" cap="none" spc="0" normalizeH="0" baseline="0" noProof="0" dirty="0">
                          <a:ln w="0"/>
                          <a:solidFill>
                            <a:srgbClr val="00B050"/>
                          </a:solidFill>
                          <a:effectLst>
                            <a:outerShdw blurRad="38100" dist="19050" dir="2700000" algn="tl" rotWithShape="0">
                              <a:prstClr val="black">
                                <a:alpha val="40000"/>
                              </a:prstClr>
                            </a:outerShdw>
                          </a:effectLst>
                          <a:uLnTx/>
                          <a:uFillTx/>
                          <a:latin typeface="Al_Mushaf" panose="02000000000000000000" pitchFamily="2" charset="-78"/>
                          <a:ea typeface="+mn-ea"/>
                          <a:cs typeface="Al_Mushaf" panose="02000000000000000000" pitchFamily="2" charset="-78"/>
                        </a:rPr>
                        <a:t>ھِیَ</a:t>
                      </a:r>
                      <a:endParaRPr lang="en-US" sz="4800" dirty="0">
                        <a:solidFill>
                          <a:schemeClr val="tx1"/>
                        </a:solidFill>
                        <a:latin typeface="Al Qalam Quran Majeed" panose="02010000000000000000" pitchFamily="2" charset="-78"/>
                        <a:cs typeface="Al Qalam Quran Majeed" panose="02010000000000000000"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r>
                        <a:rPr lang="ur-PK" sz="3100" dirty="0">
                          <a:solidFill>
                            <a:schemeClr val="tx1"/>
                          </a:solidFill>
                          <a:latin typeface="Alvi Nastaleeq" panose="02000503000000020004" pitchFamily="2" charset="-78"/>
                          <a:cs typeface="Alvi Nastaleeq" panose="02000503000000020004" pitchFamily="2" charset="-78"/>
                        </a:rPr>
                        <a:t>مونث</a:t>
                      </a:r>
                      <a:endParaRPr lang="en-US" sz="31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758466"/>
                  </a:ext>
                </a:extLst>
              </a:tr>
              <a:tr h="875738">
                <a:tc rowSpan="2">
                  <a:txBody>
                    <a:bodyPr/>
                    <a:lstStyle/>
                    <a:p>
                      <a:pPr algn="ctr" rtl="1"/>
                      <a:r>
                        <a:rPr lang="ur-PK" sz="3100" dirty="0">
                          <a:solidFill>
                            <a:schemeClr val="tx1"/>
                          </a:solidFill>
                          <a:latin typeface="Alvi Nastaleeq" panose="02000503000000020004" pitchFamily="2" charset="-78"/>
                          <a:cs typeface="Alvi Nastaleeq" panose="02000503000000020004" pitchFamily="2" charset="-78"/>
                        </a:rPr>
                        <a:t>حاضر </a:t>
                      </a:r>
                      <a:endParaRPr lang="en-US" sz="3100" dirty="0">
                        <a:solidFill>
                          <a:schemeClr val="tx1"/>
                        </a:solidFill>
                        <a:latin typeface="Alvi Nastaleeq" panose="02000503000000020004" pitchFamily="2" charset="-78"/>
                        <a:cs typeface="Alvi Nastaleeq" panose="02000503000000020004" pitchFamily="2" charset="-78"/>
                      </a:endParaRPr>
                    </a:p>
                    <a:p>
                      <a:pPr algn="ctr" rtl="1"/>
                      <a:r>
                        <a:rPr lang="ur-PK" sz="3100" dirty="0">
                          <a:solidFill>
                            <a:schemeClr val="tx1"/>
                          </a:solidFill>
                          <a:latin typeface="Alvi Nastaleeq" panose="02000503000000020004" pitchFamily="2" charset="-78"/>
                          <a:cs typeface="Alvi Nastaleeq" panose="02000503000000020004" pitchFamily="2" charset="-78"/>
                        </a:rPr>
                        <a:t> </a:t>
                      </a:r>
                      <a:endParaRPr lang="en-US" sz="31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035976" rtl="1" eaLnBrk="1" fontAlgn="auto" latinLnBrk="0" hangingPunct="1">
                        <a:lnSpc>
                          <a:spcPct val="100000"/>
                        </a:lnSpc>
                        <a:spcBef>
                          <a:spcPts val="0"/>
                        </a:spcBef>
                        <a:spcAft>
                          <a:spcPts val="0"/>
                        </a:spcAft>
                        <a:buClrTx/>
                        <a:buSzTx/>
                        <a:buFontTx/>
                        <a:buNone/>
                        <a:tabLst/>
                        <a:defRPr/>
                      </a:pPr>
                      <a:r>
                        <a:rPr kumimoji="0" lang="ur-PK" sz="5400" b="0" i="0" u="none" strike="noStrike" kern="1200" cap="none" spc="0" normalizeH="0" baseline="0" noProof="0" dirty="0">
                          <a:ln w="0"/>
                          <a:solidFill>
                            <a:srgbClr val="00B050"/>
                          </a:solidFill>
                          <a:effectLst>
                            <a:outerShdw blurRad="38100" dist="19050" dir="2700000" algn="tl" rotWithShape="0">
                              <a:prstClr val="black">
                                <a:alpha val="40000"/>
                              </a:prstClr>
                            </a:outerShdw>
                          </a:effectLst>
                          <a:uLnTx/>
                          <a:uFillTx/>
                          <a:latin typeface="Al_Mushaf" panose="02000000000000000000" pitchFamily="2" charset="-78"/>
                          <a:ea typeface="+mn-ea"/>
                          <a:cs typeface="Al_Mushaf" panose="02000000000000000000" pitchFamily="2" charset="-78"/>
                        </a:rPr>
                        <a:t>اَنْتُمْ</a:t>
                      </a:r>
                      <a:endParaRPr lang="en-US" sz="4800" dirty="0">
                        <a:solidFill>
                          <a:schemeClr val="tx1"/>
                        </a:solidFill>
                        <a:latin typeface="Al Qalam Quran Majeed" panose="02010000000000000000" pitchFamily="2" charset="-78"/>
                        <a:cs typeface="Al Qalam Quran Majeed" panose="02010000000000000000"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1035976" rtl="1" eaLnBrk="1" fontAlgn="auto" latinLnBrk="0" hangingPunct="1">
                        <a:lnSpc>
                          <a:spcPct val="100000"/>
                        </a:lnSpc>
                        <a:spcBef>
                          <a:spcPts val="0"/>
                        </a:spcBef>
                        <a:spcAft>
                          <a:spcPts val="0"/>
                        </a:spcAft>
                        <a:buClrTx/>
                        <a:buSzTx/>
                        <a:buFontTx/>
                        <a:buNone/>
                        <a:tabLst/>
                        <a:defRPr/>
                      </a:pPr>
                      <a:r>
                        <a:rPr kumimoji="0" lang="ur-PK" sz="5400" b="0" i="0" u="none" strike="noStrike" kern="1200" cap="none" spc="0" normalizeH="0" baseline="0" noProof="0" dirty="0">
                          <a:ln w="0"/>
                          <a:solidFill>
                            <a:srgbClr val="00B050"/>
                          </a:solidFill>
                          <a:effectLst>
                            <a:outerShdw blurRad="38100" dist="19050" dir="2700000" algn="tl" rotWithShape="0">
                              <a:prstClr val="black">
                                <a:alpha val="40000"/>
                              </a:prstClr>
                            </a:outerShdw>
                          </a:effectLst>
                          <a:uLnTx/>
                          <a:uFillTx/>
                          <a:latin typeface="Al_Mushaf" panose="02000000000000000000" pitchFamily="2" charset="-78"/>
                          <a:ea typeface="+mn-ea"/>
                          <a:cs typeface="Al_Mushaf" panose="02000000000000000000" pitchFamily="2" charset="-78"/>
                        </a:rPr>
                        <a:t>اَنْتُمَا</a:t>
                      </a:r>
                      <a:endParaRPr lang="en-US" sz="4800" dirty="0">
                        <a:solidFill>
                          <a:schemeClr val="tx1"/>
                        </a:solidFill>
                        <a:latin typeface="Al Qalam Quran Majeed" panose="02010000000000000000" pitchFamily="2" charset="-78"/>
                        <a:cs typeface="Al Qalam Quran Majeed" panose="02010000000000000000"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a:txBody>
                    <a:bodyPr/>
                    <a:lstStyle/>
                    <a:p>
                      <a:pPr algn="ctr" rtl="1"/>
                      <a:r>
                        <a:rPr kumimoji="0" lang="ur-PK" sz="5400" b="0" i="0" u="none" strike="noStrike" kern="1200" cap="none" spc="0" normalizeH="0" baseline="0" noProof="0" dirty="0">
                          <a:ln w="0"/>
                          <a:solidFill>
                            <a:srgbClr val="00B050"/>
                          </a:solidFill>
                          <a:effectLst>
                            <a:outerShdw blurRad="38100" dist="19050" dir="2700000" algn="tl" rotWithShape="0">
                              <a:prstClr val="black">
                                <a:alpha val="40000"/>
                              </a:prstClr>
                            </a:outerShdw>
                          </a:effectLst>
                          <a:uLnTx/>
                          <a:uFillTx/>
                          <a:latin typeface="Al_Mushaf" panose="02000000000000000000" pitchFamily="2" charset="-78"/>
                          <a:ea typeface="+mn-ea"/>
                          <a:cs typeface="Al_Mushaf" panose="02000000000000000000" pitchFamily="2" charset="-78"/>
                        </a:rPr>
                        <a:t>اَنْتَ</a:t>
                      </a:r>
                      <a:endParaRPr lang="en-US" sz="4800" dirty="0">
                        <a:solidFill>
                          <a:schemeClr val="tx1"/>
                        </a:solidFill>
                        <a:latin typeface="Al Qalam Quran Majeed" panose="02010000000000000000" pitchFamily="2" charset="-78"/>
                        <a:cs typeface="Al Qalam Quran Majeed" panose="02010000000000000000"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r>
                        <a:rPr lang="ur-PK" sz="3100" dirty="0">
                          <a:solidFill>
                            <a:schemeClr val="tx1"/>
                          </a:solidFill>
                          <a:latin typeface="Alvi Nastaleeq" panose="02000503000000020004" pitchFamily="2" charset="-78"/>
                          <a:cs typeface="Alvi Nastaleeq" panose="02000503000000020004" pitchFamily="2" charset="-78"/>
                        </a:rPr>
                        <a:t>مذکر </a:t>
                      </a:r>
                      <a:endParaRPr lang="en-US" sz="31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6180263"/>
                  </a:ext>
                </a:extLst>
              </a:tr>
              <a:tr h="875738">
                <a:tc vMerge="1">
                  <a:txBody>
                    <a:bodyPr/>
                    <a:lstStyle/>
                    <a:p>
                      <a:pPr algn="ctr" rtl="1"/>
                      <a:endParaRPr lang="en-US" sz="3600" dirty="0">
                        <a:solidFill>
                          <a:schemeClr val="tx1"/>
                        </a:solidFill>
                        <a:latin typeface="Alvi Nastaleeq" panose="02000503000000020004" pitchFamily="2" charset="-78"/>
                        <a:cs typeface="Alvi Nastaleeq" panose="02000503000000020004" pitchFamily="2" charset="-7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035976" rtl="1" eaLnBrk="1" fontAlgn="auto" latinLnBrk="0" hangingPunct="1">
                        <a:lnSpc>
                          <a:spcPct val="100000"/>
                        </a:lnSpc>
                        <a:spcBef>
                          <a:spcPts val="0"/>
                        </a:spcBef>
                        <a:spcAft>
                          <a:spcPts val="0"/>
                        </a:spcAft>
                        <a:buClrTx/>
                        <a:buSzTx/>
                        <a:buFontTx/>
                        <a:buNone/>
                        <a:tabLst/>
                        <a:defRPr/>
                      </a:pPr>
                      <a:r>
                        <a:rPr kumimoji="0" lang="ur-PK" sz="5400" b="0" i="0" u="none" strike="noStrike" kern="1200" cap="none" spc="0" normalizeH="0" baseline="0" noProof="0" dirty="0">
                          <a:ln w="0"/>
                          <a:solidFill>
                            <a:srgbClr val="00B050"/>
                          </a:solidFill>
                          <a:effectLst>
                            <a:outerShdw blurRad="38100" dist="19050" dir="2700000" algn="tl" rotWithShape="0">
                              <a:prstClr val="black">
                                <a:alpha val="40000"/>
                              </a:prstClr>
                            </a:outerShdw>
                          </a:effectLst>
                          <a:uLnTx/>
                          <a:uFillTx/>
                          <a:latin typeface="Al_Mushaf" panose="02000000000000000000" pitchFamily="2" charset="-78"/>
                          <a:ea typeface="+mn-ea"/>
                          <a:cs typeface="Al_Mushaf" panose="02000000000000000000" pitchFamily="2" charset="-78"/>
                        </a:rPr>
                        <a:t>اَنْتُنَّ</a:t>
                      </a:r>
                      <a:endParaRPr lang="en-US" sz="4800" dirty="0">
                        <a:solidFill>
                          <a:schemeClr val="tx1"/>
                        </a:solidFill>
                        <a:latin typeface="Al Qalam Quran Majeed" panose="02010000000000000000" pitchFamily="2" charset="-78"/>
                        <a:cs typeface="Al Qalam Quran Majeed" panose="02010000000000000000"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1035976" rtl="1" eaLnBrk="1" fontAlgn="auto" latinLnBrk="0" hangingPunct="1">
                        <a:lnSpc>
                          <a:spcPct val="100000"/>
                        </a:lnSpc>
                        <a:spcBef>
                          <a:spcPts val="0"/>
                        </a:spcBef>
                        <a:spcAft>
                          <a:spcPts val="0"/>
                        </a:spcAft>
                        <a:buClrTx/>
                        <a:buSzTx/>
                        <a:buFontTx/>
                        <a:buNone/>
                        <a:tabLst/>
                        <a:defRPr/>
                      </a:pPr>
                      <a:r>
                        <a:rPr kumimoji="0" lang="ur-PK" sz="5400" b="0" i="0" u="none" strike="noStrike" kern="1200" cap="none" spc="0" normalizeH="0" baseline="0" noProof="0" dirty="0">
                          <a:ln w="0"/>
                          <a:solidFill>
                            <a:srgbClr val="00B050"/>
                          </a:solidFill>
                          <a:effectLst>
                            <a:outerShdw blurRad="38100" dist="19050" dir="2700000" algn="tl" rotWithShape="0">
                              <a:prstClr val="black">
                                <a:alpha val="40000"/>
                              </a:prstClr>
                            </a:outerShdw>
                          </a:effectLst>
                          <a:uLnTx/>
                          <a:uFillTx/>
                          <a:latin typeface="Al_Mushaf" panose="02000000000000000000" pitchFamily="2" charset="-78"/>
                          <a:ea typeface="+mn-ea"/>
                          <a:cs typeface="Al_Mushaf" panose="02000000000000000000" pitchFamily="2" charset="-78"/>
                        </a:rPr>
                        <a:t>اَنْتُمَا</a:t>
                      </a:r>
                      <a:endParaRPr lang="en-US" sz="4800" dirty="0">
                        <a:solidFill>
                          <a:schemeClr val="tx1"/>
                        </a:solidFill>
                        <a:latin typeface="Al Qalam Quran Majeed" panose="02010000000000000000" pitchFamily="2" charset="-78"/>
                        <a:cs typeface="Al Qalam Quran Majeed" panose="02010000000000000000"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a:txBody>
                    <a:bodyPr/>
                    <a:lstStyle/>
                    <a:p>
                      <a:pPr algn="ctr" rtl="1"/>
                      <a:r>
                        <a:rPr kumimoji="0" lang="ur-PK" sz="5400" b="0" i="0" u="none" strike="noStrike" kern="1200" cap="none" spc="0" normalizeH="0" baseline="0" noProof="0" dirty="0">
                          <a:ln w="0"/>
                          <a:solidFill>
                            <a:srgbClr val="00B050"/>
                          </a:solidFill>
                          <a:effectLst>
                            <a:outerShdw blurRad="38100" dist="19050" dir="2700000" algn="tl" rotWithShape="0">
                              <a:prstClr val="black">
                                <a:alpha val="40000"/>
                              </a:prstClr>
                            </a:outerShdw>
                          </a:effectLst>
                          <a:uLnTx/>
                          <a:uFillTx/>
                          <a:latin typeface="Al_Mushaf" panose="02000000000000000000" pitchFamily="2" charset="-78"/>
                          <a:ea typeface="+mn-ea"/>
                          <a:cs typeface="Al_Mushaf" panose="02000000000000000000" pitchFamily="2" charset="-78"/>
                        </a:rPr>
                        <a:t>اَنْتِ</a:t>
                      </a:r>
                      <a:endParaRPr lang="en-US" sz="4800" dirty="0">
                        <a:solidFill>
                          <a:schemeClr val="tx1"/>
                        </a:solidFill>
                        <a:latin typeface="Al Qalam Quran Majeed" panose="02010000000000000000" pitchFamily="2" charset="-78"/>
                        <a:cs typeface="Al Qalam Quran Majeed" panose="02010000000000000000"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r>
                        <a:rPr lang="ur-PK" sz="3100" dirty="0">
                          <a:solidFill>
                            <a:schemeClr val="tx1"/>
                          </a:solidFill>
                          <a:latin typeface="Alvi Nastaleeq" panose="02000503000000020004" pitchFamily="2" charset="-78"/>
                          <a:cs typeface="Alvi Nastaleeq" panose="02000503000000020004" pitchFamily="2" charset="-78"/>
                        </a:rPr>
                        <a:t>مونث </a:t>
                      </a:r>
                      <a:endParaRPr lang="en-US" sz="31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07997773"/>
                  </a:ext>
                </a:extLst>
              </a:tr>
              <a:tr h="875738">
                <a:tc>
                  <a:txBody>
                    <a:bodyPr/>
                    <a:lstStyle/>
                    <a:p>
                      <a:pPr algn="ctr" rtl="1"/>
                      <a:r>
                        <a:rPr lang="ur-PK" sz="3100" dirty="0">
                          <a:solidFill>
                            <a:schemeClr val="tx1"/>
                          </a:solidFill>
                          <a:latin typeface="Alvi Nastaleeq" panose="02000503000000020004" pitchFamily="2" charset="-78"/>
                          <a:cs typeface="Alvi Nastaleeq" panose="02000503000000020004" pitchFamily="2" charset="-78"/>
                        </a:rPr>
                        <a:t>متکلم</a:t>
                      </a:r>
                      <a:endParaRPr lang="en-US" sz="31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rtl="1"/>
                      <a:r>
                        <a:rPr kumimoji="0" lang="ur-PK" sz="5400" b="0" i="0" u="none" strike="noStrike" kern="1200" cap="none" spc="0" normalizeH="0" baseline="0" noProof="0" dirty="0">
                          <a:ln w="0"/>
                          <a:solidFill>
                            <a:srgbClr val="00B050"/>
                          </a:solidFill>
                          <a:effectLst>
                            <a:outerShdw blurRad="38100" dist="19050" dir="2700000" algn="tl" rotWithShape="0">
                              <a:prstClr val="black">
                                <a:alpha val="40000"/>
                              </a:prstClr>
                            </a:outerShdw>
                          </a:effectLst>
                          <a:uLnTx/>
                          <a:uFillTx/>
                          <a:latin typeface="Al_Mushaf" panose="02000000000000000000" pitchFamily="2" charset="-78"/>
                          <a:ea typeface="+mn-ea"/>
                          <a:cs typeface="Al_Mushaf" panose="02000000000000000000" pitchFamily="2" charset="-78"/>
                        </a:rPr>
                        <a:t>نَحْنُ</a:t>
                      </a:r>
                      <a:endParaRPr lang="en-US" sz="4800" dirty="0">
                        <a:solidFill>
                          <a:schemeClr val="tx1"/>
                        </a:solidFill>
                        <a:latin typeface="Al Qalam Quran Majeed" panose="02010000000000000000" pitchFamily="2" charset="-78"/>
                        <a:cs typeface="Al Qalam Quran Majeed" panose="02010000000000000000"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1"/>
                      <a:endParaRPr lang="en-US" sz="3600">
                        <a:solidFill>
                          <a:schemeClr val="tx1"/>
                        </a:solidFill>
                        <a:latin typeface="Alvi Nastaleeq" panose="02000503000000020004" pitchFamily="2" charset="-78"/>
                        <a:cs typeface="Alvi Nastaleeq" panose="02000503000000020004" pitchFamily="2" charset="-7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rtl="1"/>
                      <a:r>
                        <a:rPr kumimoji="0" lang="ur-PK" sz="5400" b="0" i="0" u="none" strike="noStrike" kern="1200" cap="none" spc="0" normalizeH="0" baseline="0" noProof="0" dirty="0">
                          <a:ln w="0"/>
                          <a:solidFill>
                            <a:srgbClr val="00B050"/>
                          </a:solidFill>
                          <a:effectLst>
                            <a:outerShdw blurRad="38100" dist="19050" dir="2700000" algn="tl" rotWithShape="0">
                              <a:prstClr val="black">
                                <a:alpha val="40000"/>
                              </a:prstClr>
                            </a:outerShdw>
                          </a:effectLst>
                          <a:uLnTx/>
                          <a:uFillTx/>
                          <a:latin typeface="Al_Mushaf" panose="02000000000000000000" pitchFamily="2" charset="-78"/>
                          <a:ea typeface="+mn-ea"/>
                          <a:cs typeface="Al_Mushaf" panose="02000000000000000000" pitchFamily="2" charset="-78"/>
                        </a:rPr>
                        <a:t>اَنَا</a:t>
                      </a:r>
                      <a:endParaRPr lang="en-US" sz="4800" dirty="0">
                        <a:solidFill>
                          <a:schemeClr val="tx1"/>
                        </a:solidFill>
                        <a:latin typeface="Al Qalam Quran Majeed" panose="02010000000000000000" pitchFamily="2" charset="-78"/>
                        <a:cs typeface="Al Qalam Quran Majeed" panose="02010000000000000000"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1"/>
                      <a:endParaRPr lang="en-US" sz="3600" dirty="0">
                        <a:solidFill>
                          <a:schemeClr val="tx1"/>
                        </a:solidFill>
                        <a:latin typeface="Alvi Nastaleeq" panose="02000503000000020004" pitchFamily="2" charset="-78"/>
                        <a:cs typeface="Alvi Nastaleeq" panose="02000503000000020004" pitchFamily="2" charset="-7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r>
                        <a:rPr lang="ur-PK" sz="3100" dirty="0">
                          <a:solidFill>
                            <a:schemeClr val="tx1"/>
                          </a:solidFill>
                          <a:latin typeface="Alvi Nastaleeq" panose="02000503000000020004" pitchFamily="2" charset="-78"/>
                          <a:cs typeface="Alvi Nastaleeq" panose="02000503000000020004" pitchFamily="2" charset="-78"/>
                        </a:rPr>
                        <a:t>مذکر مونث</a:t>
                      </a:r>
                      <a:endParaRPr lang="en-US" sz="31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4878792"/>
                  </a:ext>
                </a:extLst>
              </a:tr>
            </a:tbl>
          </a:graphicData>
        </a:graphic>
      </p:graphicFrame>
      <p:sp>
        <p:nvSpPr>
          <p:cNvPr id="44" name="Rectangle 43">
            <a:extLst>
              <a:ext uri="{FF2B5EF4-FFF2-40B4-BE49-F238E27FC236}">
                <a16:creationId xmlns:a16="http://schemas.microsoft.com/office/drawing/2014/main" id="{0EE62DDB-6E8B-49F1-A70C-3B3201443D36}"/>
              </a:ext>
            </a:extLst>
          </p:cNvPr>
          <p:cNvSpPr/>
          <p:nvPr/>
        </p:nvSpPr>
        <p:spPr bwMode="auto">
          <a:xfrm>
            <a:off x="4182007" y="276298"/>
            <a:ext cx="3827987" cy="808677"/>
          </a:xfrm>
          <a:prstGeom prst="rect">
            <a:avLst/>
          </a:prstGeom>
          <a:noFill/>
          <a:ln>
            <a:noFill/>
          </a:ln>
        </p:spPr>
        <p:style>
          <a:lnRef idx="0">
            <a:scrgbClr r="0" g="0" b="0"/>
          </a:lnRef>
          <a:fillRef idx="0">
            <a:scrgbClr r="0" g="0" b="0"/>
          </a:fillRef>
          <a:effectRef idx="0">
            <a:scrgbClr r="0" g="0" b="0"/>
          </a:effectRef>
          <a:fontRef idx="minor">
            <a:schemeClr val="dk1"/>
          </a:fontRef>
        </p:style>
        <p:txBody>
          <a:bodyPr vert="horz" wrap="square" lIns="91436" tIns="45717" rIns="91436" bIns="45717" numCol="1" rtlCol="0" anchor="ctr" anchorCtr="0" compatLnSpc="1">
            <a:prstTxWarp prst="textNoShape">
              <a:avLst/>
            </a:prstTxWarp>
            <a:spAutoFit/>
          </a:bodyPr>
          <a:lstStyle/>
          <a:p>
            <a:pPr marL="0" marR="0" lvl="0" indent="0" algn="ctr" defTabSz="914331" rtl="1" eaLnBrk="1" fontAlgn="base" latinLnBrk="0" hangingPunct="1">
              <a:lnSpc>
                <a:spcPct val="100000"/>
              </a:lnSpc>
              <a:spcBef>
                <a:spcPct val="0"/>
              </a:spcBef>
              <a:spcAft>
                <a:spcPct val="0"/>
              </a:spcAft>
              <a:buClrTx/>
              <a:buSzTx/>
              <a:buFontTx/>
              <a:buNone/>
              <a:tabLst/>
              <a:defRPr/>
            </a:pPr>
            <a:r>
              <a:rPr kumimoji="0" lang="ur-PK" sz="4655" b="0" i="0" u="none" strike="noStrike" kern="1200" cap="none" spc="0" normalizeH="0" baseline="0" noProof="0" dirty="0">
                <a:ln w="0"/>
                <a:solidFill>
                  <a:srgbClr val="00B050"/>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rPr>
              <a:t>ضمیر منفصل</a:t>
            </a:r>
            <a:endParaRPr kumimoji="0" lang="en-US" sz="4655" b="0" i="0" u="none" strike="noStrike" kern="1200" cap="none" spc="0" normalizeH="0" baseline="0" noProof="0" dirty="0">
              <a:ln w="0"/>
              <a:solidFill>
                <a:srgbClr val="00B050"/>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endParaRPr>
          </a:p>
        </p:txBody>
      </p:sp>
    </p:spTree>
    <p:extLst>
      <p:ext uri="{BB962C8B-B14F-4D97-AF65-F5344CB8AC3E}">
        <p14:creationId xmlns:p14="http://schemas.microsoft.com/office/powerpoint/2010/main" val="27548950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2" name="Table 41">
            <a:extLst>
              <a:ext uri="{FF2B5EF4-FFF2-40B4-BE49-F238E27FC236}">
                <a16:creationId xmlns:a16="http://schemas.microsoft.com/office/drawing/2014/main" id="{08E80FD2-14C1-4796-A1E7-07CE136D5934}"/>
              </a:ext>
            </a:extLst>
          </p:cNvPr>
          <p:cNvGraphicFramePr>
            <a:graphicFrameLocks noGrp="1"/>
          </p:cNvGraphicFramePr>
          <p:nvPr>
            <p:extLst/>
          </p:nvPr>
        </p:nvGraphicFramePr>
        <p:xfrm>
          <a:off x="767866" y="1182462"/>
          <a:ext cx="10839226" cy="5134369"/>
        </p:xfrm>
        <a:graphic>
          <a:graphicData uri="http://schemas.openxmlformats.org/drawingml/2006/table">
            <a:tbl>
              <a:tblPr firstRow="1" bandRow="1">
                <a:tableStyleId>{5C22544A-7EE6-4342-B048-85BDC9FD1C3A}</a:tableStyleId>
              </a:tblPr>
              <a:tblGrid>
                <a:gridCol w="1721829">
                  <a:extLst>
                    <a:ext uri="{9D8B030D-6E8A-4147-A177-3AD203B41FA5}">
                      <a16:colId xmlns:a16="http://schemas.microsoft.com/office/drawing/2014/main" val="3203169227"/>
                    </a:ext>
                  </a:extLst>
                </a:gridCol>
                <a:gridCol w="2624234">
                  <a:extLst>
                    <a:ext uri="{9D8B030D-6E8A-4147-A177-3AD203B41FA5}">
                      <a16:colId xmlns:a16="http://schemas.microsoft.com/office/drawing/2014/main" val="2747091625"/>
                    </a:ext>
                  </a:extLst>
                </a:gridCol>
                <a:gridCol w="1280999">
                  <a:extLst>
                    <a:ext uri="{9D8B030D-6E8A-4147-A177-3AD203B41FA5}">
                      <a16:colId xmlns:a16="http://schemas.microsoft.com/office/drawing/2014/main" val="3322218181"/>
                    </a:ext>
                  </a:extLst>
                </a:gridCol>
                <a:gridCol w="1281000">
                  <a:extLst>
                    <a:ext uri="{9D8B030D-6E8A-4147-A177-3AD203B41FA5}">
                      <a16:colId xmlns:a16="http://schemas.microsoft.com/office/drawing/2014/main" val="1976679969"/>
                    </a:ext>
                  </a:extLst>
                </a:gridCol>
                <a:gridCol w="2624233">
                  <a:extLst>
                    <a:ext uri="{9D8B030D-6E8A-4147-A177-3AD203B41FA5}">
                      <a16:colId xmlns:a16="http://schemas.microsoft.com/office/drawing/2014/main" val="2932660892"/>
                    </a:ext>
                  </a:extLst>
                </a:gridCol>
                <a:gridCol w="1306931">
                  <a:extLst>
                    <a:ext uri="{9D8B030D-6E8A-4147-A177-3AD203B41FA5}">
                      <a16:colId xmlns:a16="http://schemas.microsoft.com/office/drawing/2014/main" val="4001603589"/>
                    </a:ext>
                  </a:extLst>
                </a:gridCol>
              </a:tblGrid>
              <a:tr h="755679">
                <a:tc>
                  <a:txBody>
                    <a:bodyPr/>
                    <a:lstStyle/>
                    <a:p>
                      <a:pPr algn="ctr" rtl="1"/>
                      <a:r>
                        <a:rPr lang="ur-PK" sz="3400" dirty="0">
                          <a:solidFill>
                            <a:schemeClr val="tx1"/>
                          </a:solidFill>
                          <a:latin typeface="Alvi Nastaleeq" panose="02000503000000020004" pitchFamily="2" charset="-78"/>
                          <a:cs typeface="Alvi Nastaleeq" panose="02000503000000020004" pitchFamily="2" charset="-78"/>
                        </a:rPr>
                        <a:t>ضمیر کی حالتیں</a:t>
                      </a:r>
                      <a:endParaRPr lang="en-US" sz="34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algn="ctr" rtl="1"/>
                      <a:r>
                        <a:rPr lang="ur-PK" sz="3400" dirty="0">
                          <a:solidFill>
                            <a:schemeClr val="tx1"/>
                          </a:solidFill>
                          <a:latin typeface="Alvi Nastaleeq" panose="02000503000000020004" pitchFamily="2" charset="-78"/>
                          <a:cs typeface="Alvi Nastaleeq" panose="02000503000000020004" pitchFamily="2" charset="-78"/>
                        </a:rPr>
                        <a:t>جمع</a:t>
                      </a:r>
                      <a:endParaRPr lang="en-US" sz="34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gridSpan="2">
                  <a:txBody>
                    <a:bodyPr/>
                    <a:lstStyle/>
                    <a:p>
                      <a:pPr algn="ctr" rtl="1"/>
                      <a:r>
                        <a:rPr lang="ur-PK" sz="3400" dirty="0">
                          <a:solidFill>
                            <a:schemeClr val="tx1"/>
                          </a:solidFill>
                          <a:latin typeface="Alvi Nastaleeq" panose="02000503000000020004" pitchFamily="2" charset="-78"/>
                          <a:cs typeface="Alvi Nastaleeq" panose="02000503000000020004" pitchFamily="2" charset="-78"/>
                        </a:rPr>
                        <a:t>تثنیہ </a:t>
                      </a:r>
                      <a:endParaRPr lang="en-US" sz="34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hMerge="1">
                  <a:txBody>
                    <a:bodyPr/>
                    <a:lstStyle/>
                    <a:p>
                      <a:endParaRPr lang="en-US"/>
                    </a:p>
                  </a:txBody>
                  <a:tcPr/>
                </a:tc>
                <a:tc>
                  <a:txBody>
                    <a:bodyPr/>
                    <a:lstStyle/>
                    <a:p>
                      <a:pPr algn="ctr" rtl="1"/>
                      <a:r>
                        <a:rPr lang="ur-PK" sz="3400" dirty="0">
                          <a:solidFill>
                            <a:schemeClr val="tx1"/>
                          </a:solidFill>
                          <a:latin typeface="Alvi Nastaleeq" panose="02000503000000020004" pitchFamily="2" charset="-78"/>
                          <a:cs typeface="Alvi Nastaleeq" panose="02000503000000020004" pitchFamily="2" charset="-78"/>
                        </a:rPr>
                        <a:t>واحد </a:t>
                      </a:r>
                      <a:endParaRPr lang="en-US" sz="34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algn="ctr" rtl="1"/>
                      <a:r>
                        <a:rPr lang="ur-PK" sz="3400" dirty="0">
                          <a:solidFill>
                            <a:schemeClr val="tx1"/>
                          </a:solidFill>
                          <a:latin typeface="Alvi Nastaleeq" panose="02000503000000020004" pitchFamily="2" charset="-78"/>
                          <a:cs typeface="Alvi Nastaleeq" panose="02000503000000020004" pitchFamily="2" charset="-78"/>
                        </a:rPr>
                        <a:t>جنس </a:t>
                      </a:r>
                      <a:endParaRPr lang="en-US" sz="34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extLst>
                  <a:ext uri="{0D108BD9-81ED-4DB2-BD59-A6C34878D82A}">
                    <a16:rowId xmlns:a16="http://schemas.microsoft.com/office/drawing/2014/main" val="2305940678"/>
                  </a:ext>
                </a:extLst>
              </a:tr>
              <a:tr h="875738">
                <a:tc rowSpan="2">
                  <a:txBody>
                    <a:bodyPr/>
                    <a:lstStyle/>
                    <a:p>
                      <a:pPr algn="ctr" rtl="1"/>
                      <a:r>
                        <a:rPr lang="ur-PK" sz="3100" dirty="0">
                          <a:solidFill>
                            <a:schemeClr val="tx1"/>
                          </a:solidFill>
                          <a:latin typeface="Alvi Nastaleeq" panose="02000503000000020004" pitchFamily="2" charset="-78"/>
                          <a:cs typeface="Alvi Nastaleeq" panose="02000503000000020004" pitchFamily="2" charset="-78"/>
                        </a:rPr>
                        <a:t>غائب </a:t>
                      </a:r>
                      <a:endParaRPr lang="en-US" sz="31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035976" rtl="1" eaLnBrk="1" fontAlgn="auto" latinLnBrk="0" hangingPunct="1">
                        <a:lnSpc>
                          <a:spcPct val="100000"/>
                        </a:lnSpc>
                        <a:spcBef>
                          <a:spcPts val="0"/>
                        </a:spcBef>
                        <a:spcAft>
                          <a:spcPts val="0"/>
                        </a:spcAft>
                        <a:buClrTx/>
                        <a:buSzTx/>
                        <a:buFontTx/>
                        <a:buNone/>
                        <a:tabLst/>
                        <a:defRPr/>
                      </a:pPr>
                      <a:r>
                        <a:rPr lang="ur-PK" sz="3100" dirty="0">
                          <a:solidFill>
                            <a:schemeClr val="tx1"/>
                          </a:solidFill>
                          <a:latin typeface="Alvi Nastaleeq" panose="02000503000000020004" pitchFamily="2" charset="-78"/>
                          <a:cs typeface="Alvi Nastaleeq" panose="02000503000000020004" pitchFamily="2" charset="-78"/>
                        </a:rPr>
                        <a:t>ان سب کا </a:t>
                      </a:r>
                      <a:endParaRPr lang="en-US" sz="31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1035976" rtl="1" eaLnBrk="1" fontAlgn="auto" latinLnBrk="0" hangingPunct="1">
                        <a:lnSpc>
                          <a:spcPct val="100000"/>
                        </a:lnSpc>
                        <a:spcBef>
                          <a:spcPts val="0"/>
                        </a:spcBef>
                        <a:spcAft>
                          <a:spcPts val="0"/>
                        </a:spcAft>
                        <a:buClrTx/>
                        <a:buSzTx/>
                        <a:buFontTx/>
                        <a:buNone/>
                        <a:tabLst/>
                        <a:defRPr/>
                      </a:pPr>
                      <a:r>
                        <a:rPr lang="ur-PK" sz="3100" dirty="0">
                          <a:solidFill>
                            <a:schemeClr val="tx1"/>
                          </a:solidFill>
                          <a:latin typeface="Alvi Nastaleeq" panose="02000503000000020004" pitchFamily="2" charset="-78"/>
                          <a:cs typeface="Alvi Nastaleeq" panose="02000503000000020004" pitchFamily="2" charset="-78"/>
                        </a:rPr>
                        <a:t>ان دو کا </a:t>
                      </a:r>
                      <a:endParaRPr lang="en-US" sz="31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a:txBody>
                    <a:bodyPr/>
                    <a:lstStyle/>
                    <a:p>
                      <a:pPr algn="ctr" rtl="1"/>
                      <a:r>
                        <a:rPr lang="ur-PK" sz="3100" dirty="0">
                          <a:solidFill>
                            <a:schemeClr val="tx1"/>
                          </a:solidFill>
                          <a:latin typeface="Alvi Nastaleeq" panose="02000503000000020004" pitchFamily="2" charset="-78"/>
                          <a:cs typeface="Alvi Nastaleeq" panose="02000503000000020004" pitchFamily="2" charset="-78"/>
                        </a:rPr>
                        <a:t>اس کا </a:t>
                      </a:r>
                      <a:endParaRPr lang="en-US" sz="31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r>
                        <a:rPr lang="ur-PK" sz="3100" dirty="0">
                          <a:solidFill>
                            <a:schemeClr val="tx1"/>
                          </a:solidFill>
                          <a:latin typeface="Alvi Nastaleeq" panose="02000503000000020004" pitchFamily="2" charset="-78"/>
                          <a:cs typeface="Alvi Nastaleeq" panose="02000503000000020004" pitchFamily="2" charset="-78"/>
                        </a:rPr>
                        <a:t>مذکر </a:t>
                      </a:r>
                      <a:endParaRPr lang="en-US" sz="31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7425343"/>
                  </a:ext>
                </a:extLst>
              </a:tr>
              <a:tr h="875738">
                <a:tc vMerge="1">
                  <a:txBody>
                    <a:bodyPr/>
                    <a:lstStyle/>
                    <a:p>
                      <a:pPr algn="ctr" rtl="1"/>
                      <a:endParaRPr lang="en-US" sz="3600" dirty="0">
                        <a:solidFill>
                          <a:schemeClr val="tx1"/>
                        </a:solidFill>
                        <a:latin typeface="Alvi Nastaleeq" panose="02000503000000020004" pitchFamily="2" charset="-78"/>
                        <a:cs typeface="Alvi Nastaleeq" panose="02000503000000020004" pitchFamily="2" charset="-7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035976" rtl="1" eaLnBrk="1" fontAlgn="auto" latinLnBrk="0" hangingPunct="1">
                        <a:lnSpc>
                          <a:spcPct val="100000"/>
                        </a:lnSpc>
                        <a:spcBef>
                          <a:spcPts val="0"/>
                        </a:spcBef>
                        <a:spcAft>
                          <a:spcPts val="0"/>
                        </a:spcAft>
                        <a:buClrTx/>
                        <a:buSzTx/>
                        <a:buFontTx/>
                        <a:buNone/>
                        <a:tabLst/>
                        <a:defRPr/>
                      </a:pPr>
                      <a:r>
                        <a:rPr lang="ur-PK" sz="3100" dirty="0">
                          <a:solidFill>
                            <a:schemeClr val="tx1"/>
                          </a:solidFill>
                          <a:latin typeface="Alvi Nastaleeq" panose="02000503000000020004" pitchFamily="2" charset="-78"/>
                          <a:cs typeface="Alvi Nastaleeq" panose="02000503000000020004" pitchFamily="2" charset="-78"/>
                        </a:rPr>
                        <a:t>ان سب عورتوں  کا </a:t>
                      </a:r>
                      <a:endParaRPr lang="en-US" sz="31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1035976" rtl="1" eaLnBrk="1" fontAlgn="auto" latinLnBrk="0" hangingPunct="1">
                        <a:lnSpc>
                          <a:spcPct val="100000"/>
                        </a:lnSpc>
                        <a:spcBef>
                          <a:spcPts val="0"/>
                        </a:spcBef>
                        <a:spcAft>
                          <a:spcPts val="0"/>
                        </a:spcAft>
                        <a:buClrTx/>
                        <a:buSzTx/>
                        <a:buFontTx/>
                        <a:buNone/>
                        <a:tabLst/>
                        <a:defRPr/>
                      </a:pPr>
                      <a:r>
                        <a:rPr lang="ur-PK" sz="3100" dirty="0">
                          <a:solidFill>
                            <a:schemeClr val="tx1"/>
                          </a:solidFill>
                          <a:latin typeface="Alvi Nastaleeq" panose="02000503000000020004" pitchFamily="2" charset="-78"/>
                          <a:cs typeface="Alvi Nastaleeq" panose="02000503000000020004" pitchFamily="2" charset="-78"/>
                        </a:rPr>
                        <a:t>ان دو عورتوں کا</a:t>
                      </a:r>
                      <a:endParaRPr lang="en-US" sz="31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a:txBody>
                    <a:bodyPr/>
                    <a:lstStyle/>
                    <a:p>
                      <a:pPr algn="ctr" rtl="1"/>
                      <a:r>
                        <a:rPr lang="ur-PK" sz="3100" dirty="0">
                          <a:solidFill>
                            <a:schemeClr val="tx1"/>
                          </a:solidFill>
                          <a:latin typeface="Alvi Nastaleeq" panose="02000503000000020004" pitchFamily="2" charset="-78"/>
                          <a:cs typeface="Alvi Nastaleeq" panose="02000503000000020004" pitchFamily="2" charset="-78"/>
                        </a:rPr>
                        <a:t>اس ایک عورت کا</a:t>
                      </a:r>
                      <a:endParaRPr lang="en-US" sz="31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r>
                        <a:rPr lang="ur-PK" sz="3100" dirty="0">
                          <a:solidFill>
                            <a:schemeClr val="tx1"/>
                          </a:solidFill>
                          <a:latin typeface="Alvi Nastaleeq" panose="02000503000000020004" pitchFamily="2" charset="-78"/>
                          <a:cs typeface="Alvi Nastaleeq" panose="02000503000000020004" pitchFamily="2" charset="-78"/>
                        </a:rPr>
                        <a:t>مونث</a:t>
                      </a:r>
                      <a:endParaRPr lang="en-US" sz="31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758466"/>
                  </a:ext>
                </a:extLst>
              </a:tr>
              <a:tr h="875738">
                <a:tc rowSpan="2">
                  <a:txBody>
                    <a:bodyPr/>
                    <a:lstStyle/>
                    <a:p>
                      <a:pPr algn="ctr" rtl="1"/>
                      <a:r>
                        <a:rPr lang="ur-PK" sz="3100" dirty="0">
                          <a:solidFill>
                            <a:schemeClr val="tx1"/>
                          </a:solidFill>
                          <a:latin typeface="Alvi Nastaleeq" panose="02000503000000020004" pitchFamily="2" charset="-78"/>
                          <a:cs typeface="Alvi Nastaleeq" panose="02000503000000020004" pitchFamily="2" charset="-78"/>
                        </a:rPr>
                        <a:t>حاضر </a:t>
                      </a:r>
                      <a:endParaRPr lang="en-US" sz="3100" dirty="0">
                        <a:solidFill>
                          <a:schemeClr val="tx1"/>
                        </a:solidFill>
                        <a:latin typeface="Alvi Nastaleeq" panose="02000503000000020004" pitchFamily="2" charset="-78"/>
                        <a:cs typeface="Alvi Nastaleeq" panose="02000503000000020004" pitchFamily="2" charset="-78"/>
                      </a:endParaRPr>
                    </a:p>
                    <a:p>
                      <a:pPr algn="ctr" rtl="1"/>
                      <a:r>
                        <a:rPr lang="ur-PK" sz="3100" dirty="0">
                          <a:solidFill>
                            <a:schemeClr val="tx1"/>
                          </a:solidFill>
                          <a:latin typeface="Alvi Nastaleeq" panose="02000503000000020004" pitchFamily="2" charset="-78"/>
                          <a:cs typeface="Alvi Nastaleeq" panose="02000503000000020004" pitchFamily="2" charset="-78"/>
                        </a:rPr>
                        <a:t> </a:t>
                      </a:r>
                      <a:endParaRPr lang="en-US" sz="31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035976" rtl="1" eaLnBrk="1" fontAlgn="auto" latinLnBrk="0" hangingPunct="1">
                        <a:lnSpc>
                          <a:spcPct val="100000"/>
                        </a:lnSpc>
                        <a:spcBef>
                          <a:spcPts val="0"/>
                        </a:spcBef>
                        <a:spcAft>
                          <a:spcPts val="0"/>
                        </a:spcAft>
                        <a:buClrTx/>
                        <a:buSzTx/>
                        <a:buFontTx/>
                        <a:buNone/>
                        <a:tabLst/>
                        <a:defRPr/>
                      </a:pPr>
                      <a:r>
                        <a:rPr lang="ur-PK" sz="3100" dirty="0">
                          <a:solidFill>
                            <a:schemeClr val="tx1"/>
                          </a:solidFill>
                          <a:latin typeface="Alvi Nastaleeq" panose="02000503000000020004" pitchFamily="2" charset="-78"/>
                          <a:cs typeface="Alvi Nastaleeq" panose="02000503000000020004" pitchFamily="2" charset="-78"/>
                        </a:rPr>
                        <a:t>تم سب کا</a:t>
                      </a:r>
                      <a:endParaRPr lang="en-US" sz="31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1035976" rtl="1" eaLnBrk="1" fontAlgn="auto" latinLnBrk="0" hangingPunct="1">
                        <a:lnSpc>
                          <a:spcPct val="100000"/>
                        </a:lnSpc>
                        <a:spcBef>
                          <a:spcPts val="0"/>
                        </a:spcBef>
                        <a:spcAft>
                          <a:spcPts val="0"/>
                        </a:spcAft>
                        <a:buClrTx/>
                        <a:buSzTx/>
                        <a:buFontTx/>
                        <a:buNone/>
                        <a:tabLst/>
                        <a:defRPr/>
                      </a:pPr>
                      <a:r>
                        <a:rPr lang="ur-PK" sz="3100" dirty="0">
                          <a:solidFill>
                            <a:schemeClr val="tx1"/>
                          </a:solidFill>
                          <a:latin typeface="Alvi Nastaleeq" panose="02000503000000020004" pitchFamily="2" charset="-78"/>
                          <a:cs typeface="Alvi Nastaleeq" panose="02000503000000020004" pitchFamily="2" charset="-78"/>
                        </a:rPr>
                        <a:t>تم دو کا</a:t>
                      </a:r>
                      <a:endParaRPr lang="en-US" sz="31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a:txBody>
                    <a:bodyPr/>
                    <a:lstStyle/>
                    <a:p>
                      <a:pPr algn="ctr" rtl="1"/>
                      <a:r>
                        <a:rPr lang="ur-PK" sz="3100" dirty="0">
                          <a:solidFill>
                            <a:schemeClr val="tx1"/>
                          </a:solidFill>
                          <a:latin typeface="Alvi Nastaleeq" panose="02000503000000020004" pitchFamily="2" charset="-78"/>
                          <a:cs typeface="Alvi Nastaleeq" panose="02000503000000020004" pitchFamily="2" charset="-78"/>
                        </a:rPr>
                        <a:t>تیرا</a:t>
                      </a:r>
                      <a:endParaRPr lang="en-US" sz="31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r>
                        <a:rPr lang="ur-PK" sz="3100" dirty="0">
                          <a:solidFill>
                            <a:schemeClr val="tx1"/>
                          </a:solidFill>
                          <a:latin typeface="Alvi Nastaleeq" panose="02000503000000020004" pitchFamily="2" charset="-78"/>
                          <a:cs typeface="Alvi Nastaleeq" panose="02000503000000020004" pitchFamily="2" charset="-78"/>
                        </a:rPr>
                        <a:t>مذکر </a:t>
                      </a:r>
                      <a:endParaRPr lang="en-US" sz="31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6180263"/>
                  </a:ext>
                </a:extLst>
              </a:tr>
              <a:tr h="875738">
                <a:tc vMerge="1">
                  <a:txBody>
                    <a:bodyPr/>
                    <a:lstStyle/>
                    <a:p>
                      <a:pPr algn="ctr" rtl="1"/>
                      <a:endParaRPr lang="en-US" sz="3600" dirty="0">
                        <a:solidFill>
                          <a:schemeClr val="tx1"/>
                        </a:solidFill>
                        <a:latin typeface="Alvi Nastaleeq" panose="02000503000000020004" pitchFamily="2" charset="-78"/>
                        <a:cs typeface="Alvi Nastaleeq" panose="02000503000000020004" pitchFamily="2" charset="-7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035976" rtl="1" eaLnBrk="1" fontAlgn="auto" latinLnBrk="0" hangingPunct="1">
                        <a:lnSpc>
                          <a:spcPct val="100000"/>
                        </a:lnSpc>
                        <a:spcBef>
                          <a:spcPts val="0"/>
                        </a:spcBef>
                        <a:spcAft>
                          <a:spcPts val="0"/>
                        </a:spcAft>
                        <a:buClrTx/>
                        <a:buSzTx/>
                        <a:buFontTx/>
                        <a:buNone/>
                        <a:tabLst/>
                        <a:defRPr/>
                      </a:pPr>
                      <a:r>
                        <a:rPr lang="ur-PK" sz="3100" dirty="0">
                          <a:solidFill>
                            <a:schemeClr val="tx1"/>
                          </a:solidFill>
                          <a:latin typeface="Alvi Nastaleeq" panose="02000503000000020004" pitchFamily="2" charset="-78"/>
                          <a:cs typeface="Alvi Nastaleeq" panose="02000503000000020004" pitchFamily="2" charset="-78"/>
                        </a:rPr>
                        <a:t>تم سب کا</a:t>
                      </a:r>
                      <a:endParaRPr lang="en-US" sz="31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1035976" rtl="1" eaLnBrk="1" fontAlgn="auto" latinLnBrk="0" hangingPunct="1">
                        <a:lnSpc>
                          <a:spcPct val="100000"/>
                        </a:lnSpc>
                        <a:spcBef>
                          <a:spcPts val="0"/>
                        </a:spcBef>
                        <a:spcAft>
                          <a:spcPts val="0"/>
                        </a:spcAft>
                        <a:buClrTx/>
                        <a:buSzTx/>
                        <a:buFontTx/>
                        <a:buNone/>
                        <a:tabLst/>
                        <a:defRPr/>
                      </a:pPr>
                      <a:r>
                        <a:rPr lang="ur-PK" sz="3100" dirty="0">
                          <a:solidFill>
                            <a:schemeClr val="tx1"/>
                          </a:solidFill>
                          <a:latin typeface="Alvi Nastaleeq" panose="02000503000000020004" pitchFamily="2" charset="-78"/>
                          <a:cs typeface="Alvi Nastaleeq" panose="02000503000000020004" pitchFamily="2" charset="-78"/>
                        </a:rPr>
                        <a:t>تم دو عورتوں کا</a:t>
                      </a:r>
                      <a:endParaRPr lang="en-US" sz="31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a:txBody>
                    <a:bodyPr/>
                    <a:lstStyle/>
                    <a:p>
                      <a:pPr algn="ctr" rtl="1"/>
                      <a:r>
                        <a:rPr lang="ur-PK" sz="3100" dirty="0">
                          <a:solidFill>
                            <a:schemeClr val="tx1"/>
                          </a:solidFill>
                          <a:latin typeface="Alvi Nastaleeq" panose="02000503000000020004" pitchFamily="2" charset="-78"/>
                          <a:cs typeface="Alvi Nastaleeq" panose="02000503000000020004" pitchFamily="2" charset="-78"/>
                        </a:rPr>
                        <a:t>تو ایک عورت کا</a:t>
                      </a:r>
                      <a:endParaRPr lang="en-US" sz="31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r>
                        <a:rPr lang="ur-PK" sz="3100" dirty="0">
                          <a:solidFill>
                            <a:schemeClr val="tx1"/>
                          </a:solidFill>
                          <a:latin typeface="Alvi Nastaleeq" panose="02000503000000020004" pitchFamily="2" charset="-78"/>
                          <a:cs typeface="Alvi Nastaleeq" panose="02000503000000020004" pitchFamily="2" charset="-78"/>
                        </a:rPr>
                        <a:t>مونث </a:t>
                      </a:r>
                      <a:endParaRPr lang="en-US" sz="31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07997773"/>
                  </a:ext>
                </a:extLst>
              </a:tr>
              <a:tr h="875738">
                <a:tc>
                  <a:txBody>
                    <a:bodyPr/>
                    <a:lstStyle/>
                    <a:p>
                      <a:pPr algn="ctr" rtl="1"/>
                      <a:r>
                        <a:rPr lang="ur-PK" sz="3100" dirty="0">
                          <a:solidFill>
                            <a:schemeClr val="tx1"/>
                          </a:solidFill>
                          <a:latin typeface="Alvi Nastaleeq" panose="02000503000000020004" pitchFamily="2" charset="-78"/>
                          <a:cs typeface="Alvi Nastaleeq" panose="02000503000000020004" pitchFamily="2" charset="-78"/>
                        </a:rPr>
                        <a:t>متکلم</a:t>
                      </a:r>
                      <a:endParaRPr lang="en-US" sz="31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rtl="1"/>
                      <a:r>
                        <a:rPr lang="ur-PK" sz="3100" dirty="0">
                          <a:solidFill>
                            <a:schemeClr val="tx1"/>
                          </a:solidFill>
                          <a:latin typeface="Alvi Nastaleeq" panose="02000503000000020004" pitchFamily="2" charset="-78"/>
                          <a:cs typeface="Alvi Nastaleeq" panose="02000503000000020004" pitchFamily="2" charset="-78"/>
                        </a:rPr>
                        <a:t>ہمارا</a:t>
                      </a:r>
                      <a:endParaRPr lang="en-US" sz="31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1"/>
                      <a:endParaRPr lang="en-US" sz="3600">
                        <a:solidFill>
                          <a:schemeClr val="tx1"/>
                        </a:solidFill>
                        <a:latin typeface="Alvi Nastaleeq" panose="02000503000000020004" pitchFamily="2" charset="-78"/>
                        <a:cs typeface="Alvi Nastaleeq" panose="02000503000000020004" pitchFamily="2" charset="-7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rtl="1"/>
                      <a:r>
                        <a:rPr lang="ur-PK" sz="3100" dirty="0">
                          <a:solidFill>
                            <a:schemeClr val="tx1"/>
                          </a:solidFill>
                          <a:latin typeface="Alvi Nastaleeq" panose="02000503000000020004" pitchFamily="2" charset="-78"/>
                          <a:cs typeface="Alvi Nastaleeq" panose="02000503000000020004" pitchFamily="2" charset="-78"/>
                        </a:rPr>
                        <a:t>مرا </a:t>
                      </a:r>
                      <a:endParaRPr lang="en-US" sz="31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1"/>
                      <a:endParaRPr lang="en-US" sz="3600" dirty="0">
                        <a:solidFill>
                          <a:schemeClr val="tx1"/>
                        </a:solidFill>
                        <a:latin typeface="Alvi Nastaleeq" panose="02000503000000020004" pitchFamily="2" charset="-78"/>
                        <a:cs typeface="Alvi Nastaleeq" panose="02000503000000020004" pitchFamily="2" charset="-7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r>
                        <a:rPr lang="ur-PK" sz="3100" dirty="0">
                          <a:solidFill>
                            <a:schemeClr val="tx1"/>
                          </a:solidFill>
                          <a:latin typeface="Alvi Nastaleeq" panose="02000503000000020004" pitchFamily="2" charset="-78"/>
                          <a:cs typeface="Alvi Nastaleeq" panose="02000503000000020004" pitchFamily="2" charset="-78"/>
                        </a:rPr>
                        <a:t>مذکر مونث</a:t>
                      </a:r>
                      <a:endParaRPr lang="en-US" sz="31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4878792"/>
                  </a:ext>
                </a:extLst>
              </a:tr>
            </a:tbl>
          </a:graphicData>
        </a:graphic>
      </p:graphicFrame>
      <p:sp>
        <p:nvSpPr>
          <p:cNvPr id="44" name="Rectangle 43">
            <a:extLst>
              <a:ext uri="{FF2B5EF4-FFF2-40B4-BE49-F238E27FC236}">
                <a16:creationId xmlns:a16="http://schemas.microsoft.com/office/drawing/2014/main" id="{0EE62DDB-6E8B-49F1-A70C-3B3201443D36}"/>
              </a:ext>
            </a:extLst>
          </p:cNvPr>
          <p:cNvSpPr/>
          <p:nvPr/>
        </p:nvSpPr>
        <p:spPr bwMode="auto">
          <a:xfrm>
            <a:off x="4182007" y="276298"/>
            <a:ext cx="3827987" cy="808677"/>
          </a:xfrm>
          <a:prstGeom prst="rect">
            <a:avLst/>
          </a:prstGeom>
          <a:noFill/>
          <a:ln>
            <a:noFill/>
          </a:ln>
        </p:spPr>
        <p:style>
          <a:lnRef idx="0">
            <a:scrgbClr r="0" g="0" b="0"/>
          </a:lnRef>
          <a:fillRef idx="0">
            <a:scrgbClr r="0" g="0" b="0"/>
          </a:fillRef>
          <a:effectRef idx="0">
            <a:scrgbClr r="0" g="0" b="0"/>
          </a:effectRef>
          <a:fontRef idx="minor">
            <a:schemeClr val="dk1"/>
          </a:fontRef>
        </p:style>
        <p:txBody>
          <a:bodyPr vert="horz" wrap="square" lIns="91436" tIns="45717" rIns="91436" bIns="45717" numCol="1" rtlCol="0" anchor="ctr" anchorCtr="0" compatLnSpc="1">
            <a:prstTxWarp prst="textNoShape">
              <a:avLst/>
            </a:prstTxWarp>
            <a:spAutoFit/>
          </a:bodyPr>
          <a:lstStyle/>
          <a:p>
            <a:pPr marL="0" marR="0" lvl="0" indent="0" algn="ctr" defTabSz="914331" rtl="1" eaLnBrk="1" fontAlgn="base" latinLnBrk="0" hangingPunct="1">
              <a:lnSpc>
                <a:spcPct val="100000"/>
              </a:lnSpc>
              <a:spcBef>
                <a:spcPct val="0"/>
              </a:spcBef>
              <a:spcAft>
                <a:spcPct val="0"/>
              </a:spcAft>
              <a:buClrTx/>
              <a:buSzTx/>
              <a:buFontTx/>
              <a:buNone/>
              <a:tabLst/>
              <a:defRPr/>
            </a:pPr>
            <a:r>
              <a:rPr kumimoji="0" lang="ur-PK" sz="4655" b="0" i="0" u="none" strike="noStrike" kern="1200" cap="none" spc="0" normalizeH="0" baseline="0" noProof="0" dirty="0">
                <a:ln w="0"/>
                <a:solidFill>
                  <a:srgbClr val="00B050"/>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rPr>
              <a:t>ضمیر متصل کا معنیٰ</a:t>
            </a:r>
            <a:endParaRPr kumimoji="0" lang="en-US" sz="4655" b="0" i="0" u="none" strike="noStrike" kern="1200" cap="none" spc="0" normalizeH="0" baseline="0" noProof="0" dirty="0">
              <a:ln w="0"/>
              <a:solidFill>
                <a:srgbClr val="00B050"/>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endParaRPr>
          </a:p>
        </p:txBody>
      </p:sp>
    </p:spTree>
    <p:extLst>
      <p:ext uri="{BB962C8B-B14F-4D97-AF65-F5344CB8AC3E}">
        <p14:creationId xmlns:p14="http://schemas.microsoft.com/office/powerpoint/2010/main" val="25975721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2" name="Table 41">
            <a:extLst>
              <a:ext uri="{FF2B5EF4-FFF2-40B4-BE49-F238E27FC236}">
                <a16:creationId xmlns:a16="http://schemas.microsoft.com/office/drawing/2014/main" id="{08E80FD2-14C1-4796-A1E7-07CE136D5934}"/>
              </a:ext>
            </a:extLst>
          </p:cNvPr>
          <p:cNvGraphicFramePr>
            <a:graphicFrameLocks noGrp="1"/>
          </p:cNvGraphicFramePr>
          <p:nvPr>
            <p:extLst>
              <p:ext uri="{D42A27DB-BD31-4B8C-83A1-F6EECF244321}">
                <p14:modId xmlns:p14="http://schemas.microsoft.com/office/powerpoint/2010/main" val="404629589"/>
              </p:ext>
            </p:extLst>
          </p:nvPr>
        </p:nvGraphicFramePr>
        <p:xfrm>
          <a:off x="767866" y="1182462"/>
          <a:ext cx="10839226" cy="5264629"/>
        </p:xfrm>
        <a:graphic>
          <a:graphicData uri="http://schemas.openxmlformats.org/drawingml/2006/table">
            <a:tbl>
              <a:tblPr firstRow="1" bandRow="1">
                <a:tableStyleId>{5C22544A-7EE6-4342-B048-85BDC9FD1C3A}</a:tableStyleId>
              </a:tblPr>
              <a:tblGrid>
                <a:gridCol w="1721829">
                  <a:extLst>
                    <a:ext uri="{9D8B030D-6E8A-4147-A177-3AD203B41FA5}">
                      <a16:colId xmlns:a16="http://schemas.microsoft.com/office/drawing/2014/main" val="3203169227"/>
                    </a:ext>
                  </a:extLst>
                </a:gridCol>
                <a:gridCol w="2624234">
                  <a:extLst>
                    <a:ext uri="{9D8B030D-6E8A-4147-A177-3AD203B41FA5}">
                      <a16:colId xmlns:a16="http://schemas.microsoft.com/office/drawing/2014/main" val="2747091625"/>
                    </a:ext>
                  </a:extLst>
                </a:gridCol>
                <a:gridCol w="1280999">
                  <a:extLst>
                    <a:ext uri="{9D8B030D-6E8A-4147-A177-3AD203B41FA5}">
                      <a16:colId xmlns:a16="http://schemas.microsoft.com/office/drawing/2014/main" val="3322218181"/>
                    </a:ext>
                  </a:extLst>
                </a:gridCol>
                <a:gridCol w="1281000">
                  <a:extLst>
                    <a:ext uri="{9D8B030D-6E8A-4147-A177-3AD203B41FA5}">
                      <a16:colId xmlns:a16="http://schemas.microsoft.com/office/drawing/2014/main" val="1976679969"/>
                    </a:ext>
                  </a:extLst>
                </a:gridCol>
                <a:gridCol w="2280872">
                  <a:extLst>
                    <a:ext uri="{9D8B030D-6E8A-4147-A177-3AD203B41FA5}">
                      <a16:colId xmlns:a16="http://schemas.microsoft.com/office/drawing/2014/main" val="2932660892"/>
                    </a:ext>
                  </a:extLst>
                </a:gridCol>
                <a:gridCol w="1650292">
                  <a:extLst>
                    <a:ext uri="{9D8B030D-6E8A-4147-A177-3AD203B41FA5}">
                      <a16:colId xmlns:a16="http://schemas.microsoft.com/office/drawing/2014/main" val="4001603589"/>
                    </a:ext>
                  </a:extLst>
                </a:gridCol>
              </a:tblGrid>
              <a:tr h="755679">
                <a:tc>
                  <a:txBody>
                    <a:bodyPr/>
                    <a:lstStyle/>
                    <a:p>
                      <a:pPr algn="ctr" rtl="1"/>
                      <a:r>
                        <a:rPr lang="ur-PK" sz="3400" dirty="0">
                          <a:solidFill>
                            <a:schemeClr val="tx1"/>
                          </a:solidFill>
                          <a:latin typeface="Alvi Nastaleeq" panose="02000503000000020004" pitchFamily="2" charset="-78"/>
                          <a:cs typeface="Alvi Nastaleeq" panose="02000503000000020004" pitchFamily="2" charset="-78"/>
                        </a:rPr>
                        <a:t>ضمیر کی حالتیں</a:t>
                      </a:r>
                      <a:endParaRPr lang="en-US" sz="34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algn="ctr" rtl="1"/>
                      <a:r>
                        <a:rPr lang="ur-PK" sz="3400" dirty="0">
                          <a:solidFill>
                            <a:schemeClr val="tx1"/>
                          </a:solidFill>
                          <a:latin typeface="Alvi Nastaleeq" panose="02000503000000020004" pitchFamily="2" charset="-78"/>
                          <a:cs typeface="Alvi Nastaleeq" panose="02000503000000020004" pitchFamily="2" charset="-78"/>
                        </a:rPr>
                        <a:t>جمع</a:t>
                      </a:r>
                      <a:endParaRPr lang="en-US" sz="34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gridSpan="2">
                  <a:txBody>
                    <a:bodyPr/>
                    <a:lstStyle/>
                    <a:p>
                      <a:pPr algn="ctr" rtl="1"/>
                      <a:r>
                        <a:rPr lang="ur-PK" sz="3400" dirty="0">
                          <a:solidFill>
                            <a:schemeClr val="tx1"/>
                          </a:solidFill>
                          <a:latin typeface="Alvi Nastaleeq" panose="02000503000000020004" pitchFamily="2" charset="-78"/>
                          <a:cs typeface="Alvi Nastaleeq" panose="02000503000000020004" pitchFamily="2" charset="-78"/>
                        </a:rPr>
                        <a:t>تثنیہ </a:t>
                      </a:r>
                      <a:endParaRPr lang="en-US" sz="34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hMerge="1">
                  <a:txBody>
                    <a:bodyPr/>
                    <a:lstStyle/>
                    <a:p>
                      <a:endParaRPr lang="en-US"/>
                    </a:p>
                  </a:txBody>
                  <a:tcPr/>
                </a:tc>
                <a:tc>
                  <a:txBody>
                    <a:bodyPr/>
                    <a:lstStyle/>
                    <a:p>
                      <a:pPr algn="ctr" rtl="1"/>
                      <a:r>
                        <a:rPr lang="ur-PK" sz="3400" dirty="0">
                          <a:solidFill>
                            <a:schemeClr val="tx1"/>
                          </a:solidFill>
                          <a:latin typeface="Alvi Nastaleeq" panose="02000503000000020004" pitchFamily="2" charset="-78"/>
                          <a:cs typeface="Alvi Nastaleeq" panose="02000503000000020004" pitchFamily="2" charset="-78"/>
                        </a:rPr>
                        <a:t>واحد </a:t>
                      </a:r>
                      <a:endParaRPr lang="en-US" sz="34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algn="ctr" rtl="1"/>
                      <a:r>
                        <a:rPr lang="ur-PK" sz="3400" dirty="0">
                          <a:solidFill>
                            <a:schemeClr val="tx1"/>
                          </a:solidFill>
                          <a:latin typeface="Alvi Nastaleeq" panose="02000503000000020004" pitchFamily="2" charset="-78"/>
                          <a:cs typeface="Alvi Nastaleeq" panose="02000503000000020004" pitchFamily="2" charset="-78"/>
                        </a:rPr>
                        <a:t>جنس </a:t>
                      </a:r>
                      <a:endParaRPr lang="en-US" sz="34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extLst>
                  <a:ext uri="{0D108BD9-81ED-4DB2-BD59-A6C34878D82A}">
                    <a16:rowId xmlns:a16="http://schemas.microsoft.com/office/drawing/2014/main" val="2305940678"/>
                  </a:ext>
                </a:extLst>
              </a:tr>
              <a:tr h="875738">
                <a:tc rowSpan="2">
                  <a:txBody>
                    <a:bodyPr/>
                    <a:lstStyle/>
                    <a:p>
                      <a:pPr algn="ctr" rtl="1"/>
                      <a:r>
                        <a:rPr lang="ur-PK" sz="3100" dirty="0">
                          <a:solidFill>
                            <a:schemeClr val="tx1"/>
                          </a:solidFill>
                          <a:latin typeface="Alvi Nastaleeq" panose="02000503000000020004" pitchFamily="2" charset="-78"/>
                          <a:cs typeface="Alvi Nastaleeq" panose="02000503000000020004" pitchFamily="2" charset="-78"/>
                        </a:rPr>
                        <a:t>غائب </a:t>
                      </a:r>
                      <a:endParaRPr lang="en-US" sz="31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035976" rtl="1" eaLnBrk="1" fontAlgn="auto" latinLnBrk="0" hangingPunct="1">
                        <a:lnSpc>
                          <a:spcPct val="100000"/>
                        </a:lnSpc>
                        <a:spcBef>
                          <a:spcPts val="0"/>
                        </a:spcBef>
                        <a:spcAft>
                          <a:spcPts val="0"/>
                        </a:spcAft>
                        <a:buClrTx/>
                        <a:buSzTx/>
                        <a:buFontTx/>
                        <a:buNone/>
                        <a:tabLst/>
                        <a:defRPr/>
                      </a:pPr>
                      <a:r>
                        <a:rPr kumimoji="0" lang="ur-PK" sz="5400" b="0" i="0" u="none" strike="noStrike" kern="1200" cap="none" spc="0" normalizeH="0" baseline="0" noProof="0" dirty="0">
                          <a:ln w="0"/>
                          <a:solidFill>
                            <a:srgbClr val="FF0000"/>
                          </a:solidFill>
                          <a:effectLst>
                            <a:outerShdw blurRad="38100" dist="19050" dir="2700000" algn="tl" rotWithShape="0">
                              <a:prstClr val="black">
                                <a:alpha val="40000"/>
                              </a:prstClr>
                            </a:outerShdw>
                          </a:effectLst>
                          <a:uLnTx/>
                          <a:uFillTx/>
                          <a:latin typeface="Al Qalam Quran Majeed" panose="02010000000000000000" pitchFamily="2" charset="-78"/>
                          <a:ea typeface="+mn-ea"/>
                          <a:cs typeface="Al Qalam Quran Majeed" panose="02010000000000000000" pitchFamily="2" charset="-78"/>
                        </a:rPr>
                        <a:t>ھُمْ</a:t>
                      </a:r>
                      <a:endParaRPr lang="en-US" sz="4800" dirty="0">
                        <a:solidFill>
                          <a:schemeClr val="tx1"/>
                        </a:solidFill>
                        <a:latin typeface="Al Qalam Quran Majeed" panose="02010000000000000000" pitchFamily="2" charset="-78"/>
                        <a:cs typeface="Al Qalam Quran Majeed" panose="02010000000000000000"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1035976" rtl="1" eaLnBrk="1" fontAlgn="auto" latinLnBrk="0" hangingPunct="1">
                        <a:lnSpc>
                          <a:spcPct val="100000"/>
                        </a:lnSpc>
                        <a:spcBef>
                          <a:spcPts val="0"/>
                        </a:spcBef>
                        <a:spcAft>
                          <a:spcPts val="0"/>
                        </a:spcAft>
                        <a:buClrTx/>
                        <a:buSzTx/>
                        <a:buFontTx/>
                        <a:buNone/>
                        <a:tabLst/>
                        <a:defRPr/>
                      </a:pPr>
                      <a:r>
                        <a:rPr kumimoji="0" lang="ur-PK" sz="5400" b="0" i="0" u="none" strike="noStrike" kern="1200" cap="none" spc="0" normalizeH="0" baseline="0" noProof="0" dirty="0">
                          <a:ln w="0"/>
                          <a:solidFill>
                            <a:srgbClr val="FF0000"/>
                          </a:solidFill>
                          <a:effectLst>
                            <a:outerShdw blurRad="38100" dist="19050" dir="2700000" algn="tl" rotWithShape="0">
                              <a:prstClr val="black">
                                <a:alpha val="40000"/>
                              </a:prstClr>
                            </a:outerShdw>
                          </a:effectLst>
                          <a:uLnTx/>
                          <a:uFillTx/>
                          <a:latin typeface="Al Qalam Quran Majeed" panose="02010000000000000000" pitchFamily="2" charset="-78"/>
                          <a:ea typeface="+mn-ea"/>
                          <a:cs typeface="Al Qalam Quran Majeed" panose="02010000000000000000" pitchFamily="2" charset="-78"/>
                        </a:rPr>
                        <a:t>ھُمَا</a:t>
                      </a:r>
                      <a:endParaRPr kumimoji="0" lang="en-US" sz="5400" b="0" i="0" u="none" strike="noStrike" kern="1200" cap="none" spc="0" normalizeH="0" baseline="0" noProof="0" dirty="0">
                        <a:ln w="0"/>
                        <a:solidFill>
                          <a:srgbClr val="00B050"/>
                        </a:solidFill>
                        <a:effectLst>
                          <a:outerShdw blurRad="38100" dist="19050" dir="2700000" algn="tl" rotWithShape="0">
                            <a:prstClr val="black">
                              <a:alpha val="40000"/>
                            </a:prstClr>
                          </a:outerShdw>
                        </a:effectLst>
                        <a:uLnTx/>
                        <a:uFillTx/>
                        <a:latin typeface="Al_Mushaf" panose="02000000000000000000" pitchFamily="2" charset="-78"/>
                        <a:ea typeface="+mn-ea"/>
                        <a:cs typeface="Al_Mushaf" panose="02000000000000000000"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a:txBody>
                    <a:bodyPr/>
                    <a:lstStyle/>
                    <a:p>
                      <a:pPr algn="ctr" rtl="1"/>
                      <a:r>
                        <a:rPr kumimoji="0" lang="en-US" sz="5400" b="0"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Al Qalam Quran Majeed" panose="02010000000000000000" pitchFamily="2" charset="-78"/>
                          <a:ea typeface="+mn-ea"/>
                          <a:cs typeface="Al Qalam Quran Majeed" panose="02010000000000000000" pitchFamily="2" charset="-78"/>
                        </a:rPr>
                        <a:t>ہٗ</a:t>
                      </a:r>
                      <a:endParaRPr lang="en-US" sz="4800" dirty="0">
                        <a:solidFill>
                          <a:schemeClr val="tx1"/>
                        </a:solidFill>
                        <a:latin typeface="Al Qalam Quran Majeed" panose="02010000000000000000" pitchFamily="2" charset="-78"/>
                        <a:cs typeface="Al Qalam Quran Majeed" panose="02010000000000000000"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r>
                        <a:rPr lang="ur-PK" sz="3600" dirty="0">
                          <a:solidFill>
                            <a:schemeClr val="tx1"/>
                          </a:solidFill>
                          <a:latin typeface="Alvi Nastaleeq" panose="02000503000000020004" pitchFamily="2" charset="-78"/>
                          <a:cs typeface="Alvi Nastaleeq" panose="02000503000000020004" pitchFamily="2" charset="-78"/>
                        </a:rPr>
                        <a:t>مذکر </a:t>
                      </a:r>
                      <a:endParaRPr lang="en-US" sz="36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7425343"/>
                  </a:ext>
                </a:extLst>
              </a:tr>
              <a:tr h="875738">
                <a:tc vMerge="1">
                  <a:txBody>
                    <a:bodyPr/>
                    <a:lstStyle/>
                    <a:p>
                      <a:pPr algn="ctr" rtl="1"/>
                      <a:endParaRPr lang="en-US" sz="3600" dirty="0">
                        <a:solidFill>
                          <a:schemeClr val="tx1"/>
                        </a:solidFill>
                        <a:latin typeface="Alvi Nastaleeq" panose="02000503000000020004" pitchFamily="2" charset="-78"/>
                        <a:cs typeface="Alvi Nastaleeq" panose="02000503000000020004" pitchFamily="2" charset="-7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035976" rtl="1" eaLnBrk="1" fontAlgn="auto" latinLnBrk="0" hangingPunct="1">
                        <a:lnSpc>
                          <a:spcPct val="100000"/>
                        </a:lnSpc>
                        <a:spcBef>
                          <a:spcPts val="0"/>
                        </a:spcBef>
                        <a:spcAft>
                          <a:spcPts val="0"/>
                        </a:spcAft>
                        <a:buClrTx/>
                        <a:buSzTx/>
                        <a:buFontTx/>
                        <a:buNone/>
                        <a:tabLst/>
                        <a:defRPr/>
                      </a:pPr>
                      <a:r>
                        <a:rPr kumimoji="0" lang="ur-PK" sz="5400" b="0" i="0" u="none" strike="noStrike" kern="1200" cap="none" spc="0" normalizeH="0" baseline="0" noProof="0" dirty="0">
                          <a:ln w="0"/>
                          <a:solidFill>
                            <a:srgbClr val="FF0000"/>
                          </a:solidFill>
                          <a:effectLst>
                            <a:outerShdw blurRad="38100" dist="19050" dir="2700000" algn="tl" rotWithShape="0">
                              <a:prstClr val="black">
                                <a:alpha val="40000"/>
                              </a:prstClr>
                            </a:outerShdw>
                          </a:effectLst>
                          <a:uLnTx/>
                          <a:uFillTx/>
                          <a:latin typeface="Al Qalam Quran Majeed" panose="02010000000000000000" pitchFamily="2" charset="-78"/>
                          <a:ea typeface="+mn-ea"/>
                          <a:cs typeface="Al Qalam Quran Majeed" panose="02010000000000000000" pitchFamily="2" charset="-78"/>
                        </a:rPr>
                        <a:t>ھُنَّ</a:t>
                      </a:r>
                      <a:endParaRPr lang="en-US" sz="4800" dirty="0">
                        <a:solidFill>
                          <a:schemeClr val="tx1"/>
                        </a:solidFill>
                        <a:latin typeface="Al Qalam Quran Majeed" panose="02010000000000000000" pitchFamily="2" charset="-78"/>
                        <a:cs typeface="Al Qalam Quran Majeed" panose="02010000000000000000"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1035976" rtl="1" eaLnBrk="1" fontAlgn="auto" latinLnBrk="0" hangingPunct="1">
                        <a:lnSpc>
                          <a:spcPct val="100000"/>
                        </a:lnSpc>
                        <a:spcBef>
                          <a:spcPts val="0"/>
                        </a:spcBef>
                        <a:spcAft>
                          <a:spcPts val="0"/>
                        </a:spcAft>
                        <a:buClrTx/>
                        <a:buSzTx/>
                        <a:buFontTx/>
                        <a:buNone/>
                        <a:tabLst/>
                        <a:defRPr/>
                      </a:pPr>
                      <a:r>
                        <a:rPr kumimoji="0" lang="ur-PK" sz="5400" b="0" i="0" u="none" strike="noStrike" kern="1200" cap="none" spc="0" normalizeH="0" baseline="0" noProof="0" dirty="0">
                          <a:ln w="0"/>
                          <a:solidFill>
                            <a:srgbClr val="FF0000"/>
                          </a:solidFill>
                          <a:effectLst>
                            <a:outerShdw blurRad="38100" dist="19050" dir="2700000" algn="tl" rotWithShape="0">
                              <a:prstClr val="black">
                                <a:alpha val="40000"/>
                              </a:prstClr>
                            </a:outerShdw>
                          </a:effectLst>
                          <a:uLnTx/>
                          <a:uFillTx/>
                          <a:latin typeface="Al Qalam Quran Majeed" panose="02010000000000000000" pitchFamily="2" charset="-78"/>
                          <a:ea typeface="+mn-ea"/>
                          <a:cs typeface="Al Qalam Quran Majeed" panose="02010000000000000000" pitchFamily="2" charset="-78"/>
                        </a:rPr>
                        <a:t>ھُمَا</a:t>
                      </a:r>
                      <a:endParaRPr lang="en-US" sz="4800" dirty="0">
                        <a:solidFill>
                          <a:schemeClr val="tx1"/>
                        </a:solidFill>
                        <a:latin typeface="Al Qalam Quran Majeed" panose="02010000000000000000" pitchFamily="2" charset="-78"/>
                        <a:cs typeface="Al Qalam Quran Majeed" panose="02010000000000000000"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a:txBody>
                    <a:bodyPr/>
                    <a:lstStyle/>
                    <a:p>
                      <a:pPr algn="ctr" rtl="1"/>
                      <a:r>
                        <a:rPr kumimoji="0" lang="ur-PK" sz="5400" b="0" i="0" u="none" strike="noStrike" kern="1200" cap="none" spc="0" normalizeH="0" baseline="0" noProof="0" dirty="0">
                          <a:ln w="0"/>
                          <a:solidFill>
                            <a:srgbClr val="FF0000"/>
                          </a:solidFill>
                          <a:effectLst>
                            <a:outerShdw blurRad="38100" dist="38100" dir="2700000" algn="tl">
                              <a:srgbClr val="000000">
                                <a:alpha val="43137"/>
                              </a:srgbClr>
                            </a:outerShdw>
                          </a:effectLst>
                          <a:uLnTx/>
                          <a:uFillTx/>
                          <a:latin typeface="Al Qalam Quran Majeed" panose="02010000000000000000" pitchFamily="2" charset="-78"/>
                          <a:ea typeface="+mn-ea"/>
                          <a:cs typeface="Al Qalam Quran Majeed" panose="02010000000000000000" pitchFamily="2" charset="-78"/>
                        </a:rPr>
                        <a:t>ھَا</a:t>
                      </a:r>
                      <a:endParaRPr lang="en-US" sz="4800" dirty="0">
                        <a:solidFill>
                          <a:schemeClr val="tx1"/>
                        </a:solidFill>
                        <a:latin typeface="Al Qalam Quran Majeed" panose="02010000000000000000" pitchFamily="2" charset="-78"/>
                        <a:cs typeface="Al Qalam Quran Majeed" panose="02010000000000000000"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r>
                        <a:rPr lang="ur-PK" sz="3600" dirty="0">
                          <a:solidFill>
                            <a:schemeClr val="tx1"/>
                          </a:solidFill>
                          <a:latin typeface="Alvi Nastaleeq" panose="02000503000000020004" pitchFamily="2" charset="-78"/>
                          <a:cs typeface="Alvi Nastaleeq" panose="02000503000000020004" pitchFamily="2" charset="-78"/>
                        </a:rPr>
                        <a:t>مونث</a:t>
                      </a:r>
                      <a:endParaRPr lang="en-US" sz="36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758466"/>
                  </a:ext>
                </a:extLst>
              </a:tr>
              <a:tr h="875738">
                <a:tc rowSpan="2">
                  <a:txBody>
                    <a:bodyPr/>
                    <a:lstStyle/>
                    <a:p>
                      <a:pPr algn="ctr" rtl="1"/>
                      <a:r>
                        <a:rPr lang="ur-PK" sz="3100" dirty="0">
                          <a:solidFill>
                            <a:schemeClr val="tx1"/>
                          </a:solidFill>
                          <a:latin typeface="Alvi Nastaleeq" panose="02000503000000020004" pitchFamily="2" charset="-78"/>
                          <a:cs typeface="Alvi Nastaleeq" panose="02000503000000020004" pitchFamily="2" charset="-78"/>
                        </a:rPr>
                        <a:t>حاضر </a:t>
                      </a:r>
                      <a:endParaRPr lang="en-US" sz="3100" dirty="0">
                        <a:solidFill>
                          <a:schemeClr val="tx1"/>
                        </a:solidFill>
                        <a:latin typeface="Alvi Nastaleeq" panose="02000503000000020004" pitchFamily="2" charset="-78"/>
                        <a:cs typeface="Alvi Nastaleeq" panose="02000503000000020004" pitchFamily="2" charset="-78"/>
                      </a:endParaRPr>
                    </a:p>
                    <a:p>
                      <a:pPr algn="ctr" rtl="1"/>
                      <a:r>
                        <a:rPr lang="ur-PK" sz="3100" dirty="0">
                          <a:solidFill>
                            <a:schemeClr val="tx1"/>
                          </a:solidFill>
                          <a:latin typeface="Alvi Nastaleeq" panose="02000503000000020004" pitchFamily="2" charset="-78"/>
                          <a:cs typeface="Alvi Nastaleeq" panose="02000503000000020004" pitchFamily="2" charset="-78"/>
                        </a:rPr>
                        <a:t> </a:t>
                      </a:r>
                      <a:endParaRPr lang="en-US" sz="31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035976" rtl="1" eaLnBrk="1" fontAlgn="auto" latinLnBrk="0" hangingPunct="1">
                        <a:lnSpc>
                          <a:spcPct val="100000"/>
                        </a:lnSpc>
                        <a:spcBef>
                          <a:spcPts val="0"/>
                        </a:spcBef>
                        <a:spcAft>
                          <a:spcPts val="0"/>
                        </a:spcAft>
                        <a:buClrTx/>
                        <a:buSzTx/>
                        <a:buFontTx/>
                        <a:buNone/>
                        <a:tabLst/>
                        <a:defRPr/>
                      </a:pPr>
                      <a:r>
                        <a:rPr kumimoji="0" lang="ur-PK" sz="5400" b="0" i="0" u="none" strike="noStrike" kern="1200" cap="none" spc="0" normalizeH="0" baseline="0" noProof="0" dirty="0">
                          <a:ln w="0"/>
                          <a:solidFill>
                            <a:srgbClr val="FF0000"/>
                          </a:solidFill>
                          <a:effectLst>
                            <a:outerShdw blurRad="38100" dist="38100" dir="2700000" algn="tl">
                              <a:srgbClr val="000000">
                                <a:alpha val="43137"/>
                              </a:srgbClr>
                            </a:outerShdw>
                          </a:effectLst>
                          <a:uLnTx/>
                          <a:uFillTx/>
                          <a:latin typeface="Al Qalam Quran Majeed" panose="02010000000000000000" pitchFamily="2" charset="-78"/>
                          <a:ea typeface="+mn-ea"/>
                          <a:cs typeface="Al Qalam Quran Majeed" panose="02010000000000000000" pitchFamily="2" charset="-78"/>
                        </a:rPr>
                        <a:t>کُمْ</a:t>
                      </a:r>
                      <a:endParaRPr lang="en-US" sz="4800" dirty="0">
                        <a:solidFill>
                          <a:schemeClr val="tx1"/>
                        </a:solidFill>
                        <a:latin typeface="Al Qalam Quran Majeed" panose="02010000000000000000" pitchFamily="2" charset="-78"/>
                        <a:cs typeface="Al Qalam Quran Majeed" panose="02010000000000000000"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1035976" rtl="1" eaLnBrk="1" fontAlgn="auto" latinLnBrk="0" hangingPunct="1">
                        <a:lnSpc>
                          <a:spcPct val="100000"/>
                        </a:lnSpc>
                        <a:spcBef>
                          <a:spcPts val="0"/>
                        </a:spcBef>
                        <a:spcAft>
                          <a:spcPts val="0"/>
                        </a:spcAft>
                        <a:buClrTx/>
                        <a:buSzTx/>
                        <a:buFontTx/>
                        <a:buNone/>
                        <a:tabLst/>
                        <a:defRPr/>
                      </a:pPr>
                      <a:r>
                        <a:rPr kumimoji="0" lang="ur-PK" sz="5400" b="0" i="0" u="none" strike="noStrike" kern="1200" cap="none" spc="0" normalizeH="0" baseline="0" noProof="0" dirty="0">
                          <a:ln w="0"/>
                          <a:solidFill>
                            <a:srgbClr val="FF0000"/>
                          </a:solidFill>
                          <a:effectLst>
                            <a:outerShdw blurRad="38100" dist="38100" dir="2700000" algn="tl">
                              <a:srgbClr val="000000">
                                <a:alpha val="43137"/>
                              </a:srgbClr>
                            </a:outerShdw>
                          </a:effectLst>
                          <a:uLnTx/>
                          <a:uFillTx/>
                          <a:latin typeface="Al Qalam Quran Majeed" panose="02010000000000000000" pitchFamily="2" charset="-78"/>
                          <a:ea typeface="+mn-ea"/>
                          <a:cs typeface="Al Qalam Quran Majeed" panose="02010000000000000000" pitchFamily="2" charset="-78"/>
                        </a:rPr>
                        <a:t>کُمَا</a:t>
                      </a:r>
                      <a:endParaRPr lang="en-US" sz="4800" dirty="0">
                        <a:solidFill>
                          <a:schemeClr val="tx1"/>
                        </a:solidFill>
                        <a:latin typeface="Al Qalam Quran Majeed" panose="02010000000000000000" pitchFamily="2" charset="-78"/>
                        <a:cs typeface="Al Qalam Quran Majeed" panose="02010000000000000000"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a:txBody>
                    <a:bodyPr/>
                    <a:lstStyle/>
                    <a:p>
                      <a:pPr algn="ctr" rtl="1"/>
                      <a:r>
                        <a:rPr kumimoji="0" lang="ur-PK" sz="5400" b="0" i="0" u="none" strike="noStrike" kern="1200" cap="none" spc="0" normalizeH="0" baseline="0" noProof="0" dirty="0">
                          <a:ln w="0"/>
                          <a:solidFill>
                            <a:srgbClr val="FF0000"/>
                          </a:solidFill>
                          <a:effectLst>
                            <a:outerShdw blurRad="38100" dist="38100" dir="2700000" algn="tl">
                              <a:srgbClr val="000000">
                                <a:alpha val="43137"/>
                              </a:srgbClr>
                            </a:outerShdw>
                          </a:effectLst>
                          <a:uLnTx/>
                          <a:uFillTx/>
                          <a:latin typeface="Al Qalam Quran Majeed" panose="02010000000000000000" pitchFamily="2" charset="-78"/>
                          <a:ea typeface="+mn-ea"/>
                          <a:cs typeface="Al Qalam Quran Majeed" panose="02010000000000000000" pitchFamily="2" charset="-78"/>
                        </a:rPr>
                        <a:t>کَ</a:t>
                      </a:r>
                      <a:endParaRPr lang="en-US" sz="4800" dirty="0">
                        <a:solidFill>
                          <a:schemeClr val="tx1"/>
                        </a:solidFill>
                        <a:latin typeface="Al Qalam Quran Majeed" panose="02010000000000000000" pitchFamily="2" charset="-78"/>
                        <a:cs typeface="Al Qalam Quran Majeed" panose="02010000000000000000"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r>
                        <a:rPr lang="ur-PK" sz="3600" dirty="0">
                          <a:solidFill>
                            <a:schemeClr val="tx1"/>
                          </a:solidFill>
                          <a:latin typeface="Alvi Nastaleeq" panose="02000503000000020004" pitchFamily="2" charset="-78"/>
                          <a:cs typeface="Alvi Nastaleeq" panose="02000503000000020004" pitchFamily="2" charset="-78"/>
                        </a:rPr>
                        <a:t>مذکر </a:t>
                      </a:r>
                      <a:endParaRPr lang="en-US" sz="36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6180263"/>
                  </a:ext>
                </a:extLst>
              </a:tr>
              <a:tr h="875738">
                <a:tc vMerge="1">
                  <a:txBody>
                    <a:bodyPr/>
                    <a:lstStyle/>
                    <a:p>
                      <a:pPr algn="ctr" rtl="1"/>
                      <a:endParaRPr lang="en-US" sz="3600" dirty="0">
                        <a:solidFill>
                          <a:schemeClr val="tx1"/>
                        </a:solidFill>
                        <a:latin typeface="Alvi Nastaleeq" panose="02000503000000020004" pitchFamily="2" charset="-78"/>
                        <a:cs typeface="Alvi Nastaleeq" panose="02000503000000020004" pitchFamily="2" charset="-7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035976" rtl="1" eaLnBrk="1" fontAlgn="auto" latinLnBrk="0" hangingPunct="1">
                        <a:lnSpc>
                          <a:spcPct val="100000"/>
                        </a:lnSpc>
                        <a:spcBef>
                          <a:spcPts val="0"/>
                        </a:spcBef>
                        <a:spcAft>
                          <a:spcPts val="0"/>
                        </a:spcAft>
                        <a:buClrTx/>
                        <a:buSzTx/>
                        <a:buFontTx/>
                        <a:buNone/>
                        <a:tabLst/>
                        <a:defRPr/>
                      </a:pPr>
                      <a:r>
                        <a:rPr kumimoji="0" lang="ur-PK" sz="5400" b="0" i="0" u="none" strike="noStrike" kern="1200" cap="none" spc="0" normalizeH="0" baseline="0" noProof="0" dirty="0">
                          <a:ln w="0"/>
                          <a:solidFill>
                            <a:srgbClr val="FF0000"/>
                          </a:solidFill>
                          <a:effectLst>
                            <a:outerShdw blurRad="38100" dist="38100" dir="2700000" algn="tl">
                              <a:srgbClr val="000000">
                                <a:alpha val="43137"/>
                              </a:srgbClr>
                            </a:outerShdw>
                          </a:effectLst>
                          <a:uLnTx/>
                          <a:uFillTx/>
                          <a:latin typeface="Al Qalam Quran Majeed" panose="02010000000000000000" pitchFamily="2" charset="-78"/>
                          <a:ea typeface="+mn-ea"/>
                          <a:cs typeface="Al Qalam Quran Majeed" panose="02010000000000000000" pitchFamily="2" charset="-78"/>
                        </a:rPr>
                        <a:t>کُنَّ</a:t>
                      </a:r>
                      <a:endParaRPr lang="en-US" sz="4800" dirty="0">
                        <a:solidFill>
                          <a:schemeClr val="tx1"/>
                        </a:solidFill>
                        <a:latin typeface="Al Qalam Quran Majeed" panose="02010000000000000000" pitchFamily="2" charset="-78"/>
                        <a:cs typeface="Al Qalam Quran Majeed" panose="02010000000000000000"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1035976" rtl="1" eaLnBrk="1" fontAlgn="auto" latinLnBrk="0" hangingPunct="1">
                        <a:lnSpc>
                          <a:spcPct val="100000"/>
                        </a:lnSpc>
                        <a:spcBef>
                          <a:spcPts val="0"/>
                        </a:spcBef>
                        <a:spcAft>
                          <a:spcPts val="0"/>
                        </a:spcAft>
                        <a:buClrTx/>
                        <a:buSzTx/>
                        <a:buFontTx/>
                        <a:buNone/>
                        <a:tabLst/>
                        <a:defRPr/>
                      </a:pPr>
                      <a:r>
                        <a:rPr kumimoji="0" lang="ur-PK" sz="5400" b="0" i="0" u="none" strike="noStrike" kern="1200" cap="none" spc="0" normalizeH="0" baseline="0" noProof="0" dirty="0">
                          <a:ln w="0"/>
                          <a:solidFill>
                            <a:srgbClr val="FF0000"/>
                          </a:solidFill>
                          <a:effectLst>
                            <a:outerShdw blurRad="38100" dist="38100" dir="2700000" algn="tl">
                              <a:srgbClr val="000000">
                                <a:alpha val="43137"/>
                              </a:srgbClr>
                            </a:outerShdw>
                          </a:effectLst>
                          <a:uLnTx/>
                          <a:uFillTx/>
                          <a:latin typeface="Al Qalam Quran Majeed" panose="02010000000000000000" pitchFamily="2" charset="-78"/>
                          <a:ea typeface="+mn-ea"/>
                          <a:cs typeface="Al Qalam Quran Majeed" panose="02010000000000000000" pitchFamily="2" charset="-78"/>
                        </a:rPr>
                        <a:t>کُمَا</a:t>
                      </a:r>
                      <a:endParaRPr lang="en-US" sz="4800" dirty="0">
                        <a:solidFill>
                          <a:schemeClr val="tx1"/>
                        </a:solidFill>
                        <a:latin typeface="Al Qalam Quran Majeed" panose="02010000000000000000" pitchFamily="2" charset="-78"/>
                        <a:cs typeface="Al Qalam Quran Majeed" panose="02010000000000000000"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a:txBody>
                    <a:bodyPr/>
                    <a:lstStyle/>
                    <a:p>
                      <a:pPr algn="ctr" rtl="1"/>
                      <a:r>
                        <a:rPr kumimoji="0" lang="ur-PK" sz="5400" b="0" i="0" u="none" strike="noStrike" kern="1200" cap="none" spc="0" normalizeH="0" baseline="0" noProof="0" dirty="0">
                          <a:ln w="0"/>
                          <a:solidFill>
                            <a:srgbClr val="FF0000"/>
                          </a:solidFill>
                          <a:effectLst>
                            <a:outerShdw blurRad="38100" dist="38100" dir="2700000" algn="tl">
                              <a:srgbClr val="000000">
                                <a:alpha val="43137"/>
                              </a:srgbClr>
                            </a:outerShdw>
                          </a:effectLst>
                          <a:uLnTx/>
                          <a:uFillTx/>
                          <a:latin typeface="Al Qalam Quran Majeed" panose="02010000000000000000" pitchFamily="2" charset="-78"/>
                          <a:ea typeface="+mn-ea"/>
                          <a:cs typeface="Al Qalam Quran Majeed" panose="02010000000000000000" pitchFamily="2" charset="-78"/>
                        </a:rPr>
                        <a:t>کِ</a:t>
                      </a:r>
                      <a:endParaRPr lang="en-US" sz="4800" dirty="0">
                        <a:solidFill>
                          <a:schemeClr val="tx1"/>
                        </a:solidFill>
                        <a:latin typeface="Al Qalam Quran Majeed" panose="02010000000000000000" pitchFamily="2" charset="-78"/>
                        <a:cs typeface="Al Qalam Quran Majeed" panose="02010000000000000000"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r>
                        <a:rPr lang="ur-PK" sz="3600" dirty="0">
                          <a:solidFill>
                            <a:schemeClr val="tx1"/>
                          </a:solidFill>
                          <a:latin typeface="Alvi Nastaleeq" panose="02000503000000020004" pitchFamily="2" charset="-78"/>
                          <a:cs typeface="Alvi Nastaleeq" panose="02000503000000020004" pitchFamily="2" charset="-78"/>
                        </a:rPr>
                        <a:t>مونث </a:t>
                      </a:r>
                      <a:endParaRPr lang="en-US" sz="36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07997773"/>
                  </a:ext>
                </a:extLst>
              </a:tr>
              <a:tr h="875738">
                <a:tc>
                  <a:txBody>
                    <a:bodyPr/>
                    <a:lstStyle/>
                    <a:p>
                      <a:pPr algn="ctr" rtl="1"/>
                      <a:r>
                        <a:rPr lang="ur-PK" sz="3100" dirty="0">
                          <a:solidFill>
                            <a:schemeClr val="tx1"/>
                          </a:solidFill>
                          <a:latin typeface="Alvi Nastaleeq" panose="02000503000000020004" pitchFamily="2" charset="-78"/>
                          <a:cs typeface="Alvi Nastaleeq" panose="02000503000000020004" pitchFamily="2" charset="-78"/>
                        </a:rPr>
                        <a:t>متکلم</a:t>
                      </a:r>
                      <a:endParaRPr lang="en-US" sz="31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rtl="1"/>
                      <a:r>
                        <a:rPr kumimoji="0" lang="ur-PK" sz="5400" b="0" i="0" u="none" strike="noStrike" kern="1200" cap="none" spc="0" normalizeH="0" baseline="0" noProof="0" dirty="0">
                          <a:ln w="0"/>
                          <a:solidFill>
                            <a:srgbClr val="FF0000"/>
                          </a:solidFill>
                          <a:effectLst>
                            <a:outerShdw blurRad="38100" dist="19050" dir="2700000" algn="tl" rotWithShape="0">
                              <a:prstClr val="black">
                                <a:alpha val="40000"/>
                              </a:prstClr>
                            </a:outerShdw>
                          </a:effectLst>
                          <a:uLnTx/>
                          <a:uFillTx/>
                          <a:latin typeface="Al Qalam Quran Majeed" panose="02010000000000000000" pitchFamily="2" charset="-78"/>
                          <a:ea typeface="+mn-ea"/>
                          <a:cs typeface="Al Qalam Quran Majeed" panose="02010000000000000000" pitchFamily="2" charset="-78"/>
                        </a:rPr>
                        <a:t>نَا</a:t>
                      </a:r>
                      <a:endParaRPr lang="en-US" sz="4800" dirty="0">
                        <a:solidFill>
                          <a:schemeClr val="tx1"/>
                        </a:solidFill>
                        <a:latin typeface="Al Qalam Quran Majeed" panose="02010000000000000000" pitchFamily="2" charset="-78"/>
                        <a:cs typeface="Al Qalam Quran Majeed" panose="02010000000000000000"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1"/>
                      <a:endParaRPr lang="en-US" sz="3600">
                        <a:solidFill>
                          <a:schemeClr val="tx1"/>
                        </a:solidFill>
                        <a:latin typeface="Alvi Nastaleeq" panose="02000503000000020004" pitchFamily="2" charset="-78"/>
                        <a:cs typeface="Alvi Nastaleeq" panose="02000503000000020004" pitchFamily="2" charset="-7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rtl="1"/>
                      <a:r>
                        <a:rPr kumimoji="0" lang="ur-PK" sz="5400" b="0" i="0" u="none" strike="noStrike" kern="1200" cap="none" spc="0" normalizeH="0" baseline="0" noProof="0" dirty="0">
                          <a:ln w="0"/>
                          <a:solidFill>
                            <a:srgbClr val="FF0000"/>
                          </a:solidFill>
                          <a:effectLst>
                            <a:outerShdw blurRad="38100" dist="19050" dir="2700000" algn="tl" rotWithShape="0">
                              <a:prstClr val="black">
                                <a:alpha val="40000"/>
                              </a:prstClr>
                            </a:outerShdw>
                          </a:effectLst>
                          <a:uLnTx/>
                          <a:uFillTx/>
                          <a:latin typeface="Al Qalam Quran Majeed" panose="02010000000000000000" pitchFamily="2" charset="-78"/>
                          <a:ea typeface="+mn-ea"/>
                          <a:cs typeface="Al Qalam Quran Majeed" panose="02010000000000000000" pitchFamily="2" charset="-78"/>
                        </a:rPr>
                        <a:t>یَ</a:t>
                      </a:r>
                      <a:endParaRPr lang="en-US" sz="4800" dirty="0">
                        <a:solidFill>
                          <a:schemeClr val="tx1"/>
                        </a:solidFill>
                        <a:latin typeface="Al Qalam Quran Majeed" panose="02010000000000000000" pitchFamily="2" charset="-78"/>
                        <a:cs typeface="Al Qalam Quran Majeed" panose="02010000000000000000"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1"/>
                      <a:endParaRPr lang="en-US" sz="3600" dirty="0">
                        <a:solidFill>
                          <a:schemeClr val="tx1"/>
                        </a:solidFill>
                        <a:latin typeface="Alvi Nastaleeq" panose="02000503000000020004" pitchFamily="2" charset="-78"/>
                        <a:cs typeface="Alvi Nastaleeq" panose="02000503000000020004" pitchFamily="2" charset="-7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r>
                        <a:rPr lang="ur-PK" sz="3600" dirty="0">
                          <a:solidFill>
                            <a:schemeClr val="tx1"/>
                          </a:solidFill>
                          <a:latin typeface="Alvi Nastaleeq" panose="02000503000000020004" pitchFamily="2" charset="-78"/>
                          <a:cs typeface="Alvi Nastaleeq" panose="02000503000000020004" pitchFamily="2" charset="-78"/>
                        </a:rPr>
                        <a:t>مذکر مونث</a:t>
                      </a:r>
                      <a:endParaRPr lang="en-US" sz="3600" dirty="0">
                        <a:solidFill>
                          <a:schemeClr val="tx1"/>
                        </a:solidFill>
                        <a:latin typeface="Alvi Nastaleeq" panose="02000503000000020004" pitchFamily="2" charset="-78"/>
                        <a:cs typeface="Alvi Nastaleeq" panose="02000503000000020004" pitchFamily="2" charset="-78"/>
                      </a:endParaRPr>
                    </a:p>
                  </a:txBody>
                  <a:tcPr marL="78831" marR="78831" marT="39415" marB="3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4878792"/>
                  </a:ext>
                </a:extLst>
              </a:tr>
            </a:tbl>
          </a:graphicData>
        </a:graphic>
      </p:graphicFrame>
      <p:sp>
        <p:nvSpPr>
          <p:cNvPr id="44" name="Rectangle 43">
            <a:extLst>
              <a:ext uri="{FF2B5EF4-FFF2-40B4-BE49-F238E27FC236}">
                <a16:creationId xmlns:a16="http://schemas.microsoft.com/office/drawing/2014/main" id="{0EE62DDB-6E8B-49F1-A70C-3B3201443D36}"/>
              </a:ext>
            </a:extLst>
          </p:cNvPr>
          <p:cNvSpPr/>
          <p:nvPr/>
        </p:nvSpPr>
        <p:spPr bwMode="auto">
          <a:xfrm>
            <a:off x="4182007" y="276298"/>
            <a:ext cx="3827987" cy="808677"/>
          </a:xfrm>
          <a:prstGeom prst="rect">
            <a:avLst/>
          </a:prstGeom>
          <a:noFill/>
          <a:ln>
            <a:noFill/>
          </a:ln>
        </p:spPr>
        <p:style>
          <a:lnRef idx="0">
            <a:scrgbClr r="0" g="0" b="0"/>
          </a:lnRef>
          <a:fillRef idx="0">
            <a:scrgbClr r="0" g="0" b="0"/>
          </a:fillRef>
          <a:effectRef idx="0">
            <a:scrgbClr r="0" g="0" b="0"/>
          </a:effectRef>
          <a:fontRef idx="minor">
            <a:schemeClr val="dk1"/>
          </a:fontRef>
        </p:style>
        <p:txBody>
          <a:bodyPr vert="horz" wrap="square" lIns="91436" tIns="45717" rIns="91436" bIns="45717" numCol="1" rtlCol="0" anchor="ctr" anchorCtr="0" compatLnSpc="1">
            <a:prstTxWarp prst="textNoShape">
              <a:avLst/>
            </a:prstTxWarp>
            <a:spAutoFit/>
          </a:bodyPr>
          <a:lstStyle/>
          <a:p>
            <a:pPr marL="0" marR="0" lvl="0" indent="0" algn="ctr" defTabSz="914331" rtl="1" eaLnBrk="1" fontAlgn="base" latinLnBrk="0" hangingPunct="1">
              <a:lnSpc>
                <a:spcPct val="100000"/>
              </a:lnSpc>
              <a:spcBef>
                <a:spcPct val="0"/>
              </a:spcBef>
              <a:spcAft>
                <a:spcPct val="0"/>
              </a:spcAft>
              <a:buClrTx/>
              <a:buSzTx/>
              <a:buFontTx/>
              <a:buNone/>
              <a:tabLst/>
              <a:defRPr/>
            </a:pPr>
            <a:r>
              <a:rPr kumimoji="0" lang="ur-PK" sz="4655" b="0" i="0" u="none" strike="noStrike" kern="1200" cap="none" spc="0" normalizeH="0" baseline="0" noProof="0" dirty="0">
                <a:ln w="0"/>
                <a:solidFill>
                  <a:srgbClr val="00B050"/>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rPr>
              <a:t>ضمیر منفصل</a:t>
            </a:r>
            <a:endParaRPr kumimoji="0" lang="en-US" sz="4655" b="0" i="0" u="none" strike="noStrike" kern="1200" cap="none" spc="0" normalizeH="0" baseline="0" noProof="0" dirty="0">
              <a:ln w="0"/>
              <a:solidFill>
                <a:srgbClr val="00B050"/>
              </a:solidFill>
              <a:effectLst>
                <a:outerShdw blurRad="38100" dist="19050" dir="2700000" algn="tl" rotWithShape="0">
                  <a:prstClr val="black">
                    <a:alpha val="40000"/>
                  </a:prstClr>
                </a:outerShdw>
              </a:effectLst>
              <a:uLnTx/>
              <a:uFillTx/>
              <a:latin typeface="Jameel Noori Nastaleeq" panose="02000503000000020004" pitchFamily="2" charset="-78"/>
              <a:ea typeface="+mn-ea"/>
              <a:cs typeface="Jameel Noori Nastaleeq" panose="02000503000000020004" pitchFamily="2" charset="-78"/>
            </a:endParaRPr>
          </a:p>
        </p:txBody>
      </p:sp>
    </p:spTree>
    <p:extLst>
      <p:ext uri="{BB962C8B-B14F-4D97-AF65-F5344CB8AC3E}">
        <p14:creationId xmlns:p14="http://schemas.microsoft.com/office/powerpoint/2010/main" val="32336731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grpSp>
        <p:nvGrpSpPr>
          <p:cNvPr id="2" name="Group 2"/>
          <p:cNvGrpSpPr/>
          <p:nvPr/>
        </p:nvGrpSpPr>
        <p:grpSpPr>
          <a:xfrm>
            <a:off x="9206612" y="10393"/>
            <a:ext cx="1849839" cy="6819900"/>
            <a:chOff x="0" y="0"/>
            <a:chExt cx="730801" cy="2976105"/>
          </a:xfrm>
        </p:grpSpPr>
        <p:sp>
          <p:nvSpPr>
            <p:cNvPr id="3" name="Freeform 3"/>
            <p:cNvSpPr/>
            <p:nvPr/>
          </p:nvSpPr>
          <p:spPr>
            <a:xfrm>
              <a:off x="0" y="0"/>
              <a:ext cx="730801" cy="2976105"/>
            </a:xfrm>
            <a:custGeom>
              <a:avLst/>
              <a:gdLst/>
              <a:ahLst/>
              <a:cxnLst/>
              <a:rect l="l" t="t" r="r" b="b"/>
              <a:pathLst>
                <a:path w="730801" h="2976105">
                  <a:moveTo>
                    <a:pt x="0" y="0"/>
                  </a:moveTo>
                  <a:lnTo>
                    <a:pt x="730801" y="0"/>
                  </a:lnTo>
                  <a:lnTo>
                    <a:pt x="730801" y="2976105"/>
                  </a:lnTo>
                  <a:lnTo>
                    <a:pt x="0" y="2976105"/>
                  </a:lnTo>
                  <a:close/>
                </a:path>
              </a:pathLst>
            </a:custGeom>
            <a:solidFill>
              <a:srgbClr val="1C5739"/>
            </a:solidFill>
          </p:spPr>
        </p:sp>
        <p:sp>
          <p:nvSpPr>
            <p:cNvPr id="4" name="TextBox 4"/>
            <p:cNvSpPr txBox="1"/>
            <p:nvPr/>
          </p:nvSpPr>
          <p:spPr>
            <a:xfrm>
              <a:off x="0" y="-19050"/>
              <a:ext cx="730801" cy="2995155"/>
            </a:xfrm>
            <a:prstGeom prst="rect">
              <a:avLst/>
            </a:prstGeom>
          </p:spPr>
          <p:txBody>
            <a:bodyPr lIns="33867" tIns="33867" rIns="33867" bIns="33867" rtlCol="0" anchor="ctr"/>
            <a:lstStyle/>
            <a:p>
              <a:pPr marL="0" marR="0" lvl="0" indent="0" algn="ctr" defTabSz="609630" rtl="0" eaLnBrk="1" fontAlgn="auto" latinLnBrk="0" hangingPunct="1">
                <a:lnSpc>
                  <a:spcPts val="1906"/>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 name="Group 6"/>
          <p:cNvGrpSpPr/>
          <p:nvPr/>
        </p:nvGrpSpPr>
        <p:grpSpPr>
          <a:xfrm>
            <a:off x="19629" y="-10120"/>
            <a:ext cx="1849839" cy="6868120"/>
            <a:chOff x="0" y="0"/>
            <a:chExt cx="812800" cy="2976105"/>
          </a:xfrm>
        </p:grpSpPr>
        <p:sp>
          <p:nvSpPr>
            <p:cNvPr id="7" name="Freeform 7"/>
            <p:cNvSpPr/>
            <p:nvPr/>
          </p:nvSpPr>
          <p:spPr>
            <a:xfrm>
              <a:off x="0" y="0"/>
              <a:ext cx="812800" cy="2976105"/>
            </a:xfrm>
            <a:custGeom>
              <a:avLst/>
              <a:gdLst/>
              <a:ahLst/>
              <a:cxnLst/>
              <a:rect l="l" t="t" r="r" b="b"/>
              <a:pathLst>
                <a:path w="812800" h="2976105">
                  <a:moveTo>
                    <a:pt x="0" y="0"/>
                  </a:moveTo>
                  <a:lnTo>
                    <a:pt x="812800" y="0"/>
                  </a:lnTo>
                  <a:lnTo>
                    <a:pt x="812800" y="2976105"/>
                  </a:lnTo>
                  <a:lnTo>
                    <a:pt x="0" y="2976105"/>
                  </a:lnTo>
                  <a:close/>
                </a:path>
              </a:pathLst>
            </a:custGeom>
            <a:solidFill>
              <a:srgbClr val="1C5739"/>
            </a:solidFill>
          </p:spPr>
        </p:sp>
        <p:sp>
          <p:nvSpPr>
            <p:cNvPr id="8" name="TextBox 8"/>
            <p:cNvSpPr txBox="1"/>
            <p:nvPr/>
          </p:nvSpPr>
          <p:spPr>
            <a:xfrm>
              <a:off x="0" y="-19050"/>
              <a:ext cx="812800" cy="2995155"/>
            </a:xfrm>
            <a:prstGeom prst="rect">
              <a:avLst/>
            </a:prstGeom>
          </p:spPr>
          <p:txBody>
            <a:bodyPr lIns="33867" tIns="33867" rIns="33867" bIns="33867" rtlCol="0" anchor="ctr"/>
            <a:lstStyle/>
            <a:p>
              <a:pPr marL="0" marR="0" lvl="0" indent="0" algn="ctr" defTabSz="609630" rtl="0" eaLnBrk="1" fontAlgn="auto" latinLnBrk="0" hangingPunct="1">
                <a:lnSpc>
                  <a:spcPts val="1906"/>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9" name="Group 9"/>
          <p:cNvGrpSpPr/>
          <p:nvPr/>
        </p:nvGrpSpPr>
        <p:grpSpPr>
          <a:xfrm>
            <a:off x="482813" y="2688921"/>
            <a:ext cx="73491" cy="1879331"/>
            <a:chOff x="0" y="0"/>
            <a:chExt cx="26312" cy="672855"/>
          </a:xfrm>
        </p:grpSpPr>
        <p:sp>
          <p:nvSpPr>
            <p:cNvPr id="10" name="Freeform 10"/>
            <p:cNvSpPr/>
            <p:nvPr/>
          </p:nvSpPr>
          <p:spPr>
            <a:xfrm>
              <a:off x="0" y="0"/>
              <a:ext cx="26312" cy="672855"/>
            </a:xfrm>
            <a:custGeom>
              <a:avLst/>
              <a:gdLst/>
              <a:ahLst/>
              <a:cxnLst/>
              <a:rect l="l" t="t" r="r" b="b"/>
              <a:pathLst>
                <a:path w="26312" h="672855">
                  <a:moveTo>
                    <a:pt x="0" y="0"/>
                  </a:moveTo>
                  <a:lnTo>
                    <a:pt x="26312" y="0"/>
                  </a:lnTo>
                  <a:lnTo>
                    <a:pt x="26312" y="672855"/>
                  </a:lnTo>
                  <a:lnTo>
                    <a:pt x="0" y="672855"/>
                  </a:lnTo>
                  <a:close/>
                </a:path>
              </a:pathLst>
            </a:custGeom>
            <a:solidFill>
              <a:srgbClr val="FFFFFF"/>
            </a:solidFill>
          </p:spPr>
        </p:sp>
        <p:sp>
          <p:nvSpPr>
            <p:cNvPr id="11" name="TextBox 11"/>
            <p:cNvSpPr txBox="1"/>
            <p:nvPr/>
          </p:nvSpPr>
          <p:spPr>
            <a:xfrm>
              <a:off x="0" y="-19050"/>
              <a:ext cx="26312" cy="691905"/>
            </a:xfrm>
            <a:prstGeom prst="rect">
              <a:avLst/>
            </a:prstGeom>
          </p:spPr>
          <p:txBody>
            <a:bodyPr lIns="33867" tIns="33867" rIns="33867" bIns="33867" rtlCol="0" anchor="ctr"/>
            <a:lstStyle/>
            <a:p>
              <a:pPr marL="0" marR="0" lvl="0" indent="0" algn="ctr" defTabSz="609630" rtl="0" eaLnBrk="1" fontAlgn="auto" latinLnBrk="0" hangingPunct="1">
                <a:lnSpc>
                  <a:spcPts val="1906"/>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sp>
        <p:nvSpPr>
          <p:cNvPr id="12" name="Freeform 12"/>
          <p:cNvSpPr/>
          <p:nvPr/>
        </p:nvSpPr>
        <p:spPr>
          <a:xfrm>
            <a:off x="167824" y="103488"/>
            <a:ext cx="2537714" cy="1388821"/>
          </a:xfrm>
          <a:custGeom>
            <a:avLst/>
            <a:gdLst/>
            <a:ahLst/>
            <a:cxnLst/>
            <a:rect l="l" t="t" r="r" b="b"/>
            <a:pathLst>
              <a:path w="3806571" h="2083232">
                <a:moveTo>
                  <a:pt x="0" y="0"/>
                </a:moveTo>
                <a:lnTo>
                  <a:pt x="3806571" y="0"/>
                </a:lnTo>
                <a:lnTo>
                  <a:pt x="3806571" y="2083233"/>
                </a:lnTo>
                <a:lnTo>
                  <a:pt x="0" y="20832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3"/>
          <p:cNvSpPr/>
          <p:nvPr/>
        </p:nvSpPr>
        <p:spPr>
          <a:xfrm>
            <a:off x="85301" y="0"/>
            <a:ext cx="1886798" cy="1886798"/>
          </a:xfrm>
          <a:custGeom>
            <a:avLst/>
            <a:gdLst/>
            <a:ahLst/>
            <a:cxnLst/>
            <a:rect l="l" t="t" r="r" b="b"/>
            <a:pathLst>
              <a:path w="2830197" h="2830197">
                <a:moveTo>
                  <a:pt x="0" y="0"/>
                </a:moveTo>
                <a:lnTo>
                  <a:pt x="2830198" y="0"/>
                </a:lnTo>
                <a:lnTo>
                  <a:pt x="2830198" y="2830197"/>
                </a:lnTo>
                <a:lnTo>
                  <a:pt x="0" y="2830197"/>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grpSp>
        <p:nvGrpSpPr>
          <p:cNvPr id="14" name="Group 14"/>
          <p:cNvGrpSpPr/>
          <p:nvPr/>
        </p:nvGrpSpPr>
        <p:grpSpPr>
          <a:xfrm>
            <a:off x="260996" y="175698"/>
            <a:ext cx="1535408" cy="1535402"/>
            <a:chOff x="0" y="0"/>
            <a:chExt cx="6350000" cy="6349975"/>
          </a:xfrm>
        </p:grpSpPr>
        <p:sp>
          <p:nvSpPr>
            <p:cNvPr id="15" name="Freeform 15"/>
            <p:cNvSpPr/>
            <p:nvPr/>
          </p:nvSpPr>
          <p:spPr>
            <a:xfrm>
              <a:off x="0"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6"/>
              <a:stretch>
                <a:fillRect/>
              </a:stretch>
            </a:blipFill>
          </p:spPr>
        </p:sp>
      </p:grpSp>
      <p:grpSp>
        <p:nvGrpSpPr>
          <p:cNvPr id="16" name="Group 16"/>
          <p:cNvGrpSpPr/>
          <p:nvPr/>
        </p:nvGrpSpPr>
        <p:grpSpPr>
          <a:xfrm>
            <a:off x="8217756" y="989815"/>
            <a:ext cx="3544841" cy="4921065"/>
            <a:chOff x="0" y="0"/>
            <a:chExt cx="1438367" cy="2294560"/>
          </a:xfrm>
        </p:grpSpPr>
        <p:sp>
          <p:nvSpPr>
            <p:cNvPr id="17" name="Freeform 17"/>
            <p:cNvSpPr/>
            <p:nvPr/>
          </p:nvSpPr>
          <p:spPr>
            <a:xfrm>
              <a:off x="0" y="0"/>
              <a:ext cx="1438367" cy="2294560"/>
            </a:xfrm>
            <a:custGeom>
              <a:avLst/>
              <a:gdLst/>
              <a:ahLst/>
              <a:cxnLst/>
              <a:rect l="l" t="t" r="r" b="b"/>
              <a:pathLst>
                <a:path w="1438367" h="2294560">
                  <a:moveTo>
                    <a:pt x="45136" y="0"/>
                  </a:moveTo>
                  <a:lnTo>
                    <a:pt x="1393231" y="0"/>
                  </a:lnTo>
                  <a:cubicBezTo>
                    <a:pt x="1405202" y="0"/>
                    <a:pt x="1416682" y="4755"/>
                    <a:pt x="1425147" y="13220"/>
                  </a:cubicBezTo>
                  <a:cubicBezTo>
                    <a:pt x="1433612" y="21685"/>
                    <a:pt x="1438367" y="33165"/>
                    <a:pt x="1438367" y="45136"/>
                  </a:cubicBezTo>
                  <a:lnTo>
                    <a:pt x="1438367" y="2249424"/>
                  </a:lnTo>
                  <a:cubicBezTo>
                    <a:pt x="1438367" y="2261395"/>
                    <a:pt x="1433612" y="2272875"/>
                    <a:pt x="1425147" y="2281340"/>
                  </a:cubicBezTo>
                  <a:cubicBezTo>
                    <a:pt x="1416682" y="2289804"/>
                    <a:pt x="1405202" y="2294560"/>
                    <a:pt x="1393231" y="2294560"/>
                  </a:cubicBezTo>
                  <a:lnTo>
                    <a:pt x="45136" y="2294560"/>
                  </a:lnTo>
                  <a:cubicBezTo>
                    <a:pt x="33165" y="2294560"/>
                    <a:pt x="21685" y="2289804"/>
                    <a:pt x="13220" y="2281340"/>
                  </a:cubicBezTo>
                  <a:cubicBezTo>
                    <a:pt x="4755" y="2272875"/>
                    <a:pt x="0" y="2261395"/>
                    <a:pt x="0" y="2249424"/>
                  </a:cubicBezTo>
                  <a:lnTo>
                    <a:pt x="0" y="45136"/>
                  </a:lnTo>
                  <a:cubicBezTo>
                    <a:pt x="0" y="33165"/>
                    <a:pt x="4755" y="21685"/>
                    <a:pt x="13220" y="13220"/>
                  </a:cubicBezTo>
                  <a:cubicBezTo>
                    <a:pt x="21685" y="4755"/>
                    <a:pt x="33165" y="0"/>
                    <a:pt x="45136" y="0"/>
                  </a:cubicBezTo>
                  <a:close/>
                </a:path>
              </a:pathLst>
            </a:custGeom>
            <a:solidFill>
              <a:srgbClr val="FFFFFF"/>
            </a:solidFill>
            <a:ln w="47625" cap="rnd">
              <a:solidFill>
                <a:srgbClr val="000000"/>
              </a:solidFill>
              <a:prstDash val="solid"/>
              <a:round/>
            </a:ln>
          </p:spPr>
        </p:sp>
        <p:sp>
          <p:nvSpPr>
            <p:cNvPr id="18" name="TextBox 18"/>
            <p:cNvSpPr txBox="1"/>
            <p:nvPr/>
          </p:nvSpPr>
          <p:spPr>
            <a:xfrm>
              <a:off x="0" y="-38100"/>
              <a:ext cx="1438367" cy="2332660"/>
            </a:xfrm>
            <a:prstGeom prst="rect">
              <a:avLst/>
            </a:prstGeom>
          </p:spPr>
          <p:txBody>
            <a:bodyPr lIns="33867" tIns="33867" rIns="33867" bIns="33867" rtlCol="0" anchor="ctr"/>
            <a:lstStyle/>
            <a:p>
              <a:pPr marL="0" marR="0" lvl="0" indent="0" algn="ctr" defTabSz="609630" rtl="0" eaLnBrk="1" fontAlgn="auto" latinLnBrk="0" hangingPunct="1">
                <a:lnSpc>
                  <a:spcPts val="1837"/>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9" name="Group 19"/>
          <p:cNvGrpSpPr/>
          <p:nvPr/>
        </p:nvGrpSpPr>
        <p:grpSpPr>
          <a:xfrm>
            <a:off x="8351100" y="1263911"/>
            <a:ext cx="3337090" cy="4404583"/>
            <a:chOff x="0" y="0"/>
            <a:chExt cx="6350000" cy="6350000"/>
          </a:xfrm>
        </p:grpSpPr>
        <p:sp>
          <p:nvSpPr>
            <p:cNvPr id="20" name="Freeform 20"/>
            <p:cNvSpPr/>
            <p:nvPr/>
          </p:nvSpPr>
          <p:spPr>
            <a:xfrm>
              <a:off x="0" y="0"/>
              <a:ext cx="6350000" cy="6351270"/>
            </a:xfrm>
            <a:custGeom>
              <a:avLst/>
              <a:gdLst/>
              <a:ahLst/>
              <a:cxnLst/>
              <a:rect l="l" t="t" r="r" b="b"/>
              <a:pathLst>
                <a:path w="6350000" h="6351270">
                  <a:moveTo>
                    <a:pt x="0" y="5955030"/>
                  </a:moveTo>
                  <a:lnTo>
                    <a:pt x="0" y="394970"/>
                  </a:lnTo>
                  <a:cubicBezTo>
                    <a:pt x="0" y="176530"/>
                    <a:pt x="176530" y="0"/>
                    <a:pt x="394970" y="0"/>
                  </a:cubicBezTo>
                  <a:lnTo>
                    <a:pt x="5956300" y="0"/>
                  </a:lnTo>
                  <a:cubicBezTo>
                    <a:pt x="6173470" y="0"/>
                    <a:pt x="6350000" y="176530"/>
                    <a:pt x="6350000" y="394970"/>
                  </a:cubicBezTo>
                  <a:lnTo>
                    <a:pt x="6350000" y="5956300"/>
                  </a:lnTo>
                  <a:cubicBezTo>
                    <a:pt x="6350000" y="6174740"/>
                    <a:pt x="6173470" y="6351270"/>
                    <a:pt x="5955030" y="6351270"/>
                  </a:cubicBezTo>
                  <a:lnTo>
                    <a:pt x="394970" y="6351270"/>
                  </a:lnTo>
                  <a:cubicBezTo>
                    <a:pt x="176530" y="6350000"/>
                    <a:pt x="0" y="6173470"/>
                    <a:pt x="0" y="5955030"/>
                  </a:cubicBezTo>
                  <a:close/>
                </a:path>
              </a:pathLst>
            </a:custGeom>
            <a:blipFill>
              <a:blip r:embed="rId7"/>
              <a:stretch>
                <a:fillRect l="-9" r="-9"/>
              </a:stretch>
            </a:blipFill>
          </p:spPr>
        </p:sp>
      </p:grpSp>
      <p:grpSp>
        <p:nvGrpSpPr>
          <p:cNvPr id="21" name="Group 21"/>
          <p:cNvGrpSpPr/>
          <p:nvPr/>
        </p:nvGrpSpPr>
        <p:grpSpPr>
          <a:xfrm>
            <a:off x="8850135" y="198375"/>
            <a:ext cx="2562792" cy="618992"/>
            <a:chOff x="-3343556" y="-1995066"/>
            <a:chExt cx="2247102" cy="542743"/>
          </a:xfrm>
        </p:grpSpPr>
        <p:sp>
          <p:nvSpPr>
            <p:cNvPr id="22" name="Freeform 22"/>
            <p:cNvSpPr/>
            <p:nvPr/>
          </p:nvSpPr>
          <p:spPr>
            <a:xfrm>
              <a:off x="-3343556" y="-1928391"/>
              <a:ext cx="2222990" cy="476068"/>
            </a:xfrm>
            <a:custGeom>
              <a:avLst/>
              <a:gdLst/>
              <a:ahLst/>
              <a:cxnLst/>
              <a:rect l="l" t="t" r="r" b="b"/>
              <a:pathLst>
                <a:path w="2222990" h="476068">
                  <a:moveTo>
                    <a:pt x="83467" y="0"/>
                  </a:moveTo>
                  <a:lnTo>
                    <a:pt x="2139524" y="0"/>
                  </a:lnTo>
                  <a:cubicBezTo>
                    <a:pt x="2161660" y="0"/>
                    <a:pt x="2182890" y="8794"/>
                    <a:pt x="2198544" y="24447"/>
                  </a:cubicBezTo>
                  <a:cubicBezTo>
                    <a:pt x="2214196" y="40100"/>
                    <a:pt x="2222990" y="61330"/>
                    <a:pt x="2222990" y="83467"/>
                  </a:cubicBezTo>
                  <a:lnTo>
                    <a:pt x="2222990" y="392601"/>
                  </a:lnTo>
                  <a:cubicBezTo>
                    <a:pt x="2222990" y="414738"/>
                    <a:pt x="2214196" y="435968"/>
                    <a:pt x="2198544" y="451621"/>
                  </a:cubicBezTo>
                  <a:cubicBezTo>
                    <a:pt x="2182890" y="467274"/>
                    <a:pt x="2161660" y="476068"/>
                    <a:pt x="2139524" y="476068"/>
                  </a:cubicBezTo>
                  <a:lnTo>
                    <a:pt x="83467" y="476068"/>
                  </a:lnTo>
                  <a:cubicBezTo>
                    <a:pt x="61330" y="476068"/>
                    <a:pt x="40100" y="467274"/>
                    <a:pt x="24447" y="451621"/>
                  </a:cubicBezTo>
                  <a:cubicBezTo>
                    <a:pt x="8794" y="435968"/>
                    <a:pt x="0" y="414738"/>
                    <a:pt x="0" y="392601"/>
                  </a:cubicBezTo>
                  <a:lnTo>
                    <a:pt x="0" y="83467"/>
                  </a:lnTo>
                  <a:cubicBezTo>
                    <a:pt x="0" y="61330"/>
                    <a:pt x="8794" y="40100"/>
                    <a:pt x="24447" y="24447"/>
                  </a:cubicBezTo>
                  <a:cubicBezTo>
                    <a:pt x="40100" y="8794"/>
                    <a:pt x="61330" y="0"/>
                    <a:pt x="83467" y="0"/>
                  </a:cubicBezTo>
                  <a:close/>
                </a:path>
              </a:pathLst>
            </a:custGeom>
            <a:solidFill>
              <a:srgbClr val="CEAD5C"/>
            </a:solidFill>
            <a:ln cap="rnd">
              <a:noFill/>
              <a:prstDash val="solid"/>
              <a:round/>
            </a:ln>
          </p:spPr>
        </p:sp>
        <p:sp>
          <p:nvSpPr>
            <p:cNvPr id="23" name="TextBox 23"/>
            <p:cNvSpPr txBox="1"/>
            <p:nvPr/>
          </p:nvSpPr>
          <p:spPr>
            <a:xfrm>
              <a:off x="-3319444" y="-1995066"/>
              <a:ext cx="2222990" cy="542743"/>
            </a:xfrm>
            <a:prstGeom prst="rect">
              <a:avLst/>
            </a:prstGeom>
          </p:spPr>
          <p:txBody>
            <a:bodyPr lIns="0" tIns="0" rIns="0" bIns="0" rtlCol="0" anchor="ctr"/>
            <a:lstStyle/>
            <a:p>
              <a:pPr marL="0" marR="0" lvl="0" indent="0" algn="ctr" defTabSz="609630" rtl="1" eaLnBrk="1" fontAlgn="auto" latinLnBrk="0" hangingPunct="1">
                <a:lnSpc>
                  <a:spcPts val="2667"/>
                </a:lnSpc>
                <a:spcBef>
                  <a:spcPct val="0"/>
                </a:spcBef>
                <a:spcAft>
                  <a:spcPts val="0"/>
                </a:spcAft>
                <a:buClrTx/>
                <a:buSzTx/>
                <a:buFontTx/>
                <a:buNone/>
                <a:tabLst/>
                <a:defRPr/>
              </a:pPr>
              <a:r>
                <a:rPr kumimoji="0" lang="ur-PK" sz="1933" b="1" i="0" u="none" strike="noStrike" kern="1200" cap="none" spc="0" normalizeH="0" baseline="0" noProof="0" dirty="0">
                  <a:ln>
                    <a:noFill/>
                  </a:ln>
                  <a:solidFill>
                    <a:srgbClr val="000000"/>
                  </a:solidFill>
                  <a:effectLst/>
                  <a:uLnTx/>
                  <a:uFillTx/>
                  <a:latin typeface="Open Sauce Bold"/>
                  <a:ea typeface="Open Sauce Bold"/>
                  <a:cs typeface="Open Sauce Bold"/>
                  <a:sym typeface="Open Sauce Bold"/>
                  <a:rtl/>
                </a:rPr>
                <a:t>لفظی و بامحاورہ ترجمہ </a:t>
              </a:r>
              <a:endParaRPr kumimoji="0" lang="ar-EG" sz="1933" b="1" i="0" u="none" strike="noStrike" kern="1200" cap="none" spc="0" normalizeH="0" baseline="0" noProof="0" dirty="0">
                <a:ln>
                  <a:noFill/>
                </a:ln>
                <a:solidFill>
                  <a:srgbClr val="000000"/>
                </a:solidFill>
                <a:effectLst/>
                <a:uLnTx/>
                <a:uFillTx/>
                <a:latin typeface="Open Sauce Bold"/>
                <a:ea typeface="Open Sauce Bold"/>
                <a:cs typeface="Open Sauce Bold"/>
                <a:sym typeface="Open Sauce Bold"/>
                <a:rtl/>
              </a:endParaRPr>
            </a:p>
          </p:txBody>
        </p:sp>
      </p:grpSp>
      <p:sp>
        <p:nvSpPr>
          <p:cNvPr id="24" name="TextBox 50">
            <a:extLst>
              <a:ext uri="{FF2B5EF4-FFF2-40B4-BE49-F238E27FC236}">
                <a16:creationId xmlns:a16="http://schemas.microsoft.com/office/drawing/2014/main" id="{154D6A91-1F33-48A6-AA63-E6BE8F20E15E}"/>
              </a:ext>
            </a:extLst>
          </p:cNvPr>
          <p:cNvSpPr txBox="1"/>
          <p:nvPr/>
        </p:nvSpPr>
        <p:spPr>
          <a:xfrm>
            <a:off x="1966447" y="1711100"/>
            <a:ext cx="6310246" cy="2446824"/>
          </a:xfrm>
          <a:prstGeom prst="rect">
            <a:avLst/>
          </a:prstGeom>
        </p:spPr>
        <p:txBody>
          <a:bodyPr wrap="square" lIns="0" tIns="0" rIns="0" bIns="0" rtlCol="0" anchor="t">
            <a:spAutoFit/>
            <a:scene3d>
              <a:camera prst="orthographicFront"/>
              <a:lightRig rig="harsh" dir="t"/>
            </a:scene3d>
            <a:sp3d extrusionH="57150" prstMaterial="matte">
              <a:bevelT w="63500" h="12700" prst="angle"/>
              <a:contourClr>
                <a:schemeClr val="bg1">
                  <a:lumMod val="65000"/>
                </a:schemeClr>
              </a:contourClr>
            </a:sp3d>
          </a:bodyPr>
          <a:lstStyle/>
          <a:p>
            <a:pPr marL="0" marR="0" lvl="0" indent="0" algn="ctr" defTabSz="609630" rtl="1" eaLnBrk="1" fontAlgn="auto" latinLnBrk="0" hangingPunct="1">
              <a:lnSpc>
                <a:spcPct val="100000"/>
              </a:lnSpc>
              <a:spcBef>
                <a:spcPts val="0"/>
              </a:spcBef>
              <a:spcAft>
                <a:spcPts val="1800"/>
              </a:spcAft>
              <a:buClrTx/>
              <a:buSzTx/>
              <a:buFontTx/>
              <a:buNone/>
              <a:tabLst/>
              <a:defRPr/>
            </a:pPr>
            <a:r>
              <a:rPr kumimoji="0" lang="ur-PK" sz="7200" b="1" i="0" u="none" strike="noStrike" kern="1200" cap="none" spc="0" normalizeH="0" baseline="0" noProof="0" dirty="0">
                <a:ln/>
                <a:solidFill>
                  <a:srgbClr val="00B050"/>
                </a:solidFill>
                <a:effectLst/>
                <a:uLnTx/>
                <a:uFillTx/>
                <a:latin typeface="Jameel Noori Nastaleeq"/>
                <a:ea typeface="Jameel Noori Nastaleeq"/>
                <a:cs typeface="Jameel Noori Nastaleeq"/>
                <a:sym typeface="Jameel Noori Nastaleeq"/>
                <a:rtl/>
              </a:rPr>
              <a:t>سورہ بقرہ  آیت  31 تا                   35  </a:t>
            </a:r>
          </a:p>
          <a:p>
            <a:pPr marL="0" marR="0" lvl="0" indent="0" algn="ctr" defTabSz="609630" rtl="1" eaLnBrk="1" fontAlgn="auto" latinLnBrk="0" hangingPunct="1">
              <a:lnSpc>
                <a:spcPct val="100000"/>
              </a:lnSpc>
              <a:spcBef>
                <a:spcPts val="0"/>
              </a:spcBef>
              <a:spcAft>
                <a:spcPts val="1800"/>
              </a:spcAft>
              <a:buClrTx/>
              <a:buSzTx/>
              <a:buFontTx/>
              <a:buNone/>
              <a:tabLst/>
              <a:defRPr/>
            </a:pPr>
            <a:r>
              <a:rPr kumimoji="0" lang="ur-PK" sz="7200" b="1" i="0" u="none" strike="noStrike" kern="1200" cap="none" spc="0" normalizeH="0" baseline="0" noProof="0" dirty="0">
                <a:ln/>
                <a:solidFill>
                  <a:srgbClr val="00B050"/>
                </a:solidFill>
                <a:effectLst/>
                <a:uLnTx/>
                <a:uFillTx/>
                <a:latin typeface="Jameel Noori Nastaleeq"/>
                <a:ea typeface="Jameel Noori Nastaleeq"/>
                <a:cs typeface="Jameel Noori Nastaleeq"/>
                <a:sym typeface="Jameel Noori Nastaleeq"/>
                <a:rtl/>
              </a:rPr>
              <a:t>لفظی و با محاورہ معنیٰ</a:t>
            </a:r>
            <a:endParaRPr kumimoji="0" lang="en-US" sz="7200" b="1" i="0" u="none" strike="noStrike" kern="1200" cap="none" spc="0" normalizeH="0" baseline="0" noProof="0" dirty="0">
              <a:ln/>
              <a:solidFill>
                <a:srgbClr val="00B050"/>
              </a:solidFill>
              <a:effectLst/>
              <a:uLnTx/>
              <a:uFillTx/>
              <a:latin typeface="Jameel Noori Nastaleeq"/>
              <a:ea typeface="Jameel Noori Nastaleeq"/>
              <a:cs typeface="Jameel Noori Nastaleeq"/>
              <a:sym typeface="Jameel Noori Nastaleeq"/>
            </a:endParaRPr>
          </a:p>
        </p:txBody>
      </p:sp>
    </p:spTree>
    <p:extLst>
      <p:ext uri="{BB962C8B-B14F-4D97-AF65-F5344CB8AC3E}">
        <p14:creationId xmlns:p14="http://schemas.microsoft.com/office/powerpoint/2010/main" val="31870224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grpSp>
        <p:nvGrpSpPr>
          <p:cNvPr id="2" name="Group 2"/>
          <p:cNvGrpSpPr/>
          <p:nvPr/>
        </p:nvGrpSpPr>
        <p:grpSpPr>
          <a:xfrm>
            <a:off x="11194473" y="0"/>
            <a:ext cx="997527" cy="6858000"/>
            <a:chOff x="0" y="0"/>
            <a:chExt cx="400694" cy="3472227"/>
          </a:xfrm>
        </p:grpSpPr>
        <p:sp>
          <p:nvSpPr>
            <p:cNvPr id="3" name="Freeform 3"/>
            <p:cNvSpPr/>
            <p:nvPr/>
          </p:nvSpPr>
          <p:spPr>
            <a:xfrm>
              <a:off x="0" y="0"/>
              <a:ext cx="400694" cy="3472226"/>
            </a:xfrm>
            <a:custGeom>
              <a:avLst/>
              <a:gdLst/>
              <a:ahLst/>
              <a:cxnLst/>
              <a:rect l="l" t="t" r="r" b="b"/>
              <a:pathLst>
                <a:path w="400694" h="3472226">
                  <a:moveTo>
                    <a:pt x="0" y="0"/>
                  </a:moveTo>
                  <a:lnTo>
                    <a:pt x="400694" y="0"/>
                  </a:lnTo>
                  <a:lnTo>
                    <a:pt x="400694" y="3472226"/>
                  </a:lnTo>
                  <a:lnTo>
                    <a:pt x="0" y="3472226"/>
                  </a:lnTo>
                  <a:close/>
                </a:path>
              </a:pathLst>
            </a:custGeom>
            <a:solidFill>
              <a:srgbClr val="106861"/>
            </a:solidFill>
          </p:spPr>
        </p:sp>
        <p:sp>
          <p:nvSpPr>
            <p:cNvPr id="4" name="TextBox 4"/>
            <p:cNvSpPr txBox="1"/>
            <p:nvPr/>
          </p:nvSpPr>
          <p:spPr>
            <a:xfrm>
              <a:off x="0" y="-19050"/>
              <a:ext cx="400694" cy="3491277"/>
            </a:xfrm>
            <a:prstGeom prst="rect">
              <a:avLst/>
            </a:prstGeom>
          </p:spPr>
          <p:txBody>
            <a:bodyPr lIns="33867" tIns="33867" rIns="33867" bIns="33867" rtlCol="0" anchor="ctr"/>
            <a:lstStyle/>
            <a:p>
              <a:pPr marL="0" marR="0" lvl="0" indent="0" algn="ctr" defTabSz="609630" rtl="0" eaLnBrk="1" fontAlgn="auto" latinLnBrk="0" hangingPunct="1">
                <a:lnSpc>
                  <a:spcPts val="1906"/>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Freeform 5"/>
          <p:cNvSpPr/>
          <p:nvPr/>
        </p:nvSpPr>
        <p:spPr>
          <a:xfrm>
            <a:off x="10518469" y="183369"/>
            <a:ext cx="1414522" cy="1414522"/>
          </a:xfrm>
          <a:custGeom>
            <a:avLst/>
            <a:gdLst/>
            <a:ahLst/>
            <a:cxnLst/>
            <a:rect l="l" t="t" r="r" b="b"/>
            <a:pathLst>
              <a:path w="2303844" h="2303844">
                <a:moveTo>
                  <a:pt x="0" y="0"/>
                </a:moveTo>
                <a:lnTo>
                  <a:pt x="2303843" y="0"/>
                </a:lnTo>
                <a:lnTo>
                  <a:pt x="2303843" y="2303844"/>
                </a:lnTo>
                <a:lnTo>
                  <a:pt x="0" y="2303844"/>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grpSp>
        <p:nvGrpSpPr>
          <p:cNvPr id="8" name="Group 8"/>
          <p:cNvGrpSpPr/>
          <p:nvPr/>
        </p:nvGrpSpPr>
        <p:grpSpPr>
          <a:xfrm>
            <a:off x="633781" y="2338011"/>
            <a:ext cx="52659" cy="2374901"/>
            <a:chOff x="0" y="0"/>
            <a:chExt cx="20803" cy="938233"/>
          </a:xfrm>
        </p:grpSpPr>
        <p:sp>
          <p:nvSpPr>
            <p:cNvPr id="9" name="Freeform 9"/>
            <p:cNvSpPr/>
            <p:nvPr/>
          </p:nvSpPr>
          <p:spPr>
            <a:xfrm>
              <a:off x="0" y="0"/>
              <a:ext cx="20803" cy="938233"/>
            </a:xfrm>
            <a:custGeom>
              <a:avLst/>
              <a:gdLst/>
              <a:ahLst/>
              <a:cxnLst/>
              <a:rect l="l" t="t" r="r" b="b"/>
              <a:pathLst>
                <a:path w="20803" h="938233">
                  <a:moveTo>
                    <a:pt x="0" y="0"/>
                  </a:moveTo>
                  <a:lnTo>
                    <a:pt x="20803" y="0"/>
                  </a:lnTo>
                  <a:lnTo>
                    <a:pt x="20803" y="938233"/>
                  </a:lnTo>
                  <a:lnTo>
                    <a:pt x="0" y="938233"/>
                  </a:lnTo>
                  <a:close/>
                </a:path>
              </a:pathLst>
            </a:custGeom>
            <a:solidFill>
              <a:srgbClr val="106861"/>
            </a:solidFill>
            <a:ln cap="sq">
              <a:noFill/>
              <a:prstDash val="solid"/>
              <a:miter/>
            </a:ln>
          </p:spPr>
        </p:sp>
        <p:sp>
          <p:nvSpPr>
            <p:cNvPr id="10" name="TextBox 10"/>
            <p:cNvSpPr txBox="1"/>
            <p:nvPr/>
          </p:nvSpPr>
          <p:spPr>
            <a:xfrm>
              <a:off x="0" y="-19050"/>
              <a:ext cx="20803" cy="957283"/>
            </a:xfrm>
            <a:prstGeom prst="rect">
              <a:avLst/>
            </a:prstGeom>
          </p:spPr>
          <p:txBody>
            <a:bodyPr lIns="33867" tIns="33867" rIns="33867" bIns="33867" rtlCol="0" anchor="ctr"/>
            <a:lstStyle/>
            <a:p>
              <a:pPr marL="0" marR="0" lvl="0" indent="0" algn="ctr" defTabSz="609630" rtl="0" eaLnBrk="1" fontAlgn="auto" latinLnBrk="0" hangingPunct="1">
                <a:lnSpc>
                  <a:spcPts val="1906"/>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 name="Group 6"/>
          <p:cNvGrpSpPr/>
          <p:nvPr/>
        </p:nvGrpSpPr>
        <p:grpSpPr>
          <a:xfrm>
            <a:off x="10648119" y="326394"/>
            <a:ext cx="1151087" cy="1151082"/>
            <a:chOff x="50951" y="0"/>
            <a:chExt cx="6350000" cy="6349975"/>
          </a:xfrm>
        </p:grpSpPr>
        <p:sp>
          <p:nvSpPr>
            <p:cNvPr id="7" name="Freeform 7"/>
            <p:cNvSpPr/>
            <p:nvPr/>
          </p:nvSpPr>
          <p:spPr>
            <a:xfrm>
              <a:off x="50951"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4"/>
              <a:stretch>
                <a:fillRect/>
              </a:stretch>
            </a:blipFill>
          </p:spPr>
        </p:sp>
      </p:grpSp>
      <p:sp>
        <p:nvSpPr>
          <p:cNvPr id="12" name="TextBox 27">
            <a:extLst>
              <a:ext uri="{FF2B5EF4-FFF2-40B4-BE49-F238E27FC236}">
                <a16:creationId xmlns:a16="http://schemas.microsoft.com/office/drawing/2014/main" id="{03FC107C-DD3A-46E6-AA7A-02C82D97DA82}"/>
              </a:ext>
            </a:extLst>
          </p:cNvPr>
          <p:cNvSpPr txBox="1"/>
          <p:nvPr/>
        </p:nvSpPr>
        <p:spPr>
          <a:xfrm>
            <a:off x="2727153" y="1717416"/>
            <a:ext cx="6146565" cy="1692771"/>
          </a:xfrm>
          <a:prstGeom prst="rect">
            <a:avLst/>
          </a:prstGeom>
        </p:spPr>
        <p:txBody>
          <a:bodyPr wrap="square" lIns="0" tIns="0" rIns="0" bIns="0" rtlCol="0" anchor="ctr">
            <a:spAutoFit/>
          </a:bodyPr>
          <a:lstStyle/>
          <a:p>
            <a:pPr marL="0" marR="0" lvl="0" indent="0" algn="ctr" defTabSz="609630" rtl="1" eaLnBrk="1" fontAlgn="auto" latinLnBrk="0" hangingPunct="1">
              <a:lnSpc>
                <a:spcPct val="150000"/>
              </a:lnSpc>
              <a:spcBef>
                <a:spcPts val="0"/>
              </a:spcBef>
              <a:spcAft>
                <a:spcPts val="0"/>
              </a:spcAft>
              <a:buClrTx/>
              <a:buSzTx/>
              <a:buFontTx/>
              <a:buNone/>
              <a:tabLst/>
              <a:defRPr/>
            </a:pPr>
            <a:r>
              <a:rPr kumimoji="0" lang="ur-PK" sz="80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Jameel Noori Nastaleeq"/>
                <a:ea typeface="Jameel Noori Nastaleeq"/>
                <a:cs typeface="Jameel Noori Nastaleeq"/>
                <a:sym typeface="Jameel Noori Nastaleeq"/>
                <a:rtl/>
              </a:rPr>
              <a:t>گزشتہ سبق کا اعادہ </a:t>
            </a:r>
          </a:p>
        </p:txBody>
      </p:sp>
      <p:sp>
        <p:nvSpPr>
          <p:cNvPr id="13" name="TextBox 12">
            <a:extLst>
              <a:ext uri="{FF2B5EF4-FFF2-40B4-BE49-F238E27FC236}">
                <a16:creationId xmlns:a16="http://schemas.microsoft.com/office/drawing/2014/main" id="{D4B5B762-743A-4DE3-B572-5DD89B365C1A}"/>
              </a:ext>
            </a:extLst>
          </p:cNvPr>
          <p:cNvSpPr txBox="1"/>
          <p:nvPr/>
        </p:nvSpPr>
        <p:spPr>
          <a:xfrm>
            <a:off x="2016415" y="3525461"/>
            <a:ext cx="7715821" cy="1334211"/>
          </a:xfrm>
          <a:prstGeom prst="rect">
            <a:avLst/>
          </a:prstGeom>
          <a:noFill/>
        </p:spPr>
        <p:txBody>
          <a:bodyPr wrap="square" rtlCol="0">
            <a:spAutoFit/>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ur-PK" sz="6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بقرہ آیت 26 تا 30</a:t>
            </a:r>
          </a:p>
        </p:txBody>
      </p:sp>
    </p:spTree>
    <p:extLst>
      <p:ext uri="{BB962C8B-B14F-4D97-AF65-F5344CB8AC3E}">
        <p14:creationId xmlns:p14="http://schemas.microsoft.com/office/powerpoint/2010/main" val="10660085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6">
            <a:lum/>
          </a:blip>
          <a:srcRect/>
          <a:stretch>
            <a:fillRect/>
          </a:stretch>
        </a:blipFill>
        <a:effectLst/>
      </p:bgPr>
    </p:bg>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532E4C65-0E82-47DF-9662-6CC0EB2FAC2B}"/>
              </a:ext>
            </a:extLst>
          </p:cNvPr>
          <p:cNvGraphicFramePr>
            <a:graphicFrameLocks noGrp="1"/>
          </p:cNvGraphicFramePr>
          <p:nvPr/>
        </p:nvGraphicFramePr>
        <p:xfrm>
          <a:off x="1243502" y="1099822"/>
          <a:ext cx="9563483" cy="2377201"/>
        </p:xfrm>
        <a:graphic>
          <a:graphicData uri="http://schemas.openxmlformats.org/drawingml/2006/table">
            <a:tbl>
              <a:tblPr rtl="1">
                <a:tableStyleId>{5C22544A-7EE6-4342-B048-85BDC9FD1C3A}</a:tableStyleId>
              </a:tblPr>
              <a:tblGrid>
                <a:gridCol w="1853871">
                  <a:extLst>
                    <a:ext uri="{9D8B030D-6E8A-4147-A177-3AD203B41FA5}">
                      <a16:colId xmlns:a16="http://schemas.microsoft.com/office/drawing/2014/main" val="4174183585"/>
                    </a:ext>
                  </a:extLst>
                </a:gridCol>
                <a:gridCol w="1732436">
                  <a:extLst>
                    <a:ext uri="{9D8B030D-6E8A-4147-A177-3AD203B41FA5}">
                      <a16:colId xmlns:a16="http://schemas.microsoft.com/office/drawing/2014/main" val="2081268159"/>
                    </a:ext>
                  </a:extLst>
                </a:gridCol>
                <a:gridCol w="1662688">
                  <a:extLst>
                    <a:ext uri="{9D8B030D-6E8A-4147-A177-3AD203B41FA5}">
                      <a16:colId xmlns:a16="http://schemas.microsoft.com/office/drawing/2014/main" val="3305461434"/>
                    </a:ext>
                  </a:extLst>
                </a:gridCol>
                <a:gridCol w="1973899">
                  <a:extLst>
                    <a:ext uri="{9D8B030D-6E8A-4147-A177-3AD203B41FA5}">
                      <a16:colId xmlns:a16="http://schemas.microsoft.com/office/drawing/2014/main" val="2096589802"/>
                    </a:ext>
                  </a:extLst>
                </a:gridCol>
                <a:gridCol w="2340589">
                  <a:extLst>
                    <a:ext uri="{9D8B030D-6E8A-4147-A177-3AD203B41FA5}">
                      <a16:colId xmlns:a16="http://schemas.microsoft.com/office/drawing/2014/main" val="564386052"/>
                    </a:ext>
                  </a:extLst>
                </a:gridCol>
              </a:tblGrid>
              <a:tr h="1125922">
                <a:tc gridSpan="5">
                  <a:txBody>
                    <a:bodyPr/>
                    <a:lstStyle/>
                    <a:p>
                      <a:pPr algn="ctr" rtl="1" fontAlgn="t"/>
                      <a:r>
                        <a:rPr lang="ur-PK" sz="5600" b="0" i="0" u="none" strike="noStrike" dirty="0">
                          <a:solidFill>
                            <a:schemeClr val="tx1"/>
                          </a:solidFill>
                          <a:effectLst>
                            <a:glow rad="139700">
                              <a:schemeClr val="accent2">
                                <a:satMod val="175000"/>
                                <a:alpha val="40000"/>
                              </a:schemeClr>
                            </a:glow>
                          </a:effectLst>
                          <a:latin typeface="Al Qalam Quran Majeed" panose="02010000000000000000" pitchFamily="2" charset="-78"/>
                          <a:cs typeface="Al Qalam Quran Majeed" panose="02010000000000000000" pitchFamily="2" charset="-78"/>
                        </a:rPr>
                        <a:t>بِسْمِ اللّٰهِ الرَّحْمٰنِ الرَّحِیْمِ۝</a:t>
                      </a:r>
                    </a:p>
                  </a:txBody>
                  <a:tcPr marL="8837" marR="8837" marT="8837"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64013700"/>
                  </a:ext>
                </a:extLst>
              </a:tr>
              <a:tr h="1251279">
                <a:tc>
                  <a:txBody>
                    <a:bodyPr/>
                    <a:lstStyle/>
                    <a:p>
                      <a:pPr algn="ctr" rtl="1" fontAlgn="ctr"/>
                      <a:r>
                        <a:rPr lang="en-US" sz="4700" b="0" i="0" u="none" strike="noStrike" dirty="0">
                          <a:solidFill>
                            <a:schemeClr val="tx1"/>
                          </a:solidFill>
                          <a:effectLst/>
                          <a:latin typeface="Al Qalam Quran Majeed" panose="02010000000000000000" pitchFamily="2" charset="-78"/>
                          <a:cs typeface="Al Qalam Quran Majeed" panose="02010000000000000000" pitchFamily="2" charset="-78"/>
                        </a:rPr>
                        <a:t> </a:t>
                      </a:r>
                      <a:r>
                        <a:rPr lang="ur-PK" sz="4700" b="0" i="0" u="none" strike="noStrike" dirty="0">
                          <a:solidFill>
                            <a:schemeClr val="tx1"/>
                          </a:solidFill>
                          <a:effectLst/>
                          <a:latin typeface="Al Qalam Quran Majeed" panose="02010000000000000000" pitchFamily="2" charset="-78"/>
                          <a:cs typeface="Al Qalam Quran Majeed" panose="02010000000000000000" pitchFamily="2" charset="-78"/>
                        </a:rPr>
                        <a:t>بِ </a:t>
                      </a:r>
                    </a:p>
                  </a:txBody>
                  <a:tcPr marL="8837" marR="8837" marT="88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fontAlgn="ctr"/>
                      <a:r>
                        <a:rPr lang="ur-PK" sz="4700" b="0" i="0" u="none" strike="noStrike" dirty="0">
                          <a:solidFill>
                            <a:schemeClr val="tx1"/>
                          </a:solidFill>
                          <a:effectLst/>
                          <a:latin typeface="Al Qalam Quran Majeed" panose="02010000000000000000" pitchFamily="2" charset="-78"/>
                          <a:cs typeface="Al Qalam Quran Majeed" panose="02010000000000000000" pitchFamily="2" charset="-78"/>
                        </a:rPr>
                        <a:t>اِسْمِ</a:t>
                      </a:r>
                    </a:p>
                  </a:txBody>
                  <a:tcPr marL="8837" marR="8837" marT="88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fontAlgn="ctr"/>
                      <a:r>
                        <a:rPr lang="ur-PK" sz="4700" b="0" i="0" u="none" strike="noStrike" dirty="0">
                          <a:solidFill>
                            <a:schemeClr val="tx1"/>
                          </a:solidFill>
                          <a:effectLst/>
                          <a:latin typeface="Al Qalam Quran Majeed" panose="02010000000000000000" pitchFamily="2" charset="-78"/>
                          <a:cs typeface="Al Qalam Quran Majeed" panose="02010000000000000000" pitchFamily="2" charset="-78"/>
                        </a:rPr>
                        <a:t>اللّٰهِ</a:t>
                      </a:r>
                    </a:p>
                  </a:txBody>
                  <a:tcPr marL="8837" marR="8837" marT="88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fontAlgn="ctr"/>
                      <a:r>
                        <a:rPr lang="ur-PK" sz="4700" b="0" i="0" u="none" strike="noStrike" dirty="0">
                          <a:solidFill>
                            <a:schemeClr val="tx1"/>
                          </a:solidFill>
                          <a:effectLst/>
                          <a:latin typeface="Al Qalam Quran Majeed" panose="02010000000000000000" pitchFamily="2" charset="-78"/>
                          <a:cs typeface="Al Qalam Quran Majeed" panose="02010000000000000000" pitchFamily="2" charset="-78"/>
                        </a:rPr>
                        <a:t>الرَّحْمٰنِ</a:t>
                      </a:r>
                    </a:p>
                  </a:txBody>
                  <a:tcPr marL="8837" marR="8837" marT="88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fontAlgn="ctr"/>
                      <a:r>
                        <a:rPr lang="ur-PK" sz="4700" b="0" i="0" u="none" strike="noStrike" dirty="0">
                          <a:solidFill>
                            <a:schemeClr val="tx1"/>
                          </a:solidFill>
                          <a:effectLst/>
                          <a:latin typeface="Al Qalam Quran Majeed" panose="02010000000000000000" pitchFamily="2" charset="-78"/>
                          <a:cs typeface="Al Qalam Quran Majeed" panose="02010000000000000000" pitchFamily="2" charset="-78"/>
                        </a:rPr>
                        <a:t>الرَّحِیْمِ</a:t>
                      </a:r>
                    </a:p>
                  </a:txBody>
                  <a:tcPr marL="8837" marR="8837" marT="88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50527990"/>
                  </a:ext>
                </a:extLst>
              </a:tr>
            </a:tbl>
          </a:graphicData>
        </a:graphic>
      </p:graphicFrame>
      <p:graphicFrame>
        <p:nvGraphicFramePr>
          <p:cNvPr id="5" name="Table 4">
            <a:extLst>
              <a:ext uri="{FF2B5EF4-FFF2-40B4-BE49-F238E27FC236}">
                <a16:creationId xmlns:a16="http://schemas.microsoft.com/office/drawing/2014/main" id="{0B133CBF-2791-4214-8442-CF14F9DE2EC4}"/>
              </a:ext>
            </a:extLst>
          </p:cNvPr>
          <p:cNvGraphicFramePr>
            <a:graphicFrameLocks noGrp="1"/>
          </p:cNvGraphicFramePr>
          <p:nvPr/>
        </p:nvGraphicFramePr>
        <p:xfrm>
          <a:off x="1243500" y="3512103"/>
          <a:ext cx="9563487" cy="2102912"/>
        </p:xfrm>
        <a:graphic>
          <a:graphicData uri="http://schemas.openxmlformats.org/drawingml/2006/table">
            <a:tbl>
              <a:tblPr rtl="1">
                <a:tableStyleId>{5C22544A-7EE6-4342-B048-85BDC9FD1C3A}</a:tableStyleId>
              </a:tblPr>
              <a:tblGrid>
                <a:gridCol w="1851448">
                  <a:extLst>
                    <a:ext uri="{9D8B030D-6E8A-4147-A177-3AD203B41FA5}">
                      <a16:colId xmlns:a16="http://schemas.microsoft.com/office/drawing/2014/main" val="4174183585"/>
                    </a:ext>
                  </a:extLst>
                </a:gridCol>
                <a:gridCol w="1734861">
                  <a:extLst>
                    <a:ext uri="{9D8B030D-6E8A-4147-A177-3AD203B41FA5}">
                      <a16:colId xmlns:a16="http://schemas.microsoft.com/office/drawing/2014/main" val="2081268159"/>
                    </a:ext>
                  </a:extLst>
                </a:gridCol>
                <a:gridCol w="1660115">
                  <a:extLst>
                    <a:ext uri="{9D8B030D-6E8A-4147-A177-3AD203B41FA5}">
                      <a16:colId xmlns:a16="http://schemas.microsoft.com/office/drawing/2014/main" val="3305461434"/>
                    </a:ext>
                  </a:extLst>
                </a:gridCol>
                <a:gridCol w="1981279">
                  <a:extLst>
                    <a:ext uri="{9D8B030D-6E8A-4147-A177-3AD203B41FA5}">
                      <a16:colId xmlns:a16="http://schemas.microsoft.com/office/drawing/2014/main" val="2096589802"/>
                    </a:ext>
                  </a:extLst>
                </a:gridCol>
                <a:gridCol w="2335784">
                  <a:extLst>
                    <a:ext uri="{9D8B030D-6E8A-4147-A177-3AD203B41FA5}">
                      <a16:colId xmlns:a16="http://schemas.microsoft.com/office/drawing/2014/main" val="564386052"/>
                    </a:ext>
                  </a:extLst>
                </a:gridCol>
              </a:tblGrid>
              <a:tr h="1229883">
                <a:tc>
                  <a:txBody>
                    <a:bodyPr/>
                    <a:lstStyle/>
                    <a:p>
                      <a:pPr algn="ctr" rtl="1" fontAlgn="ctr"/>
                      <a:r>
                        <a:rPr lang="ur-PK" sz="3600" b="0" i="0" u="none" strike="noStrike" dirty="0">
                          <a:solidFill>
                            <a:schemeClr val="tx1"/>
                          </a:solidFill>
                          <a:effectLst/>
                          <a:latin typeface="Jameel Noori Nastaleeq" panose="02000503000000020004" pitchFamily="2" charset="-78"/>
                          <a:cs typeface="Jameel Noori Nastaleeq" panose="02000503000000020004" pitchFamily="2" charset="-78"/>
                        </a:rPr>
                        <a:t>ساتھ </a:t>
                      </a:r>
                    </a:p>
                  </a:txBody>
                  <a:tcPr marL="8837" marR="8837" marT="88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3600" b="0" i="0" u="none" strike="noStrike" dirty="0">
                          <a:solidFill>
                            <a:schemeClr val="tx1"/>
                          </a:solidFill>
                          <a:effectLst/>
                          <a:latin typeface="Jameel Noori Nastaleeq" panose="02000503000000020004" pitchFamily="2" charset="-78"/>
                          <a:cs typeface="Jameel Noori Nastaleeq" panose="02000503000000020004" pitchFamily="2" charset="-78"/>
                        </a:rPr>
                        <a:t>نام </a:t>
                      </a:r>
                    </a:p>
                  </a:txBody>
                  <a:tcPr marL="8837" marR="8837" marT="88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3600" b="0" i="0" u="none" strike="noStrike" dirty="0">
                          <a:solidFill>
                            <a:schemeClr val="tx1"/>
                          </a:solidFill>
                          <a:effectLst/>
                          <a:latin typeface="Jameel Noori Nastaleeq" panose="02000503000000020004" pitchFamily="2" charset="-78"/>
                          <a:cs typeface="Jameel Noori Nastaleeq" panose="02000503000000020004" pitchFamily="2" charset="-78"/>
                        </a:rPr>
                        <a:t>اللہ </a:t>
                      </a:r>
                    </a:p>
                  </a:txBody>
                  <a:tcPr marL="8837" marR="8837" marT="88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3600" b="0" i="0" u="none" strike="noStrike" dirty="0">
                          <a:solidFill>
                            <a:schemeClr val="tx1"/>
                          </a:solidFill>
                          <a:effectLst/>
                          <a:latin typeface="Jameel Noori Nastaleeq" panose="02000503000000020004" pitchFamily="2" charset="-78"/>
                          <a:cs typeface="Jameel Noori Nastaleeq" panose="02000503000000020004" pitchFamily="2" charset="-78"/>
                        </a:rPr>
                        <a:t>نہایت مہربان </a:t>
                      </a:r>
                    </a:p>
                  </a:txBody>
                  <a:tcPr marL="8837" marR="8837" marT="88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3600" b="0" i="0" u="none" strike="noStrike" dirty="0">
                          <a:solidFill>
                            <a:schemeClr val="tx1"/>
                          </a:solidFill>
                          <a:effectLst/>
                          <a:latin typeface="Jameel Noori Nastaleeq" panose="02000503000000020004" pitchFamily="2" charset="-78"/>
                          <a:cs typeface="Jameel Noori Nastaleeq" panose="02000503000000020004" pitchFamily="2" charset="-78"/>
                        </a:rPr>
                        <a:t>ہمیشہ رحم فرمانے والا </a:t>
                      </a:r>
                    </a:p>
                  </a:txBody>
                  <a:tcPr marL="8837" marR="8837" marT="88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4707317"/>
                  </a:ext>
                </a:extLst>
              </a:tr>
              <a:tr h="873029">
                <a:tc gridSpan="5">
                  <a:txBody>
                    <a:bodyPr/>
                    <a:lstStyle/>
                    <a:p>
                      <a:pPr algn="ctr" rtl="1"/>
                      <a:r>
                        <a:rPr lang="ur-PK" sz="3600" b="0" i="0" kern="1200" dirty="0">
                          <a:solidFill>
                            <a:schemeClr val="tx1"/>
                          </a:solidFill>
                          <a:effectLst/>
                          <a:latin typeface="Jameel Noori Nastaleeq" panose="02000503000000020004" pitchFamily="2" charset="-78"/>
                          <a:ea typeface="+mn-ea"/>
                          <a:cs typeface="Jameel Noori Nastaleeq" panose="02000503000000020004" pitchFamily="2" charset="-78"/>
                        </a:rPr>
                        <a:t>اللہ کے نام سے شروع جو نہایت مہربان ہمیشہ رحم فرمانے والا ہے</a:t>
                      </a:r>
                    </a:p>
                  </a:txBody>
                  <a:tcPr marL="8837" marR="8837" marT="88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228535534"/>
                  </a:ext>
                </a:extLst>
              </a:tr>
            </a:tbl>
          </a:graphicData>
        </a:graphic>
      </p:graphicFrame>
      <p:pic>
        <p:nvPicPr>
          <p:cNvPr id="6" name="001_000">
            <a:hlinkClick r:id="" action="ppaction://media"/>
            <a:extLst>
              <a:ext uri="{FF2B5EF4-FFF2-40B4-BE49-F238E27FC236}">
                <a16:creationId xmlns:a16="http://schemas.microsoft.com/office/drawing/2014/main" id="{8AD1ECA0-F156-4D05-8ACF-ADB540F966FC}"/>
              </a:ext>
            </a:extLst>
          </p:cNvPr>
          <p:cNvPicPr>
            <a:picLocks noChangeAspect="1"/>
          </p:cNvPicPr>
          <p:nvPr>
            <a:audioFile r:link="rId2"/>
            <p:extLst>
              <p:ext uri="{DAA4B4D4-6D71-4841-9C94-3DE7FCFB9230}">
                <p14:media xmlns:p14="http://schemas.microsoft.com/office/powerpoint/2010/main" r:embed="rId1"/>
              </p:ext>
            </p:extLst>
          </p:nvPr>
        </p:nvPicPr>
        <p:blipFill>
          <a:blip r:embed="rId7">
            <a:biLevel thresh="75000"/>
            <a:extLst>
              <a:ext uri="{BEBA8EAE-BF5A-486C-A8C5-ECC9F3942E4B}">
                <a14:imgProps xmlns:a14="http://schemas.microsoft.com/office/drawing/2010/main">
                  <a14:imgLayer r:embed="rId8">
                    <a14:imgEffect>
                      <a14:brightnessContrast bright="-40000" contrast="-40000"/>
                    </a14:imgEffect>
                  </a14:imgLayer>
                </a14:imgProps>
              </a:ext>
            </a:extLst>
          </a:blip>
          <a:stretch>
            <a:fillRect/>
          </a:stretch>
        </p:blipFill>
        <p:spPr>
          <a:xfrm>
            <a:off x="10107784" y="1453796"/>
            <a:ext cx="565260" cy="565232"/>
          </a:xfrm>
          <a:prstGeom prst="rect">
            <a:avLst/>
          </a:prstGeom>
        </p:spPr>
      </p:pic>
      <p:pic>
        <p:nvPicPr>
          <p:cNvPr id="7" name="0">
            <a:hlinkClick r:id="" action="ppaction://media"/>
            <a:extLst>
              <a:ext uri="{FF2B5EF4-FFF2-40B4-BE49-F238E27FC236}">
                <a16:creationId xmlns:a16="http://schemas.microsoft.com/office/drawing/2014/main" id="{1C5B84A4-DEA1-47A9-8105-D748323EF25E}"/>
              </a:ext>
            </a:extLst>
          </p:cNvPr>
          <p:cNvPicPr>
            <a:picLocks noChangeAspect="1"/>
          </p:cNvPicPr>
          <p:nvPr>
            <a:audioFile r:link="rId4"/>
            <p:extLst>
              <p:ext uri="{DAA4B4D4-6D71-4841-9C94-3DE7FCFB9230}">
                <p14:media xmlns:p14="http://schemas.microsoft.com/office/powerpoint/2010/main" r:embed="rId3"/>
              </p:ext>
            </p:extLst>
          </p:nvPr>
        </p:nvPicPr>
        <p:blipFill>
          <a:blip r:embed="rId7">
            <a:biLevel thresh="75000"/>
            <a:extLst>
              <a:ext uri="{BEBA8EAE-BF5A-486C-A8C5-ECC9F3942E4B}">
                <a14:imgProps xmlns:a14="http://schemas.microsoft.com/office/drawing/2010/main">
                  <a14:imgLayer r:embed="rId8">
                    <a14:imgEffect>
                      <a14:brightnessContrast bright="-40000" contrast="-40000"/>
                    </a14:imgEffect>
                  </a14:imgLayer>
                </a14:imgProps>
              </a:ext>
            </a:extLst>
          </a:blip>
          <a:stretch>
            <a:fillRect/>
          </a:stretch>
        </p:blipFill>
        <p:spPr>
          <a:xfrm>
            <a:off x="10107784" y="4943211"/>
            <a:ext cx="565260" cy="565232"/>
          </a:xfrm>
          <a:prstGeom prst="rect">
            <a:avLst/>
          </a:prstGeom>
        </p:spPr>
      </p:pic>
    </p:spTree>
    <p:extLst>
      <p:ext uri="{BB962C8B-B14F-4D97-AF65-F5344CB8AC3E}">
        <p14:creationId xmlns:p14="http://schemas.microsoft.com/office/powerpoint/2010/main" val="167416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112" fill="hold"/>
                                        <p:tgtEl>
                                          <p:spTgt spid="6"/>
                                        </p:tgtEl>
                                      </p:cBhvr>
                                    </p:cmd>
                                  </p:childTnLst>
                                </p:cTn>
                              </p:par>
                            </p:childTnLst>
                          </p:cTn>
                        </p:par>
                      </p:childTnLst>
                    </p:cTn>
                  </p:par>
                  <p:par>
                    <p:cTn id="7" fill="hold">
                      <p:stCondLst>
                        <p:cond delay="indefinite"/>
                      </p:stCondLst>
                      <p:childTnLst>
                        <p:par>
                          <p:cTn id="8" fill="hold">
                            <p:stCondLst>
                              <p:cond delay="0"/>
                            </p:stCondLst>
                            <p:childTnLst>
                              <p:par>
                                <p:cTn id="9" presetID="22" presetClass="entr" presetSubtype="2"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right)">
                                      <p:cBhvr>
                                        <p:cTn id="11" dur="10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down)">
                                      <p:cBhvr>
                                        <p:cTn id="16" dur="500"/>
                                        <p:tgtEl>
                                          <p:spTgt spid="7"/>
                                        </p:tgtEl>
                                      </p:cBhvr>
                                    </p:animEffect>
                                  </p:childTnLst>
                                </p:cTn>
                              </p:par>
                            </p:childTnLst>
                          </p:cTn>
                        </p:par>
                        <p:par>
                          <p:cTn id="17" fill="hold">
                            <p:stCondLst>
                              <p:cond delay="500"/>
                            </p:stCondLst>
                            <p:childTnLst>
                              <p:par>
                                <p:cTn id="18" presetID="1" presetClass="mediacall" presetSubtype="0" fill="hold" nodeType="afterEffect">
                                  <p:stCondLst>
                                    <p:cond delay="0"/>
                                  </p:stCondLst>
                                  <p:childTnLst>
                                    <p:cmd type="call" cmd="playFrom(0.0)">
                                      <p:cBhvr>
                                        <p:cTn id="19" dur="5088"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20" fill="hold" display="0">
                  <p:stCondLst>
                    <p:cond delay="indefinite"/>
                  </p:stCondLst>
                  <p:endCondLst>
                    <p:cond evt="onStopAudio" delay="0">
                      <p:tgtEl>
                        <p:sldTgt/>
                      </p:tgtEl>
                    </p:cond>
                  </p:endCondLst>
                </p:cTn>
                <p:tgtEl>
                  <p:spTgt spid="6"/>
                </p:tgtEl>
              </p:cMediaNode>
            </p:audio>
            <p:audio>
              <p:cMediaNode vol="80000">
                <p:cTn id="21" fill="hold" display="0">
                  <p:stCondLst>
                    <p:cond delay="indefinite"/>
                  </p:stCondLst>
                  <p:endCondLst>
                    <p:cond evt="onStopAudio" delay="0">
                      <p:tgtEl>
                        <p:sldTgt/>
                      </p:tgtEl>
                    </p:cond>
                  </p:endCondLst>
                </p:cTn>
                <p:tgtEl>
                  <p:spTgt spid="7"/>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F8C26-8D4E-0290-0E56-477172A955DF}"/>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CCC54C5-4E74-C4A9-6833-C45E0061D7D9}"/>
              </a:ext>
            </a:extLst>
          </p:cNvPr>
          <p:cNvGraphicFramePr>
            <a:graphicFrameLocks noGrp="1"/>
          </p:cNvGraphicFramePr>
          <p:nvPr>
            <p:extLst>
              <p:ext uri="{D42A27DB-BD31-4B8C-83A1-F6EECF244321}">
                <p14:modId xmlns:p14="http://schemas.microsoft.com/office/powerpoint/2010/main" val="2109240220"/>
              </p:ext>
            </p:extLst>
          </p:nvPr>
        </p:nvGraphicFramePr>
        <p:xfrm>
          <a:off x="738204" y="942238"/>
          <a:ext cx="10747673" cy="2524897"/>
        </p:xfrm>
        <a:graphic>
          <a:graphicData uri="http://schemas.openxmlformats.org/drawingml/2006/table">
            <a:tbl>
              <a:tblPr rtl="1">
                <a:tableStyleId>{5C22544A-7EE6-4342-B048-85BDC9FD1C3A}</a:tableStyleId>
              </a:tblPr>
              <a:tblGrid>
                <a:gridCol w="1365907">
                  <a:extLst>
                    <a:ext uri="{9D8B030D-6E8A-4147-A177-3AD203B41FA5}">
                      <a16:colId xmlns:a16="http://schemas.microsoft.com/office/drawing/2014/main" val="4174183585"/>
                    </a:ext>
                  </a:extLst>
                </a:gridCol>
                <a:gridCol w="1480395">
                  <a:extLst>
                    <a:ext uri="{9D8B030D-6E8A-4147-A177-3AD203B41FA5}">
                      <a16:colId xmlns:a16="http://schemas.microsoft.com/office/drawing/2014/main" val="2081268159"/>
                    </a:ext>
                  </a:extLst>
                </a:gridCol>
                <a:gridCol w="1489507">
                  <a:extLst>
                    <a:ext uri="{9D8B030D-6E8A-4147-A177-3AD203B41FA5}">
                      <a16:colId xmlns:a16="http://schemas.microsoft.com/office/drawing/2014/main" val="3305461434"/>
                    </a:ext>
                  </a:extLst>
                </a:gridCol>
                <a:gridCol w="1814940">
                  <a:extLst>
                    <a:ext uri="{9D8B030D-6E8A-4147-A177-3AD203B41FA5}">
                      <a16:colId xmlns:a16="http://schemas.microsoft.com/office/drawing/2014/main" val="2096589802"/>
                    </a:ext>
                  </a:extLst>
                </a:gridCol>
                <a:gridCol w="1439392">
                  <a:extLst>
                    <a:ext uri="{9D8B030D-6E8A-4147-A177-3AD203B41FA5}">
                      <a16:colId xmlns:a16="http://schemas.microsoft.com/office/drawing/2014/main" val="512105780"/>
                    </a:ext>
                  </a:extLst>
                </a:gridCol>
                <a:gridCol w="1578766">
                  <a:extLst>
                    <a:ext uri="{9D8B030D-6E8A-4147-A177-3AD203B41FA5}">
                      <a16:colId xmlns:a16="http://schemas.microsoft.com/office/drawing/2014/main" val="564386052"/>
                    </a:ext>
                  </a:extLst>
                </a:gridCol>
                <a:gridCol w="1578766">
                  <a:extLst>
                    <a:ext uri="{9D8B030D-6E8A-4147-A177-3AD203B41FA5}">
                      <a16:colId xmlns:a16="http://schemas.microsoft.com/office/drawing/2014/main" val="1517296564"/>
                    </a:ext>
                  </a:extLst>
                </a:gridCol>
              </a:tblGrid>
              <a:tr h="1195875">
                <a:tc gridSpan="7">
                  <a:txBody>
                    <a:bodyPr/>
                    <a:lstStyle/>
                    <a:p>
                      <a:pPr algn="ctr" rtl="1" fontAlgn="t"/>
                      <a:r>
                        <a:rPr lang="ur-PK" sz="5400" b="0" i="0" u="none" strike="noStrike" dirty="0">
                          <a:solidFill>
                            <a:srgbClr val="000000"/>
                          </a:solidFill>
                          <a:effectLst>
                            <a:glow rad="228600">
                              <a:schemeClr val="accent4">
                                <a:satMod val="175000"/>
                                <a:alpha val="40000"/>
                              </a:schemeClr>
                            </a:glow>
                          </a:effectLst>
                          <a:latin typeface="Al Qalam Quran Majeed" panose="02010000000000000000" pitchFamily="2" charset="-78"/>
                          <a:cs typeface="Al Qalam Quran Majeed" panose="02010000000000000000" pitchFamily="2" charset="-78"/>
                        </a:rPr>
                        <a:t>اِنَّ اللّٰهَ لَا یَسْتَحْیٖۤ اَنْ یَّضْرِبَ مَثَلًا </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rtl="1" fontAlgn="t"/>
                      <a:endParaRPr lang="ur-PK" sz="56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8838" marR="8838" marT="8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4013700"/>
                  </a:ext>
                </a:extLst>
              </a:tr>
              <a:tr h="1329022">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اِنَّ</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اللّٰهَ</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لَا</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یَسْتَحْیٖۤ</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اَنْ</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یَّضْرِبَ</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مَثَلًا</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0527990"/>
                  </a:ext>
                </a:extLst>
              </a:tr>
            </a:tbl>
          </a:graphicData>
        </a:graphic>
      </p:graphicFrame>
      <p:graphicFrame>
        <p:nvGraphicFramePr>
          <p:cNvPr id="6" name="Table 5">
            <a:extLst>
              <a:ext uri="{FF2B5EF4-FFF2-40B4-BE49-F238E27FC236}">
                <a16:creationId xmlns:a16="http://schemas.microsoft.com/office/drawing/2014/main" id="{A48D1360-5402-4C9D-9C0F-A5418A286EFF}"/>
              </a:ext>
            </a:extLst>
          </p:cNvPr>
          <p:cNvGraphicFramePr>
            <a:graphicFrameLocks noGrp="1"/>
          </p:cNvGraphicFramePr>
          <p:nvPr>
            <p:extLst>
              <p:ext uri="{D42A27DB-BD31-4B8C-83A1-F6EECF244321}">
                <p14:modId xmlns:p14="http://schemas.microsoft.com/office/powerpoint/2010/main" val="150305315"/>
              </p:ext>
            </p:extLst>
          </p:nvPr>
        </p:nvGraphicFramePr>
        <p:xfrm>
          <a:off x="738206" y="3740856"/>
          <a:ext cx="10747671" cy="2524897"/>
        </p:xfrm>
        <a:graphic>
          <a:graphicData uri="http://schemas.openxmlformats.org/drawingml/2006/table">
            <a:tbl>
              <a:tblPr rtl="1">
                <a:tableStyleId>{5C22544A-7EE6-4342-B048-85BDC9FD1C3A}</a:tableStyleId>
              </a:tblPr>
              <a:tblGrid>
                <a:gridCol w="1595066">
                  <a:extLst>
                    <a:ext uri="{9D8B030D-6E8A-4147-A177-3AD203B41FA5}">
                      <a16:colId xmlns:a16="http://schemas.microsoft.com/office/drawing/2014/main" val="4174183585"/>
                    </a:ext>
                  </a:extLst>
                </a:gridCol>
                <a:gridCol w="1741332">
                  <a:extLst>
                    <a:ext uri="{9D8B030D-6E8A-4147-A177-3AD203B41FA5}">
                      <a16:colId xmlns:a16="http://schemas.microsoft.com/office/drawing/2014/main" val="2081268159"/>
                    </a:ext>
                  </a:extLst>
                </a:gridCol>
                <a:gridCol w="1763792">
                  <a:extLst>
                    <a:ext uri="{9D8B030D-6E8A-4147-A177-3AD203B41FA5}">
                      <a16:colId xmlns:a16="http://schemas.microsoft.com/office/drawing/2014/main" val="3305461434"/>
                    </a:ext>
                  </a:extLst>
                </a:gridCol>
                <a:gridCol w="1946265">
                  <a:extLst>
                    <a:ext uri="{9D8B030D-6E8A-4147-A177-3AD203B41FA5}">
                      <a16:colId xmlns:a16="http://schemas.microsoft.com/office/drawing/2014/main" val="2096589802"/>
                    </a:ext>
                  </a:extLst>
                </a:gridCol>
                <a:gridCol w="1850608">
                  <a:extLst>
                    <a:ext uri="{9D8B030D-6E8A-4147-A177-3AD203B41FA5}">
                      <a16:colId xmlns:a16="http://schemas.microsoft.com/office/drawing/2014/main" val="564386052"/>
                    </a:ext>
                  </a:extLst>
                </a:gridCol>
                <a:gridCol w="1850608">
                  <a:extLst>
                    <a:ext uri="{9D8B030D-6E8A-4147-A177-3AD203B41FA5}">
                      <a16:colId xmlns:a16="http://schemas.microsoft.com/office/drawing/2014/main" val="4128036879"/>
                    </a:ext>
                  </a:extLst>
                </a:gridCol>
              </a:tblGrid>
              <a:tr h="1195875">
                <a:tc gridSpan="6">
                  <a:txBody>
                    <a:bodyPr/>
                    <a:lstStyle/>
                    <a:p>
                      <a:pPr algn="ctr" rtl="1" fontAlgn="t"/>
                      <a:r>
                        <a:rPr lang="ur-PK" sz="4800" b="0" i="0" u="none" strike="noStrike" dirty="0">
                          <a:solidFill>
                            <a:srgbClr val="000000"/>
                          </a:solidFill>
                          <a:effectLst>
                            <a:glow rad="228600">
                              <a:schemeClr val="accent4">
                                <a:satMod val="175000"/>
                                <a:alpha val="40000"/>
                              </a:schemeClr>
                            </a:glow>
                          </a:effectLst>
                          <a:latin typeface="Al Qalam Quran Majeed" panose="02010000000000000000" pitchFamily="2" charset="-78"/>
                          <a:cs typeface="Al Qalam Quran Majeed" panose="02010000000000000000" pitchFamily="2" charset="-78"/>
                        </a:rPr>
                        <a:t>مَّا بَعُوْضَةً فَمَا فَوْقَهَا ؕ </a:t>
                      </a:r>
                      <a:r>
                        <a:rPr lang="ur-PK" sz="5400" b="0" i="0" u="none" strike="noStrike" dirty="0">
                          <a:solidFill>
                            <a:srgbClr val="000000"/>
                          </a:solidFill>
                          <a:effectLst>
                            <a:glow rad="228600">
                              <a:schemeClr val="accent4">
                                <a:satMod val="175000"/>
                                <a:alpha val="40000"/>
                              </a:schemeClr>
                            </a:glow>
                          </a:effectLst>
                          <a:latin typeface="Al Qalam Quran Majeed" panose="02010000000000000000" pitchFamily="2" charset="-78"/>
                          <a:cs typeface="Al Qalam Quran Majeed" panose="02010000000000000000" pitchFamily="2" charset="-78"/>
                        </a:rPr>
                        <a:t>فَاَمَّا</a:t>
                      </a:r>
                      <a:r>
                        <a:rPr lang="ur-PK" sz="4800" b="0" i="0" u="none" strike="noStrike" dirty="0">
                          <a:solidFill>
                            <a:srgbClr val="000000"/>
                          </a:solidFill>
                          <a:effectLst>
                            <a:glow rad="228600">
                              <a:schemeClr val="accent4">
                                <a:satMod val="175000"/>
                                <a:alpha val="40000"/>
                              </a:schemeClr>
                            </a:glow>
                          </a:effectLst>
                          <a:latin typeface="Al Qalam Quran Majeed" panose="02010000000000000000" pitchFamily="2" charset="-78"/>
                          <a:cs typeface="Al Qalam Quran Majeed" panose="02010000000000000000" pitchFamily="2" charset="-78"/>
                        </a:rPr>
                        <a:t> الَّذِیْنَ</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rtl="1" fontAlgn="t"/>
                      <a:endParaRPr lang="ur-PK" sz="56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8838" marR="8838" marT="8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4013700"/>
                  </a:ext>
                </a:extLst>
              </a:tr>
              <a:tr h="1329022">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مَّا</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بَعُوْضَةً</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فَمَا</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فَوْقَهَا</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فَاَمَّا</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الَّذِیْنَ</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0527990"/>
                  </a:ext>
                </a:extLst>
              </a:tr>
            </a:tbl>
          </a:graphicData>
        </a:graphic>
      </p:graphicFrame>
    </p:spTree>
    <p:extLst>
      <p:ext uri="{BB962C8B-B14F-4D97-AF65-F5344CB8AC3E}">
        <p14:creationId xmlns:p14="http://schemas.microsoft.com/office/powerpoint/2010/main" val="3336337041"/>
      </p:ext>
    </p:extLst>
  </p:cSld>
  <p:clrMapOvr>
    <a:masterClrMapping/>
  </p:clrMapOvr>
  <p:transition spd="med">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F8C26-8D4E-0290-0E56-477172A955DF}"/>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CCC54C5-4E74-C4A9-6833-C45E0061D7D9}"/>
              </a:ext>
            </a:extLst>
          </p:cNvPr>
          <p:cNvGraphicFramePr>
            <a:graphicFrameLocks noGrp="1"/>
          </p:cNvGraphicFramePr>
          <p:nvPr>
            <p:extLst>
              <p:ext uri="{D42A27DB-BD31-4B8C-83A1-F6EECF244321}">
                <p14:modId xmlns:p14="http://schemas.microsoft.com/office/powerpoint/2010/main" val="323344672"/>
              </p:ext>
            </p:extLst>
          </p:nvPr>
        </p:nvGraphicFramePr>
        <p:xfrm>
          <a:off x="738206" y="942238"/>
          <a:ext cx="10747671" cy="2524897"/>
        </p:xfrm>
        <a:graphic>
          <a:graphicData uri="http://schemas.openxmlformats.org/drawingml/2006/table">
            <a:tbl>
              <a:tblPr rtl="1">
                <a:tableStyleId>{5C22544A-7EE6-4342-B048-85BDC9FD1C3A}</a:tableStyleId>
              </a:tblPr>
              <a:tblGrid>
                <a:gridCol w="1595066">
                  <a:extLst>
                    <a:ext uri="{9D8B030D-6E8A-4147-A177-3AD203B41FA5}">
                      <a16:colId xmlns:a16="http://schemas.microsoft.com/office/drawing/2014/main" val="4174183585"/>
                    </a:ext>
                  </a:extLst>
                </a:gridCol>
                <a:gridCol w="1741332">
                  <a:extLst>
                    <a:ext uri="{9D8B030D-6E8A-4147-A177-3AD203B41FA5}">
                      <a16:colId xmlns:a16="http://schemas.microsoft.com/office/drawing/2014/main" val="2081268159"/>
                    </a:ext>
                  </a:extLst>
                </a:gridCol>
                <a:gridCol w="1763792">
                  <a:extLst>
                    <a:ext uri="{9D8B030D-6E8A-4147-A177-3AD203B41FA5}">
                      <a16:colId xmlns:a16="http://schemas.microsoft.com/office/drawing/2014/main" val="3305461434"/>
                    </a:ext>
                  </a:extLst>
                </a:gridCol>
                <a:gridCol w="1946265">
                  <a:extLst>
                    <a:ext uri="{9D8B030D-6E8A-4147-A177-3AD203B41FA5}">
                      <a16:colId xmlns:a16="http://schemas.microsoft.com/office/drawing/2014/main" val="2096589802"/>
                    </a:ext>
                  </a:extLst>
                </a:gridCol>
                <a:gridCol w="1850608">
                  <a:extLst>
                    <a:ext uri="{9D8B030D-6E8A-4147-A177-3AD203B41FA5}">
                      <a16:colId xmlns:a16="http://schemas.microsoft.com/office/drawing/2014/main" val="564386052"/>
                    </a:ext>
                  </a:extLst>
                </a:gridCol>
                <a:gridCol w="1850608">
                  <a:extLst>
                    <a:ext uri="{9D8B030D-6E8A-4147-A177-3AD203B41FA5}">
                      <a16:colId xmlns:a16="http://schemas.microsoft.com/office/drawing/2014/main" val="2097207317"/>
                    </a:ext>
                  </a:extLst>
                </a:gridCol>
              </a:tblGrid>
              <a:tr h="1195875">
                <a:tc gridSpan="6">
                  <a:txBody>
                    <a:bodyPr/>
                    <a:lstStyle/>
                    <a:p>
                      <a:pPr algn="ctr" rtl="1" fontAlgn="t"/>
                      <a:r>
                        <a:rPr lang="ur-PK" sz="5400" b="0" i="0" u="none" strike="noStrike" dirty="0">
                          <a:solidFill>
                            <a:srgbClr val="000000"/>
                          </a:solidFill>
                          <a:effectLst>
                            <a:glow rad="228600">
                              <a:schemeClr val="accent4">
                                <a:satMod val="175000"/>
                                <a:alpha val="40000"/>
                              </a:schemeClr>
                            </a:glow>
                          </a:effectLst>
                          <a:latin typeface="Al Qalam Quran Majeed" panose="02010000000000000000" pitchFamily="2" charset="-78"/>
                          <a:cs typeface="Al Qalam Quran Majeed" panose="02010000000000000000" pitchFamily="2" charset="-78"/>
                        </a:rPr>
                        <a:t>اٰمَنُوْا فَیَعْلَمُوْنَ اَنَّهُ الْحَقُّ مِنْ رَّبِّهِمْ ۚ </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rtl="1" fontAlgn="t"/>
                      <a:endParaRPr lang="ur-PK" sz="56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8838" marR="8838" marT="8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4013700"/>
                  </a:ext>
                </a:extLst>
              </a:tr>
              <a:tr h="1329022">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اٰمَنُوْا</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فَیَعْلَمُوْنَ</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اَنَّهُ</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الْحَقُّ</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مِنْ</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رَّبِّهِمْ</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0527990"/>
                  </a:ext>
                </a:extLst>
              </a:tr>
            </a:tbl>
          </a:graphicData>
        </a:graphic>
      </p:graphicFrame>
      <p:graphicFrame>
        <p:nvGraphicFramePr>
          <p:cNvPr id="6" name="Table 5">
            <a:extLst>
              <a:ext uri="{FF2B5EF4-FFF2-40B4-BE49-F238E27FC236}">
                <a16:creationId xmlns:a16="http://schemas.microsoft.com/office/drawing/2014/main" id="{EF842E91-C540-4E89-A754-4EFE51AC36C6}"/>
              </a:ext>
            </a:extLst>
          </p:cNvPr>
          <p:cNvGraphicFramePr>
            <a:graphicFrameLocks noGrp="1"/>
          </p:cNvGraphicFramePr>
          <p:nvPr>
            <p:extLst>
              <p:ext uri="{D42A27DB-BD31-4B8C-83A1-F6EECF244321}">
                <p14:modId xmlns:p14="http://schemas.microsoft.com/office/powerpoint/2010/main" val="3240162048"/>
              </p:ext>
            </p:extLst>
          </p:nvPr>
        </p:nvGraphicFramePr>
        <p:xfrm>
          <a:off x="738207" y="3685438"/>
          <a:ext cx="10747670" cy="2524897"/>
        </p:xfrm>
        <a:graphic>
          <a:graphicData uri="http://schemas.openxmlformats.org/drawingml/2006/table">
            <a:tbl>
              <a:tblPr rtl="1">
                <a:tableStyleId>{5C22544A-7EE6-4342-B048-85BDC9FD1C3A}</a:tableStyleId>
              </a:tblPr>
              <a:tblGrid>
                <a:gridCol w="1942905">
                  <a:extLst>
                    <a:ext uri="{9D8B030D-6E8A-4147-A177-3AD203B41FA5}">
                      <a16:colId xmlns:a16="http://schemas.microsoft.com/office/drawing/2014/main" val="4174183585"/>
                    </a:ext>
                  </a:extLst>
                </a:gridCol>
                <a:gridCol w="2087471">
                  <a:extLst>
                    <a:ext uri="{9D8B030D-6E8A-4147-A177-3AD203B41FA5}">
                      <a16:colId xmlns:a16="http://schemas.microsoft.com/office/drawing/2014/main" val="2081268159"/>
                    </a:ext>
                  </a:extLst>
                </a:gridCol>
                <a:gridCol w="2130664">
                  <a:extLst>
                    <a:ext uri="{9D8B030D-6E8A-4147-A177-3AD203B41FA5}">
                      <a16:colId xmlns:a16="http://schemas.microsoft.com/office/drawing/2014/main" val="3305461434"/>
                    </a:ext>
                  </a:extLst>
                </a:gridCol>
                <a:gridCol w="2351092">
                  <a:extLst>
                    <a:ext uri="{9D8B030D-6E8A-4147-A177-3AD203B41FA5}">
                      <a16:colId xmlns:a16="http://schemas.microsoft.com/office/drawing/2014/main" val="2096589802"/>
                    </a:ext>
                  </a:extLst>
                </a:gridCol>
                <a:gridCol w="2235538">
                  <a:extLst>
                    <a:ext uri="{9D8B030D-6E8A-4147-A177-3AD203B41FA5}">
                      <a16:colId xmlns:a16="http://schemas.microsoft.com/office/drawing/2014/main" val="564386052"/>
                    </a:ext>
                  </a:extLst>
                </a:gridCol>
              </a:tblGrid>
              <a:tr h="1195875">
                <a:tc gridSpan="5">
                  <a:txBody>
                    <a:bodyPr/>
                    <a:lstStyle/>
                    <a:p>
                      <a:pPr algn="ctr" rtl="1" fontAlgn="t"/>
                      <a:r>
                        <a:rPr lang="ur-PK" sz="5400" b="0" i="0" u="none" strike="noStrike" dirty="0">
                          <a:solidFill>
                            <a:srgbClr val="000000"/>
                          </a:solidFill>
                          <a:effectLst>
                            <a:glow rad="228600">
                              <a:schemeClr val="accent4">
                                <a:satMod val="175000"/>
                                <a:alpha val="40000"/>
                              </a:schemeClr>
                            </a:glow>
                          </a:effectLst>
                          <a:latin typeface="Al Qalam Quran Majeed" panose="02010000000000000000" pitchFamily="2" charset="-78"/>
                          <a:cs typeface="Al Qalam Quran Majeed" panose="02010000000000000000" pitchFamily="2" charset="-78"/>
                        </a:rPr>
                        <a:t>وَ اَمَّا الَّذِیْنَ كَفَرُوْا فَیَقُوْلُوْنَ</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64013700"/>
                  </a:ext>
                </a:extLst>
              </a:tr>
              <a:tr h="1329022">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وَ</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اَمَّا</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الَّذِیْنَ</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كَفَرُوْا</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فَیَقُوْلُوْنَ</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0527990"/>
                  </a:ext>
                </a:extLst>
              </a:tr>
            </a:tbl>
          </a:graphicData>
        </a:graphic>
      </p:graphicFrame>
    </p:spTree>
    <p:extLst>
      <p:ext uri="{BB962C8B-B14F-4D97-AF65-F5344CB8AC3E}">
        <p14:creationId xmlns:p14="http://schemas.microsoft.com/office/powerpoint/2010/main" val="3995728441"/>
      </p:ext>
    </p:extLst>
  </p:cSld>
  <p:clrMapOvr>
    <a:masterClrMapping/>
  </p:clrMapOvr>
  <p:transition spd="med">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F8C26-8D4E-0290-0E56-477172A955DF}"/>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CCC54C5-4E74-C4A9-6833-C45E0061D7D9}"/>
              </a:ext>
            </a:extLst>
          </p:cNvPr>
          <p:cNvGraphicFramePr>
            <a:graphicFrameLocks noGrp="1"/>
          </p:cNvGraphicFramePr>
          <p:nvPr>
            <p:extLst>
              <p:ext uri="{D42A27DB-BD31-4B8C-83A1-F6EECF244321}">
                <p14:modId xmlns:p14="http://schemas.microsoft.com/office/powerpoint/2010/main" val="3088220167"/>
              </p:ext>
            </p:extLst>
          </p:nvPr>
        </p:nvGraphicFramePr>
        <p:xfrm>
          <a:off x="738206" y="942238"/>
          <a:ext cx="10747671" cy="2524897"/>
        </p:xfrm>
        <a:graphic>
          <a:graphicData uri="http://schemas.openxmlformats.org/drawingml/2006/table">
            <a:tbl>
              <a:tblPr rtl="1">
                <a:tableStyleId>{5C22544A-7EE6-4342-B048-85BDC9FD1C3A}</a:tableStyleId>
              </a:tblPr>
              <a:tblGrid>
                <a:gridCol w="1585900">
                  <a:extLst>
                    <a:ext uri="{9D8B030D-6E8A-4147-A177-3AD203B41FA5}">
                      <a16:colId xmlns:a16="http://schemas.microsoft.com/office/drawing/2014/main" val="4174183585"/>
                    </a:ext>
                  </a:extLst>
                </a:gridCol>
                <a:gridCol w="1721066">
                  <a:extLst>
                    <a:ext uri="{9D8B030D-6E8A-4147-A177-3AD203B41FA5}">
                      <a16:colId xmlns:a16="http://schemas.microsoft.com/office/drawing/2014/main" val="2081268159"/>
                    </a:ext>
                  </a:extLst>
                </a:gridCol>
                <a:gridCol w="1748232">
                  <a:extLst>
                    <a:ext uri="{9D8B030D-6E8A-4147-A177-3AD203B41FA5}">
                      <a16:colId xmlns:a16="http://schemas.microsoft.com/office/drawing/2014/main" val="3305461434"/>
                    </a:ext>
                  </a:extLst>
                </a:gridCol>
                <a:gridCol w="1929095">
                  <a:extLst>
                    <a:ext uri="{9D8B030D-6E8A-4147-A177-3AD203B41FA5}">
                      <a16:colId xmlns:a16="http://schemas.microsoft.com/office/drawing/2014/main" val="1702217733"/>
                    </a:ext>
                  </a:extLst>
                </a:gridCol>
                <a:gridCol w="1929095">
                  <a:extLst>
                    <a:ext uri="{9D8B030D-6E8A-4147-A177-3AD203B41FA5}">
                      <a16:colId xmlns:a16="http://schemas.microsoft.com/office/drawing/2014/main" val="2096589802"/>
                    </a:ext>
                  </a:extLst>
                </a:gridCol>
                <a:gridCol w="1834283">
                  <a:extLst>
                    <a:ext uri="{9D8B030D-6E8A-4147-A177-3AD203B41FA5}">
                      <a16:colId xmlns:a16="http://schemas.microsoft.com/office/drawing/2014/main" val="564386052"/>
                    </a:ext>
                  </a:extLst>
                </a:gridCol>
              </a:tblGrid>
              <a:tr h="1195875">
                <a:tc gridSpan="6">
                  <a:txBody>
                    <a:bodyPr/>
                    <a:lstStyle/>
                    <a:p>
                      <a:pPr algn="ctr" rtl="1" fontAlgn="t"/>
                      <a:r>
                        <a:rPr lang="ur-PK" sz="5400" b="0" i="0" u="none" strike="noStrike" dirty="0">
                          <a:solidFill>
                            <a:srgbClr val="000000"/>
                          </a:solidFill>
                          <a:effectLst>
                            <a:glow rad="228600">
                              <a:schemeClr val="accent4">
                                <a:satMod val="175000"/>
                                <a:alpha val="40000"/>
                              </a:schemeClr>
                            </a:glow>
                          </a:effectLst>
                          <a:latin typeface="Al Qalam Quran Majeed" panose="02010000000000000000" pitchFamily="2" charset="-78"/>
                          <a:cs typeface="Al Qalam Quran Majeed" panose="02010000000000000000" pitchFamily="2" charset="-78"/>
                        </a:rPr>
                        <a:t>مَا ذَاۤ اَرَادَ اللّٰهُ بِهٰذَا مَثَلًا ۘ </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64013700"/>
                  </a:ext>
                </a:extLst>
              </a:tr>
              <a:tr h="1329022">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مَا ذَاۤ</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اَرَادَ</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اللّٰهُ</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بِ</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هٰذَا</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مَثَلًا</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0527990"/>
                  </a:ext>
                </a:extLst>
              </a:tr>
            </a:tbl>
          </a:graphicData>
        </a:graphic>
      </p:graphicFrame>
      <p:graphicFrame>
        <p:nvGraphicFramePr>
          <p:cNvPr id="6" name="Table 5">
            <a:extLst>
              <a:ext uri="{FF2B5EF4-FFF2-40B4-BE49-F238E27FC236}">
                <a16:creationId xmlns:a16="http://schemas.microsoft.com/office/drawing/2014/main" id="{43A10B70-FF5C-47DF-B46A-87857B8657B6}"/>
              </a:ext>
            </a:extLst>
          </p:cNvPr>
          <p:cNvGraphicFramePr>
            <a:graphicFrameLocks noGrp="1"/>
          </p:cNvGraphicFramePr>
          <p:nvPr>
            <p:extLst>
              <p:ext uri="{D42A27DB-BD31-4B8C-83A1-F6EECF244321}">
                <p14:modId xmlns:p14="http://schemas.microsoft.com/office/powerpoint/2010/main" val="688930582"/>
              </p:ext>
            </p:extLst>
          </p:nvPr>
        </p:nvGraphicFramePr>
        <p:xfrm>
          <a:off x="738206" y="3727001"/>
          <a:ext cx="10747671" cy="2524897"/>
        </p:xfrm>
        <a:graphic>
          <a:graphicData uri="http://schemas.openxmlformats.org/drawingml/2006/table">
            <a:tbl>
              <a:tblPr rtl="1">
                <a:tableStyleId>{5C22544A-7EE6-4342-B048-85BDC9FD1C3A}</a:tableStyleId>
              </a:tblPr>
              <a:tblGrid>
                <a:gridCol w="1595066">
                  <a:extLst>
                    <a:ext uri="{9D8B030D-6E8A-4147-A177-3AD203B41FA5}">
                      <a16:colId xmlns:a16="http://schemas.microsoft.com/office/drawing/2014/main" val="4174183585"/>
                    </a:ext>
                  </a:extLst>
                </a:gridCol>
                <a:gridCol w="1741332">
                  <a:extLst>
                    <a:ext uri="{9D8B030D-6E8A-4147-A177-3AD203B41FA5}">
                      <a16:colId xmlns:a16="http://schemas.microsoft.com/office/drawing/2014/main" val="2081268159"/>
                    </a:ext>
                  </a:extLst>
                </a:gridCol>
                <a:gridCol w="1763792">
                  <a:extLst>
                    <a:ext uri="{9D8B030D-6E8A-4147-A177-3AD203B41FA5}">
                      <a16:colId xmlns:a16="http://schemas.microsoft.com/office/drawing/2014/main" val="3305461434"/>
                    </a:ext>
                  </a:extLst>
                </a:gridCol>
                <a:gridCol w="2095524">
                  <a:extLst>
                    <a:ext uri="{9D8B030D-6E8A-4147-A177-3AD203B41FA5}">
                      <a16:colId xmlns:a16="http://schemas.microsoft.com/office/drawing/2014/main" val="2096589802"/>
                    </a:ext>
                  </a:extLst>
                </a:gridCol>
                <a:gridCol w="1701349">
                  <a:extLst>
                    <a:ext uri="{9D8B030D-6E8A-4147-A177-3AD203B41FA5}">
                      <a16:colId xmlns:a16="http://schemas.microsoft.com/office/drawing/2014/main" val="564386052"/>
                    </a:ext>
                  </a:extLst>
                </a:gridCol>
                <a:gridCol w="1850608">
                  <a:extLst>
                    <a:ext uri="{9D8B030D-6E8A-4147-A177-3AD203B41FA5}">
                      <a16:colId xmlns:a16="http://schemas.microsoft.com/office/drawing/2014/main" val="4231938154"/>
                    </a:ext>
                  </a:extLst>
                </a:gridCol>
              </a:tblGrid>
              <a:tr h="1195875">
                <a:tc gridSpan="6">
                  <a:txBody>
                    <a:bodyPr/>
                    <a:lstStyle/>
                    <a:p>
                      <a:pPr algn="ctr" rtl="1" fontAlgn="t"/>
                      <a:r>
                        <a:rPr lang="ur-PK" sz="5400" b="0" i="0" u="none" strike="noStrike" dirty="0">
                          <a:solidFill>
                            <a:srgbClr val="000000"/>
                          </a:solidFill>
                          <a:effectLst>
                            <a:glow rad="228600">
                              <a:schemeClr val="accent4">
                                <a:satMod val="175000"/>
                                <a:alpha val="40000"/>
                              </a:schemeClr>
                            </a:glow>
                          </a:effectLst>
                          <a:latin typeface="Al Qalam Quran Majeed" panose="02010000000000000000" pitchFamily="2" charset="-78"/>
                          <a:cs typeface="Al Qalam Quran Majeed" panose="02010000000000000000" pitchFamily="2" charset="-78"/>
                        </a:rPr>
                        <a:t>یُضِلُّ بِهٖ كَثِیْرًا ۙ وَّ یَهْدِیْ بِهٖ كَثِیْرًا ؕ </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rtl="1" fontAlgn="t"/>
                      <a:endParaRPr lang="ur-PK" sz="56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8838" marR="8838" marT="8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4013700"/>
                  </a:ext>
                </a:extLst>
              </a:tr>
              <a:tr h="1329022">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یُضِلُّ</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بِهٖ</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كَثِیْرًا</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وَّ یَهْدِیْ</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بِهٖ</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كَثِیْرًا</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0527990"/>
                  </a:ext>
                </a:extLst>
              </a:tr>
            </a:tbl>
          </a:graphicData>
        </a:graphic>
      </p:graphicFrame>
    </p:spTree>
    <p:extLst>
      <p:ext uri="{BB962C8B-B14F-4D97-AF65-F5344CB8AC3E}">
        <p14:creationId xmlns:p14="http://schemas.microsoft.com/office/powerpoint/2010/main" val="2656480353"/>
      </p:ext>
    </p:extLst>
  </p:cSld>
  <p:clrMapOvr>
    <a:masterClrMapping/>
  </p:clrMapOvr>
  <p:transition spd="med">
    <p:pull/>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F8C26-8D4E-0290-0E56-477172A955DF}"/>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CCC54C5-4E74-C4A9-6833-C45E0061D7D9}"/>
              </a:ext>
            </a:extLst>
          </p:cNvPr>
          <p:cNvGraphicFramePr>
            <a:graphicFrameLocks noGrp="1"/>
          </p:cNvGraphicFramePr>
          <p:nvPr>
            <p:extLst>
              <p:ext uri="{D42A27DB-BD31-4B8C-83A1-F6EECF244321}">
                <p14:modId xmlns:p14="http://schemas.microsoft.com/office/powerpoint/2010/main" val="2828652577"/>
              </p:ext>
            </p:extLst>
          </p:nvPr>
        </p:nvGraphicFramePr>
        <p:xfrm>
          <a:off x="738208" y="942238"/>
          <a:ext cx="10747670" cy="2524897"/>
        </p:xfrm>
        <a:graphic>
          <a:graphicData uri="http://schemas.openxmlformats.org/drawingml/2006/table">
            <a:tbl>
              <a:tblPr rtl="1">
                <a:tableStyleId>{5C22544A-7EE6-4342-B048-85BDC9FD1C3A}</a:tableStyleId>
              </a:tblPr>
              <a:tblGrid>
                <a:gridCol w="1925055">
                  <a:extLst>
                    <a:ext uri="{9D8B030D-6E8A-4147-A177-3AD203B41FA5}">
                      <a16:colId xmlns:a16="http://schemas.microsoft.com/office/drawing/2014/main" val="4174183585"/>
                    </a:ext>
                  </a:extLst>
                </a:gridCol>
                <a:gridCol w="2105321">
                  <a:extLst>
                    <a:ext uri="{9D8B030D-6E8A-4147-A177-3AD203B41FA5}">
                      <a16:colId xmlns:a16="http://schemas.microsoft.com/office/drawing/2014/main" val="2081268159"/>
                    </a:ext>
                  </a:extLst>
                </a:gridCol>
                <a:gridCol w="2130664">
                  <a:extLst>
                    <a:ext uri="{9D8B030D-6E8A-4147-A177-3AD203B41FA5}">
                      <a16:colId xmlns:a16="http://schemas.microsoft.com/office/drawing/2014/main" val="3305461434"/>
                    </a:ext>
                  </a:extLst>
                </a:gridCol>
                <a:gridCol w="2351092">
                  <a:extLst>
                    <a:ext uri="{9D8B030D-6E8A-4147-A177-3AD203B41FA5}">
                      <a16:colId xmlns:a16="http://schemas.microsoft.com/office/drawing/2014/main" val="2096589802"/>
                    </a:ext>
                  </a:extLst>
                </a:gridCol>
                <a:gridCol w="2235538">
                  <a:extLst>
                    <a:ext uri="{9D8B030D-6E8A-4147-A177-3AD203B41FA5}">
                      <a16:colId xmlns:a16="http://schemas.microsoft.com/office/drawing/2014/main" val="564386052"/>
                    </a:ext>
                  </a:extLst>
                </a:gridCol>
              </a:tblGrid>
              <a:tr h="1195875">
                <a:tc gridSpan="5">
                  <a:txBody>
                    <a:bodyPr/>
                    <a:lstStyle/>
                    <a:p>
                      <a:pPr algn="ctr" rtl="1" fontAlgn="t"/>
                      <a:r>
                        <a:rPr lang="ur-PK" sz="5400" b="0" i="0" u="none" strike="noStrike" dirty="0">
                          <a:solidFill>
                            <a:srgbClr val="000000"/>
                          </a:solidFill>
                          <a:effectLst>
                            <a:glow rad="228600">
                              <a:schemeClr val="accent4">
                                <a:satMod val="175000"/>
                                <a:alpha val="40000"/>
                              </a:schemeClr>
                            </a:glow>
                          </a:effectLst>
                          <a:latin typeface="Al Qalam Quran Majeed" panose="02010000000000000000" pitchFamily="2" charset="-78"/>
                          <a:cs typeface="Al Qalam Quran Majeed" panose="02010000000000000000" pitchFamily="2" charset="-78"/>
                        </a:rPr>
                        <a:t>وَ مَا یُضِلُّ بِهٖۤ اِلَّا الْفٰسِقِیْنَۙ۝۲۶</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64013700"/>
                  </a:ext>
                </a:extLst>
              </a:tr>
              <a:tr h="1329022">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وَ</a:t>
                      </a:r>
                      <a:r>
                        <a:rPr lang="en-US" sz="4800" b="0" i="0" u="none" strike="noStrike" dirty="0">
                          <a:solidFill>
                            <a:srgbClr val="000000"/>
                          </a:solidFill>
                          <a:effectLst/>
                          <a:latin typeface="Al Qalam Quran Majeed" panose="02010000000000000000" pitchFamily="2" charset="-78"/>
                          <a:cs typeface="Al Qalam Quran Majeed" panose="02010000000000000000" pitchFamily="2" charset="-78"/>
                        </a:rPr>
                        <a:t> </a:t>
                      </a: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مَا</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یُضِلُّ</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بِهٖۤ</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اِلَّا</a:t>
                      </a:r>
                      <a:endParaRPr lang="en-PK" sz="4800" dirty="0"/>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الْفٰسِقِیْنَ</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0527990"/>
                  </a:ext>
                </a:extLst>
              </a:tr>
            </a:tbl>
          </a:graphicData>
        </a:graphic>
      </p:graphicFrame>
      <p:graphicFrame>
        <p:nvGraphicFramePr>
          <p:cNvPr id="7" name="Table 6">
            <a:extLst>
              <a:ext uri="{FF2B5EF4-FFF2-40B4-BE49-F238E27FC236}">
                <a16:creationId xmlns:a16="http://schemas.microsoft.com/office/drawing/2014/main" id="{C39B1858-54E8-453B-9541-44F5782F1407}"/>
              </a:ext>
            </a:extLst>
          </p:cNvPr>
          <p:cNvGraphicFramePr>
            <a:graphicFrameLocks noGrp="1"/>
          </p:cNvGraphicFramePr>
          <p:nvPr>
            <p:extLst>
              <p:ext uri="{D42A27DB-BD31-4B8C-83A1-F6EECF244321}">
                <p14:modId xmlns:p14="http://schemas.microsoft.com/office/powerpoint/2010/main" val="184134968"/>
              </p:ext>
            </p:extLst>
          </p:nvPr>
        </p:nvGraphicFramePr>
        <p:xfrm>
          <a:off x="738208" y="3805511"/>
          <a:ext cx="10747673" cy="2524897"/>
        </p:xfrm>
        <a:graphic>
          <a:graphicData uri="http://schemas.openxmlformats.org/drawingml/2006/table">
            <a:tbl>
              <a:tblPr rtl="1">
                <a:tableStyleId>{5C22544A-7EE6-4342-B048-85BDC9FD1C3A}</a:tableStyleId>
              </a:tblPr>
              <a:tblGrid>
                <a:gridCol w="1372104">
                  <a:extLst>
                    <a:ext uri="{9D8B030D-6E8A-4147-A177-3AD203B41FA5}">
                      <a16:colId xmlns:a16="http://schemas.microsoft.com/office/drawing/2014/main" val="4174183585"/>
                    </a:ext>
                  </a:extLst>
                </a:gridCol>
                <a:gridCol w="1752202">
                  <a:extLst>
                    <a:ext uri="{9D8B030D-6E8A-4147-A177-3AD203B41FA5}">
                      <a16:colId xmlns:a16="http://schemas.microsoft.com/office/drawing/2014/main" val="2081268159"/>
                    </a:ext>
                  </a:extLst>
                </a:gridCol>
                <a:gridCol w="1226698">
                  <a:extLst>
                    <a:ext uri="{9D8B030D-6E8A-4147-A177-3AD203B41FA5}">
                      <a16:colId xmlns:a16="http://schemas.microsoft.com/office/drawing/2014/main" val="3305461434"/>
                    </a:ext>
                  </a:extLst>
                </a:gridCol>
                <a:gridCol w="1660371">
                  <a:extLst>
                    <a:ext uri="{9D8B030D-6E8A-4147-A177-3AD203B41FA5}">
                      <a16:colId xmlns:a16="http://schemas.microsoft.com/office/drawing/2014/main" val="2096589802"/>
                    </a:ext>
                  </a:extLst>
                </a:gridCol>
                <a:gridCol w="1578766">
                  <a:extLst>
                    <a:ext uri="{9D8B030D-6E8A-4147-A177-3AD203B41FA5}">
                      <a16:colId xmlns:a16="http://schemas.microsoft.com/office/drawing/2014/main" val="288551099"/>
                    </a:ext>
                  </a:extLst>
                </a:gridCol>
                <a:gridCol w="1578766">
                  <a:extLst>
                    <a:ext uri="{9D8B030D-6E8A-4147-A177-3AD203B41FA5}">
                      <a16:colId xmlns:a16="http://schemas.microsoft.com/office/drawing/2014/main" val="564386052"/>
                    </a:ext>
                  </a:extLst>
                </a:gridCol>
                <a:gridCol w="1578766">
                  <a:extLst>
                    <a:ext uri="{9D8B030D-6E8A-4147-A177-3AD203B41FA5}">
                      <a16:colId xmlns:a16="http://schemas.microsoft.com/office/drawing/2014/main" val="4049656920"/>
                    </a:ext>
                  </a:extLst>
                </a:gridCol>
              </a:tblGrid>
              <a:tr h="1195875">
                <a:tc gridSpan="7">
                  <a:txBody>
                    <a:bodyPr/>
                    <a:lstStyle/>
                    <a:p>
                      <a:pPr algn="ctr" rtl="1" fontAlgn="t"/>
                      <a:r>
                        <a:rPr lang="ur-PK" sz="5400" b="0" i="0" u="none" strike="noStrike" dirty="0">
                          <a:solidFill>
                            <a:srgbClr val="000000"/>
                          </a:solidFill>
                          <a:effectLst>
                            <a:glow rad="228600">
                              <a:schemeClr val="accent4">
                                <a:satMod val="175000"/>
                                <a:alpha val="40000"/>
                              </a:schemeClr>
                            </a:glow>
                          </a:effectLst>
                          <a:latin typeface="Al Qalam Quran Majeed" panose="02010000000000000000" pitchFamily="2" charset="-78"/>
                          <a:cs typeface="Al Qalam Quran Majeed" panose="02010000000000000000" pitchFamily="2" charset="-78"/>
                        </a:rPr>
                        <a:t>الَّذِیْنَ یَنْقُضُوْنَ عَهْدَ اللّٰهِ مِنْۢ بَعْدِ مِیْثَاقِهٖ ۪ </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rtl="1" fontAlgn="t"/>
                      <a:endParaRPr lang="ur-PK" sz="56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8838" marR="8838" marT="8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4013700"/>
                  </a:ext>
                </a:extLst>
              </a:tr>
              <a:tr h="1329022">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الَّذِیْنَ</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یَنْقُضُوْنَ</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عَهْدَ</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اللّٰهِ</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dirty="0">
                          <a:latin typeface="Al Qalam Quran Majeed" panose="02010000000000000000" pitchFamily="2" charset="-78"/>
                          <a:cs typeface="Al Qalam Quran Majeed" panose="02010000000000000000" pitchFamily="2" charset="-78"/>
                        </a:rPr>
                        <a:t>مِنْۢ</a:t>
                      </a:r>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بَعْدِ</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مِیْثَاقِهٖ</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0527990"/>
                  </a:ext>
                </a:extLst>
              </a:tr>
            </a:tbl>
          </a:graphicData>
        </a:graphic>
      </p:graphicFrame>
    </p:spTree>
    <p:extLst>
      <p:ext uri="{BB962C8B-B14F-4D97-AF65-F5344CB8AC3E}">
        <p14:creationId xmlns:p14="http://schemas.microsoft.com/office/powerpoint/2010/main" val="3611078410"/>
      </p:ext>
    </p:extLst>
  </p:cSld>
  <p:clrMapOvr>
    <a:masterClrMapping/>
  </p:clrMapOvr>
  <p:transition spd="med">
    <p:pull/>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F8C26-8D4E-0290-0E56-477172A955DF}"/>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CCC54C5-4E74-C4A9-6833-C45E0061D7D9}"/>
              </a:ext>
            </a:extLst>
          </p:cNvPr>
          <p:cNvGraphicFramePr>
            <a:graphicFrameLocks noGrp="1"/>
          </p:cNvGraphicFramePr>
          <p:nvPr>
            <p:extLst/>
          </p:nvPr>
        </p:nvGraphicFramePr>
        <p:xfrm>
          <a:off x="738206" y="942238"/>
          <a:ext cx="10747671" cy="2524897"/>
        </p:xfrm>
        <a:graphic>
          <a:graphicData uri="http://schemas.openxmlformats.org/drawingml/2006/table">
            <a:tbl>
              <a:tblPr rtl="1">
                <a:tableStyleId>{5C22544A-7EE6-4342-B048-85BDC9FD1C3A}</a:tableStyleId>
              </a:tblPr>
              <a:tblGrid>
                <a:gridCol w="2037077">
                  <a:extLst>
                    <a:ext uri="{9D8B030D-6E8A-4147-A177-3AD203B41FA5}">
                      <a16:colId xmlns:a16="http://schemas.microsoft.com/office/drawing/2014/main" val="4174183585"/>
                    </a:ext>
                  </a:extLst>
                </a:gridCol>
                <a:gridCol w="1299321">
                  <a:extLst>
                    <a:ext uri="{9D8B030D-6E8A-4147-A177-3AD203B41FA5}">
                      <a16:colId xmlns:a16="http://schemas.microsoft.com/office/drawing/2014/main" val="2081268159"/>
                    </a:ext>
                  </a:extLst>
                </a:gridCol>
                <a:gridCol w="1763792">
                  <a:extLst>
                    <a:ext uri="{9D8B030D-6E8A-4147-A177-3AD203B41FA5}">
                      <a16:colId xmlns:a16="http://schemas.microsoft.com/office/drawing/2014/main" val="3305461434"/>
                    </a:ext>
                  </a:extLst>
                </a:gridCol>
                <a:gridCol w="1946265">
                  <a:extLst>
                    <a:ext uri="{9D8B030D-6E8A-4147-A177-3AD203B41FA5}">
                      <a16:colId xmlns:a16="http://schemas.microsoft.com/office/drawing/2014/main" val="2096589802"/>
                    </a:ext>
                  </a:extLst>
                </a:gridCol>
                <a:gridCol w="1850608">
                  <a:extLst>
                    <a:ext uri="{9D8B030D-6E8A-4147-A177-3AD203B41FA5}">
                      <a16:colId xmlns:a16="http://schemas.microsoft.com/office/drawing/2014/main" val="564386052"/>
                    </a:ext>
                  </a:extLst>
                </a:gridCol>
                <a:gridCol w="1850608">
                  <a:extLst>
                    <a:ext uri="{9D8B030D-6E8A-4147-A177-3AD203B41FA5}">
                      <a16:colId xmlns:a16="http://schemas.microsoft.com/office/drawing/2014/main" val="3374540792"/>
                    </a:ext>
                  </a:extLst>
                </a:gridCol>
              </a:tblGrid>
              <a:tr h="1195875">
                <a:tc gridSpan="6">
                  <a:txBody>
                    <a:bodyPr/>
                    <a:lstStyle/>
                    <a:p>
                      <a:pPr algn="ctr" rtl="1" fontAlgn="t"/>
                      <a:r>
                        <a:rPr lang="ur-PK" sz="5400" b="0" i="0" u="none" strike="noStrike" dirty="0">
                          <a:solidFill>
                            <a:srgbClr val="000000"/>
                          </a:solidFill>
                          <a:effectLst>
                            <a:glow rad="228600">
                              <a:schemeClr val="accent4">
                                <a:satMod val="175000"/>
                                <a:alpha val="40000"/>
                              </a:schemeClr>
                            </a:glow>
                          </a:effectLst>
                          <a:latin typeface="Al Qalam Quran Majeed" panose="02010000000000000000" pitchFamily="2" charset="-78"/>
                          <a:cs typeface="Al Qalam Quran Majeed" panose="02010000000000000000" pitchFamily="2" charset="-78"/>
                        </a:rPr>
                        <a:t>وَ یَقْطَعُوْنَ مَاۤ اَمَرَ اللّٰهُ بِهٖۤ اَنْ یُّوْصَلَ</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rtl="1" fontAlgn="t"/>
                      <a:endParaRPr lang="ur-PK" sz="56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8838" marR="8838" marT="8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4013700"/>
                  </a:ext>
                </a:extLst>
              </a:tr>
              <a:tr h="1329022">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وَ یَقْطَعُوْنَ</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مَاۤ</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اَمَرَ</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اللّٰهُ</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بِهٖۤ</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اَنْ یُّوْصَلَ</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0527990"/>
                  </a:ext>
                </a:extLst>
              </a:tr>
            </a:tbl>
          </a:graphicData>
        </a:graphic>
      </p:graphicFrame>
      <p:graphicFrame>
        <p:nvGraphicFramePr>
          <p:cNvPr id="6" name="Table 5">
            <a:extLst>
              <a:ext uri="{FF2B5EF4-FFF2-40B4-BE49-F238E27FC236}">
                <a16:creationId xmlns:a16="http://schemas.microsoft.com/office/drawing/2014/main" id="{39FFC36D-C4A9-460D-9985-6016C4176EA9}"/>
              </a:ext>
            </a:extLst>
          </p:cNvPr>
          <p:cNvGraphicFramePr>
            <a:graphicFrameLocks noGrp="1"/>
          </p:cNvGraphicFramePr>
          <p:nvPr>
            <p:extLst>
              <p:ext uri="{D42A27DB-BD31-4B8C-83A1-F6EECF244321}">
                <p14:modId xmlns:p14="http://schemas.microsoft.com/office/powerpoint/2010/main" val="4279338492"/>
              </p:ext>
            </p:extLst>
          </p:nvPr>
        </p:nvGraphicFramePr>
        <p:xfrm>
          <a:off x="738206" y="3657729"/>
          <a:ext cx="10747672" cy="2524897"/>
        </p:xfrm>
        <a:graphic>
          <a:graphicData uri="http://schemas.openxmlformats.org/drawingml/2006/table">
            <a:tbl>
              <a:tblPr rtl="1">
                <a:tableStyleId>{5C22544A-7EE6-4342-B048-85BDC9FD1C3A}</a:tableStyleId>
              </a:tblPr>
              <a:tblGrid>
                <a:gridCol w="1306728">
                  <a:extLst>
                    <a:ext uri="{9D8B030D-6E8A-4147-A177-3AD203B41FA5}">
                      <a16:colId xmlns:a16="http://schemas.microsoft.com/office/drawing/2014/main" val="4174183585"/>
                    </a:ext>
                  </a:extLst>
                </a:gridCol>
                <a:gridCol w="2029671">
                  <a:extLst>
                    <a:ext uri="{9D8B030D-6E8A-4147-A177-3AD203B41FA5}">
                      <a16:colId xmlns:a16="http://schemas.microsoft.com/office/drawing/2014/main" val="2081268159"/>
                    </a:ext>
                  </a:extLst>
                </a:gridCol>
                <a:gridCol w="1763792">
                  <a:extLst>
                    <a:ext uri="{9D8B030D-6E8A-4147-A177-3AD203B41FA5}">
                      <a16:colId xmlns:a16="http://schemas.microsoft.com/office/drawing/2014/main" val="3305461434"/>
                    </a:ext>
                  </a:extLst>
                </a:gridCol>
                <a:gridCol w="1946265">
                  <a:extLst>
                    <a:ext uri="{9D8B030D-6E8A-4147-A177-3AD203B41FA5}">
                      <a16:colId xmlns:a16="http://schemas.microsoft.com/office/drawing/2014/main" val="2096589802"/>
                    </a:ext>
                  </a:extLst>
                </a:gridCol>
                <a:gridCol w="1659297">
                  <a:extLst>
                    <a:ext uri="{9D8B030D-6E8A-4147-A177-3AD203B41FA5}">
                      <a16:colId xmlns:a16="http://schemas.microsoft.com/office/drawing/2014/main" val="564386052"/>
                    </a:ext>
                  </a:extLst>
                </a:gridCol>
                <a:gridCol w="2041919">
                  <a:extLst>
                    <a:ext uri="{9D8B030D-6E8A-4147-A177-3AD203B41FA5}">
                      <a16:colId xmlns:a16="http://schemas.microsoft.com/office/drawing/2014/main" val="2427967469"/>
                    </a:ext>
                  </a:extLst>
                </a:gridCol>
              </a:tblGrid>
              <a:tr h="1195875">
                <a:tc gridSpan="6">
                  <a:txBody>
                    <a:bodyPr/>
                    <a:lstStyle/>
                    <a:p>
                      <a:pPr algn="ctr" rtl="1" fontAlgn="t"/>
                      <a:r>
                        <a:rPr lang="ur-PK" sz="5400" b="0" i="0" u="none" strike="noStrike" dirty="0">
                          <a:solidFill>
                            <a:srgbClr val="000000"/>
                          </a:solidFill>
                          <a:effectLst>
                            <a:glow rad="228600">
                              <a:schemeClr val="accent4">
                                <a:satMod val="175000"/>
                                <a:alpha val="40000"/>
                              </a:schemeClr>
                            </a:glow>
                          </a:effectLst>
                          <a:latin typeface="Al Qalam Quran Majeed" panose="02010000000000000000" pitchFamily="2" charset="-78"/>
                          <a:cs typeface="Al Qalam Quran Majeed" panose="02010000000000000000" pitchFamily="2" charset="-78"/>
                        </a:rPr>
                        <a:t>وَ یُفْسِدُوْنَ فِی الْاَرْضِ ؕ اُولٰٓىِٕكَ هُمُ الْخٰسِرُوْنَ۝۲۷</a:t>
                      </a:r>
                    </a:p>
                  </a:txBody>
                  <a:tcPr marL="7619" marR="7619" marT="761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rtl="1" fontAlgn="t"/>
                      <a:endParaRPr lang="ur-PK" sz="56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8838" marR="8838" marT="8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4013700"/>
                  </a:ext>
                </a:extLst>
              </a:tr>
              <a:tr h="1329022">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وَ</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یُفْسِدُوْنَ</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فِی الْاَرْضِ</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اُولٰٓىِٕكَ</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هُمُ</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الْخٰسِرُوْنَ</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0527990"/>
                  </a:ext>
                </a:extLst>
              </a:tr>
            </a:tbl>
          </a:graphicData>
        </a:graphic>
      </p:graphicFrame>
    </p:spTree>
    <p:extLst>
      <p:ext uri="{BB962C8B-B14F-4D97-AF65-F5344CB8AC3E}">
        <p14:creationId xmlns:p14="http://schemas.microsoft.com/office/powerpoint/2010/main" val="2186918377"/>
      </p:ext>
    </p:extLst>
  </p:cSld>
  <p:clrMapOvr>
    <a:masterClrMapping/>
  </p:clrMapOvr>
  <p:transition spd="med">
    <p:pull/>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F8C26-8D4E-0290-0E56-477172A955DF}"/>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CCC54C5-4E74-C4A9-6833-C45E0061D7D9}"/>
              </a:ext>
            </a:extLst>
          </p:cNvPr>
          <p:cNvGraphicFramePr>
            <a:graphicFrameLocks noGrp="1"/>
          </p:cNvGraphicFramePr>
          <p:nvPr>
            <p:extLst/>
          </p:nvPr>
        </p:nvGraphicFramePr>
        <p:xfrm>
          <a:off x="738208" y="942238"/>
          <a:ext cx="10747670" cy="2524897"/>
        </p:xfrm>
        <a:graphic>
          <a:graphicData uri="http://schemas.openxmlformats.org/drawingml/2006/table">
            <a:tbl>
              <a:tblPr rtl="1">
                <a:tableStyleId>{5C22544A-7EE6-4342-B048-85BDC9FD1C3A}</a:tableStyleId>
              </a:tblPr>
              <a:tblGrid>
                <a:gridCol w="1750894">
                  <a:extLst>
                    <a:ext uri="{9D8B030D-6E8A-4147-A177-3AD203B41FA5}">
                      <a16:colId xmlns:a16="http://schemas.microsoft.com/office/drawing/2014/main" val="4174183585"/>
                    </a:ext>
                  </a:extLst>
                </a:gridCol>
                <a:gridCol w="2279482">
                  <a:extLst>
                    <a:ext uri="{9D8B030D-6E8A-4147-A177-3AD203B41FA5}">
                      <a16:colId xmlns:a16="http://schemas.microsoft.com/office/drawing/2014/main" val="2081268159"/>
                    </a:ext>
                  </a:extLst>
                </a:gridCol>
                <a:gridCol w="2130664">
                  <a:extLst>
                    <a:ext uri="{9D8B030D-6E8A-4147-A177-3AD203B41FA5}">
                      <a16:colId xmlns:a16="http://schemas.microsoft.com/office/drawing/2014/main" val="3305461434"/>
                    </a:ext>
                  </a:extLst>
                </a:gridCol>
                <a:gridCol w="2351092">
                  <a:extLst>
                    <a:ext uri="{9D8B030D-6E8A-4147-A177-3AD203B41FA5}">
                      <a16:colId xmlns:a16="http://schemas.microsoft.com/office/drawing/2014/main" val="2096589802"/>
                    </a:ext>
                  </a:extLst>
                </a:gridCol>
                <a:gridCol w="2235538">
                  <a:extLst>
                    <a:ext uri="{9D8B030D-6E8A-4147-A177-3AD203B41FA5}">
                      <a16:colId xmlns:a16="http://schemas.microsoft.com/office/drawing/2014/main" val="564386052"/>
                    </a:ext>
                  </a:extLst>
                </a:gridCol>
              </a:tblGrid>
              <a:tr h="1195875">
                <a:tc gridSpan="5">
                  <a:txBody>
                    <a:bodyPr/>
                    <a:lstStyle/>
                    <a:p>
                      <a:pPr algn="ctr" rtl="1" fontAlgn="t"/>
                      <a:r>
                        <a:rPr lang="ur-PK" sz="5400" b="0" i="0" u="none" strike="noStrike" dirty="0">
                          <a:solidFill>
                            <a:srgbClr val="000000"/>
                          </a:solidFill>
                          <a:effectLst>
                            <a:glow rad="228600">
                              <a:schemeClr val="accent4">
                                <a:satMod val="175000"/>
                                <a:alpha val="40000"/>
                              </a:schemeClr>
                            </a:glow>
                          </a:effectLst>
                          <a:latin typeface="Al Qalam Quran Majeed" panose="02010000000000000000" pitchFamily="2" charset="-78"/>
                          <a:cs typeface="Al Qalam Quran Majeed" panose="02010000000000000000" pitchFamily="2" charset="-78"/>
                        </a:rPr>
                        <a:t>كَیْفَ تَكْفُرُوْنَ بِاللّٰهِ وَ كُنْتُمْ اَمْوَاتًا </a:t>
                      </a:r>
                    </a:p>
                  </a:txBody>
                  <a:tcPr marL="7619" marR="7619" marT="761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64013700"/>
                  </a:ext>
                </a:extLst>
              </a:tr>
              <a:tr h="1329022">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كَیْفَ</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تَكْفُرُوْنَ</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بِاللّٰهِ</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وَ كُنْتُمْ</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اَمْوَاتًا</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0527990"/>
                  </a:ext>
                </a:extLst>
              </a:tr>
            </a:tbl>
          </a:graphicData>
        </a:graphic>
      </p:graphicFrame>
      <p:graphicFrame>
        <p:nvGraphicFramePr>
          <p:cNvPr id="6" name="Table 5">
            <a:extLst>
              <a:ext uri="{FF2B5EF4-FFF2-40B4-BE49-F238E27FC236}">
                <a16:creationId xmlns:a16="http://schemas.microsoft.com/office/drawing/2014/main" id="{5CEB575D-582C-4DB2-9E1F-B1C78758F9AD}"/>
              </a:ext>
            </a:extLst>
          </p:cNvPr>
          <p:cNvGraphicFramePr>
            <a:graphicFrameLocks noGrp="1"/>
          </p:cNvGraphicFramePr>
          <p:nvPr>
            <p:extLst>
              <p:ext uri="{D42A27DB-BD31-4B8C-83A1-F6EECF244321}">
                <p14:modId xmlns:p14="http://schemas.microsoft.com/office/powerpoint/2010/main" val="4142267008"/>
              </p:ext>
            </p:extLst>
          </p:nvPr>
        </p:nvGraphicFramePr>
        <p:xfrm>
          <a:off x="738208" y="3676202"/>
          <a:ext cx="10747672" cy="2524897"/>
        </p:xfrm>
        <a:graphic>
          <a:graphicData uri="http://schemas.openxmlformats.org/drawingml/2006/table">
            <a:tbl>
              <a:tblPr rtl="1">
                <a:tableStyleId>{5C22544A-7EE6-4342-B048-85BDC9FD1C3A}</a:tableStyleId>
              </a:tblPr>
              <a:tblGrid>
                <a:gridCol w="1585900">
                  <a:extLst>
                    <a:ext uri="{9D8B030D-6E8A-4147-A177-3AD203B41FA5}">
                      <a16:colId xmlns:a16="http://schemas.microsoft.com/office/drawing/2014/main" val="4174183585"/>
                    </a:ext>
                  </a:extLst>
                </a:gridCol>
                <a:gridCol w="1750499">
                  <a:extLst>
                    <a:ext uri="{9D8B030D-6E8A-4147-A177-3AD203B41FA5}">
                      <a16:colId xmlns:a16="http://schemas.microsoft.com/office/drawing/2014/main" val="2081268159"/>
                    </a:ext>
                  </a:extLst>
                </a:gridCol>
                <a:gridCol w="1763792">
                  <a:extLst>
                    <a:ext uri="{9D8B030D-6E8A-4147-A177-3AD203B41FA5}">
                      <a16:colId xmlns:a16="http://schemas.microsoft.com/office/drawing/2014/main" val="3305461434"/>
                    </a:ext>
                  </a:extLst>
                </a:gridCol>
                <a:gridCol w="1756368">
                  <a:extLst>
                    <a:ext uri="{9D8B030D-6E8A-4147-A177-3AD203B41FA5}">
                      <a16:colId xmlns:a16="http://schemas.microsoft.com/office/drawing/2014/main" val="2096589802"/>
                    </a:ext>
                  </a:extLst>
                </a:gridCol>
                <a:gridCol w="2040505">
                  <a:extLst>
                    <a:ext uri="{9D8B030D-6E8A-4147-A177-3AD203B41FA5}">
                      <a16:colId xmlns:a16="http://schemas.microsoft.com/office/drawing/2014/main" val="564386052"/>
                    </a:ext>
                  </a:extLst>
                </a:gridCol>
                <a:gridCol w="1850608">
                  <a:extLst>
                    <a:ext uri="{9D8B030D-6E8A-4147-A177-3AD203B41FA5}">
                      <a16:colId xmlns:a16="http://schemas.microsoft.com/office/drawing/2014/main" val="3484445744"/>
                    </a:ext>
                  </a:extLst>
                </a:gridCol>
              </a:tblGrid>
              <a:tr h="1195875">
                <a:tc gridSpan="6">
                  <a:txBody>
                    <a:bodyPr/>
                    <a:lstStyle/>
                    <a:p>
                      <a:pPr algn="ctr" rtl="1" fontAlgn="t"/>
                      <a:r>
                        <a:rPr lang="ur-PK" sz="5400" b="0" i="0" u="none" strike="noStrike" dirty="0">
                          <a:solidFill>
                            <a:srgbClr val="000000"/>
                          </a:solidFill>
                          <a:effectLst>
                            <a:glow rad="228600">
                              <a:schemeClr val="accent4">
                                <a:satMod val="175000"/>
                                <a:alpha val="40000"/>
                              </a:schemeClr>
                            </a:glow>
                          </a:effectLst>
                          <a:latin typeface="Al Qalam Quran Majeed" panose="02010000000000000000" pitchFamily="2" charset="-78"/>
                          <a:cs typeface="Al Qalam Quran Majeed" panose="02010000000000000000" pitchFamily="2" charset="-78"/>
                        </a:rPr>
                        <a:t>فَاَحْیَاكُمْ ۚ ثُمَّ یُمِیْتُكُمْ </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rtl="1" fontAlgn="t"/>
                      <a:endParaRPr lang="ur-PK" sz="56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8838" marR="8838" marT="8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4013700"/>
                  </a:ext>
                </a:extLst>
              </a:tr>
              <a:tr h="1329022">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فَ</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اَحْیَا</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كُمْ</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ثُمَّ</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یُمِیْتُ</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كُمْ</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0527990"/>
                  </a:ext>
                </a:extLst>
              </a:tr>
            </a:tbl>
          </a:graphicData>
        </a:graphic>
      </p:graphicFrame>
    </p:spTree>
    <p:extLst>
      <p:ext uri="{BB962C8B-B14F-4D97-AF65-F5344CB8AC3E}">
        <p14:creationId xmlns:p14="http://schemas.microsoft.com/office/powerpoint/2010/main" val="1621720877"/>
      </p:ext>
    </p:extLst>
  </p:cSld>
  <p:clrMapOvr>
    <a:masterClrMapping/>
  </p:clrMapOvr>
  <p:transition spd="med">
    <p:pull/>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F8C26-8D4E-0290-0E56-477172A955DF}"/>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CCC54C5-4E74-C4A9-6833-C45E0061D7D9}"/>
              </a:ext>
            </a:extLst>
          </p:cNvPr>
          <p:cNvGraphicFramePr>
            <a:graphicFrameLocks noGrp="1"/>
          </p:cNvGraphicFramePr>
          <p:nvPr>
            <p:extLst/>
          </p:nvPr>
        </p:nvGraphicFramePr>
        <p:xfrm>
          <a:off x="738208" y="942238"/>
          <a:ext cx="10747670" cy="2524897"/>
        </p:xfrm>
        <a:graphic>
          <a:graphicData uri="http://schemas.openxmlformats.org/drawingml/2006/table">
            <a:tbl>
              <a:tblPr rtl="1">
                <a:tableStyleId>{5C22544A-7EE6-4342-B048-85BDC9FD1C3A}</a:tableStyleId>
              </a:tblPr>
              <a:tblGrid>
                <a:gridCol w="1833391">
                  <a:extLst>
                    <a:ext uri="{9D8B030D-6E8A-4147-A177-3AD203B41FA5}">
                      <a16:colId xmlns:a16="http://schemas.microsoft.com/office/drawing/2014/main" val="4174183585"/>
                    </a:ext>
                  </a:extLst>
                </a:gridCol>
                <a:gridCol w="2196985">
                  <a:extLst>
                    <a:ext uri="{9D8B030D-6E8A-4147-A177-3AD203B41FA5}">
                      <a16:colId xmlns:a16="http://schemas.microsoft.com/office/drawing/2014/main" val="2081268159"/>
                    </a:ext>
                  </a:extLst>
                </a:gridCol>
                <a:gridCol w="2130664">
                  <a:extLst>
                    <a:ext uri="{9D8B030D-6E8A-4147-A177-3AD203B41FA5}">
                      <a16:colId xmlns:a16="http://schemas.microsoft.com/office/drawing/2014/main" val="3305461434"/>
                    </a:ext>
                  </a:extLst>
                </a:gridCol>
                <a:gridCol w="2351092">
                  <a:extLst>
                    <a:ext uri="{9D8B030D-6E8A-4147-A177-3AD203B41FA5}">
                      <a16:colId xmlns:a16="http://schemas.microsoft.com/office/drawing/2014/main" val="2096589802"/>
                    </a:ext>
                  </a:extLst>
                </a:gridCol>
                <a:gridCol w="2235538">
                  <a:extLst>
                    <a:ext uri="{9D8B030D-6E8A-4147-A177-3AD203B41FA5}">
                      <a16:colId xmlns:a16="http://schemas.microsoft.com/office/drawing/2014/main" val="564386052"/>
                    </a:ext>
                  </a:extLst>
                </a:gridCol>
              </a:tblGrid>
              <a:tr h="1195875">
                <a:tc gridSpan="5">
                  <a:txBody>
                    <a:bodyPr/>
                    <a:lstStyle/>
                    <a:p>
                      <a:pPr algn="ctr" rtl="1" fontAlgn="t"/>
                      <a:r>
                        <a:rPr lang="ur-PK" sz="5400" b="0" i="0" u="none" strike="noStrike" dirty="0">
                          <a:solidFill>
                            <a:srgbClr val="000000"/>
                          </a:solidFill>
                          <a:effectLst>
                            <a:glow rad="228600">
                              <a:schemeClr val="accent4">
                                <a:satMod val="175000"/>
                                <a:alpha val="40000"/>
                              </a:schemeClr>
                            </a:glow>
                          </a:effectLst>
                          <a:latin typeface="Al Qalam Quran Majeed" panose="02010000000000000000" pitchFamily="2" charset="-78"/>
                          <a:cs typeface="Al Qalam Quran Majeed" panose="02010000000000000000" pitchFamily="2" charset="-78"/>
                        </a:rPr>
                        <a:t>ثُمَّ یُحْیِیْكُمْ ثُمَّ اِلَیْهِ تُرْجَعُوْنَ۝۲۸</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64013700"/>
                  </a:ext>
                </a:extLst>
              </a:tr>
              <a:tr h="1329022">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ثُمَّ</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یُحْیِیْ كُمْ</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ثُمَّ</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اِلَیْ  هِ</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تُرْجَعُوْنَ</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0527990"/>
                  </a:ext>
                </a:extLst>
              </a:tr>
            </a:tbl>
          </a:graphicData>
        </a:graphic>
      </p:graphicFrame>
      <p:graphicFrame>
        <p:nvGraphicFramePr>
          <p:cNvPr id="6" name="Table 5">
            <a:extLst>
              <a:ext uri="{FF2B5EF4-FFF2-40B4-BE49-F238E27FC236}">
                <a16:creationId xmlns:a16="http://schemas.microsoft.com/office/drawing/2014/main" id="{128761DB-9069-4F1C-A871-4CED468F2D7F}"/>
              </a:ext>
            </a:extLst>
          </p:cNvPr>
          <p:cNvGraphicFramePr>
            <a:graphicFrameLocks noGrp="1"/>
          </p:cNvGraphicFramePr>
          <p:nvPr>
            <p:extLst>
              <p:ext uri="{D42A27DB-BD31-4B8C-83A1-F6EECF244321}">
                <p14:modId xmlns:p14="http://schemas.microsoft.com/office/powerpoint/2010/main" val="2679791536"/>
              </p:ext>
            </p:extLst>
          </p:nvPr>
        </p:nvGraphicFramePr>
        <p:xfrm>
          <a:off x="738208" y="3731620"/>
          <a:ext cx="10747672" cy="2524897"/>
        </p:xfrm>
        <a:graphic>
          <a:graphicData uri="http://schemas.openxmlformats.org/drawingml/2006/table">
            <a:tbl>
              <a:tblPr rtl="1">
                <a:tableStyleId>{5C22544A-7EE6-4342-B048-85BDC9FD1C3A}</a:tableStyleId>
              </a:tblPr>
              <a:tblGrid>
                <a:gridCol w="1372104">
                  <a:extLst>
                    <a:ext uri="{9D8B030D-6E8A-4147-A177-3AD203B41FA5}">
                      <a16:colId xmlns:a16="http://schemas.microsoft.com/office/drawing/2014/main" val="4174183585"/>
                    </a:ext>
                  </a:extLst>
                </a:gridCol>
                <a:gridCol w="1474198">
                  <a:extLst>
                    <a:ext uri="{9D8B030D-6E8A-4147-A177-3AD203B41FA5}">
                      <a16:colId xmlns:a16="http://schemas.microsoft.com/office/drawing/2014/main" val="2081268159"/>
                    </a:ext>
                  </a:extLst>
                </a:gridCol>
                <a:gridCol w="1504702">
                  <a:extLst>
                    <a:ext uri="{9D8B030D-6E8A-4147-A177-3AD203B41FA5}">
                      <a16:colId xmlns:a16="http://schemas.microsoft.com/office/drawing/2014/main" val="3305461434"/>
                    </a:ext>
                  </a:extLst>
                </a:gridCol>
                <a:gridCol w="1660371">
                  <a:extLst>
                    <a:ext uri="{9D8B030D-6E8A-4147-A177-3AD203B41FA5}">
                      <a16:colId xmlns:a16="http://schemas.microsoft.com/office/drawing/2014/main" val="2096589802"/>
                    </a:ext>
                  </a:extLst>
                </a:gridCol>
                <a:gridCol w="1422021">
                  <a:extLst>
                    <a:ext uri="{9D8B030D-6E8A-4147-A177-3AD203B41FA5}">
                      <a16:colId xmlns:a16="http://schemas.microsoft.com/office/drawing/2014/main" val="564386052"/>
                    </a:ext>
                  </a:extLst>
                </a:gridCol>
                <a:gridCol w="1735510">
                  <a:extLst>
                    <a:ext uri="{9D8B030D-6E8A-4147-A177-3AD203B41FA5}">
                      <a16:colId xmlns:a16="http://schemas.microsoft.com/office/drawing/2014/main" val="3535341705"/>
                    </a:ext>
                  </a:extLst>
                </a:gridCol>
                <a:gridCol w="1578766">
                  <a:extLst>
                    <a:ext uri="{9D8B030D-6E8A-4147-A177-3AD203B41FA5}">
                      <a16:colId xmlns:a16="http://schemas.microsoft.com/office/drawing/2014/main" val="2789643843"/>
                    </a:ext>
                  </a:extLst>
                </a:gridCol>
              </a:tblGrid>
              <a:tr h="1195875">
                <a:tc gridSpan="7">
                  <a:txBody>
                    <a:bodyPr/>
                    <a:lstStyle/>
                    <a:p>
                      <a:pPr algn="ctr" rtl="1" fontAlgn="t"/>
                      <a:r>
                        <a:rPr lang="ur-PK" sz="5400" b="0" i="0" u="none" strike="noStrike" dirty="0">
                          <a:solidFill>
                            <a:srgbClr val="000000"/>
                          </a:solidFill>
                          <a:effectLst>
                            <a:glow rad="228600">
                              <a:schemeClr val="accent4">
                                <a:satMod val="175000"/>
                                <a:alpha val="40000"/>
                              </a:schemeClr>
                            </a:glow>
                          </a:effectLst>
                          <a:latin typeface="Al Qalam Quran Majeed" panose="02010000000000000000" pitchFamily="2" charset="-78"/>
                          <a:cs typeface="Al Qalam Quran Majeed" panose="02010000000000000000" pitchFamily="2" charset="-78"/>
                        </a:rPr>
                        <a:t>هُوَ الَّذِیْ خَلَقَ لَكُمْ مَّا فِی الْاَرْضِ جَمِیْعًا ۗ </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rtl="1" fontAlgn="t"/>
                      <a:endParaRPr lang="ur-PK" sz="56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8838" marR="8838" marT="8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t"/>
                      <a:endParaRPr lang="ur-PK" sz="56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8838" marR="8838" marT="8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4013700"/>
                  </a:ext>
                </a:extLst>
              </a:tr>
              <a:tr h="1329022">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هُوَ</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الَّذِیْ</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خَلَقَ</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لَكُمْ</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مَّا</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فِی الْاَرْضِ</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جَمِیْعًا</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0527990"/>
                  </a:ext>
                </a:extLst>
              </a:tr>
            </a:tbl>
          </a:graphicData>
        </a:graphic>
      </p:graphicFrame>
    </p:spTree>
    <p:extLst>
      <p:ext uri="{BB962C8B-B14F-4D97-AF65-F5344CB8AC3E}">
        <p14:creationId xmlns:p14="http://schemas.microsoft.com/office/powerpoint/2010/main" val="4186144773"/>
      </p:ext>
    </p:extLst>
  </p:cSld>
  <p:clrMapOvr>
    <a:masterClrMapping/>
  </p:clrMapOvr>
  <p:transition spd="med">
    <p:pull/>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F8C26-8D4E-0290-0E56-477172A955DF}"/>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CCC54C5-4E74-C4A9-6833-C45E0061D7D9}"/>
              </a:ext>
            </a:extLst>
          </p:cNvPr>
          <p:cNvGraphicFramePr>
            <a:graphicFrameLocks noGrp="1"/>
          </p:cNvGraphicFramePr>
          <p:nvPr>
            <p:extLst/>
          </p:nvPr>
        </p:nvGraphicFramePr>
        <p:xfrm>
          <a:off x="738208" y="942238"/>
          <a:ext cx="10747670" cy="2524897"/>
        </p:xfrm>
        <a:graphic>
          <a:graphicData uri="http://schemas.openxmlformats.org/drawingml/2006/table">
            <a:tbl>
              <a:tblPr rtl="1">
                <a:tableStyleId>{5C22544A-7EE6-4342-B048-85BDC9FD1C3A}</a:tableStyleId>
              </a:tblPr>
              <a:tblGrid>
                <a:gridCol w="1833391">
                  <a:extLst>
                    <a:ext uri="{9D8B030D-6E8A-4147-A177-3AD203B41FA5}">
                      <a16:colId xmlns:a16="http://schemas.microsoft.com/office/drawing/2014/main" val="4174183585"/>
                    </a:ext>
                  </a:extLst>
                </a:gridCol>
                <a:gridCol w="2196985">
                  <a:extLst>
                    <a:ext uri="{9D8B030D-6E8A-4147-A177-3AD203B41FA5}">
                      <a16:colId xmlns:a16="http://schemas.microsoft.com/office/drawing/2014/main" val="2081268159"/>
                    </a:ext>
                  </a:extLst>
                </a:gridCol>
                <a:gridCol w="2130664">
                  <a:extLst>
                    <a:ext uri="{9D8B030D-6E8A-4147-A177-3AD203B41FA5}">
                      <a16:colId xmlns:a16="http://schemas.microsoft.com/office/drawing/2014/main" val="3305461434"/>
                    </a:ext>
                  </a:extLst>
                </a:gridCol>
                <a:gridCol w="2074493">
                  <a:extLst>
                    <a:ext uri="{9D8B030D-6E8A-4147-A177-3AD203B41FA5}">
                      <a16:colId xmlns:a16="http://schemas.microsoft.com/office/drawing/2014/main" val="2096589802"/>
                    </a:ext>
                  </a:extLst>
                </a:gridCol>
                <a:gridCol w="2512137">
                  <a:extLst>
                    <a:ext uri="{9D8B030D-6E8A-4147-A177-3AD203B41FA5}">
                      <a16:colId xmlns:a16="http://schemas.microsoft.com/office/drawing/2014/main" val="564386052"/>
                    </a:ext>
                  </a:extLst>
                </a:gridCol>
              </a:tblGrid>
              <a:tr h="1195875">
                <a:tc gridSpan="5">
                  <a:txBody>
                    <a:bodyPr/>
                    <a:lstStyle/>
                    <a:p>
                      <a:pPr algn="ctr" rtl="1" fontAlgn="t"/>
                      <a:r>
                        <a:rPr lang="ur-PK" sz="5400" b="0" i="0" u="none" strike="noStrike" dirty="0">
                          <a:solidFill>
                            <a:srgbClr val="000000"/>
                          </a:solidFill>
                          <a:effectLst>
                            <a:glow rad="228600">
                              <a:schemeClr val="accent4">
                                <a:satMod val="175000"/>
                                <a:alpha val="40000"/>
                              </a:schemeClr>
                            </a:glow>
                          </a:effectLst>
                          <a:latin typeface="Al Qalam Quran Majeed" panose="02010000000000000000" pitchFamily="2" charset="-78"/>
                          <a:cs typeface="Al Qalam Quran Majeed" panose="02010000000000000000" pitchFamily="2" charset="-78"/>
                        </a:rPr>
                        <a:t>ثُمَّ اسْتَوٰۤی اِلَی السَّمَآءِ فَسَوّٰىهُنَّ </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64013700"/>
                  </a:ext>
                </a:extLst>
              </a:tr>
              <a:tr h="1329022">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ثُمَّ</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اسْتَوٰۤی</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اِلَی</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السَّمَآءِ</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فَسَوّٰىهُنَّ</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0527990"/>
                  </a:ext>
                </a:extLst>
              </a:tr>
            </a:tbl>
          </a:graphicData>
        </a:graphic>
      </p:graphicFrame>
      <p:graphicFrame>
        <p:nvGraphicFramePr>
          <p:cNvPr id="6" name="Table 5">
            <a:extLst>
              <a:ext uri="{FF2B5EF4-FFF2-40B4-BE49-F238E27FC236}">
                <a16:creationId xmlns:a16="http://schemas.microsoft.com/office/drawing/2014/main" id="{69B5C05F-8C95-47CF-BEF3-1C7746E76480}"/>
              </a:ext>
            </a:extLst>
          </p:cNvPr>
          <p:cNvGraphicFramePr>
            <a:graphicFrameLocks noGrp="1"/>
          </p:cNvGraphicFramePr>
          <p:nvPr>
            <p:extLst>
              <p:ext uri="{D42A27DB-BD31-4B8C-83A1-F6EECF244321}">
                <p14:modId xmlns:p14="http://schemas.microsoft.com/office/powerpoint/2010/main" val="3132755752"/>
              </p:ext>
            </p:extLst>
          </p:nvPr>
        </p:nvGraphicFramePr>
        <p:xfrm>
          <a:off x="738208" y="3690056"/>
          <a:ext cx="10747670" cy="2524897"/>
        </p:xfrm>
        <a:graphic>
          <a:graphicData uri="http://schemas.openxmlformats.org/drawingml/2006/table">
            <a:tbl>
              <a:tblPr rtl="1">
                <a:tableStyleId>{5C22544A-7EE6-4342-B048-85BDC9FD1C3A}</a:tableStyleId>
              </a:tblPr>
              <a:tblGrid>
                <a:gridCol w="1942905">
                  <a:extLst>
                    <a:ext uri="{9D8B030D-6E8A-4147-A177-3AD203B41FA5}">
                      <a16:colId xmlns:a16="http://schemas.microsoft.com/office/drawing/2014/main" val="4174183585"/>
                    </a:ext>
                  </a:extLst>
                </a:gridCol>
                <a:gridCol w="2087471">
                  <a:extLst>
                    <a:ext uri="{9D8B030D-6E8A-4147-A177-3AD203B41FA5}">
                      <a16:colId xmlns:a16="http://schemas.microsoft.com/office/drawing/2014/main" val="2081268159"/>
                    </a:ext>
                  </a:extLst>
                </a:gridCol>
                <a:gridCol w="2130664">
                  <a:extLst>
                    <a:ext uri="{9D8B030D-6E8A-4147-A177-3AD203B41FA5}">
                      <a16:colId xmlns:a16="http://schemas.microsoft.com/office/drawing/2014/main" val="3305461434"/>
                    </a:ext>
                  </a:extLst>
                </a:gridCol>
                <a:gridCol w="2351092">
                  <a:extLst>
                    <a:ext uri="{9D8B030D-6E8A-4147-A177-3AD203B41FA5}">
                      <a16:colId xmlns:a16="http://schemas.microsoft.com/office/drawing/2014/main" val="2096589802"/>
                    </a:ext>
                  </a:extLst>
                </a:gridCol>
                <a:gridCol w="2235538">
                  <a:extLst>
                    <a:ext uri="{9D8B030D-6E8A-4147-A177-3AD203B41FA5}">
                      <a16:colId xmlns:a16="http://schemas.microsoft.com/office/drawing/2014/main" val="564386052"/>
                    </a:ext>
                  </a:extLst>
                </a:gridCol>
              </a:tblGrid>
              <a:tr h="1195875">
                <a:tc gridSpan="5">
                  <a:txBody>
                    <a:bodyPr/>
                    <a:lstStyle/>
                    <a:p>
                      <a:pPr algn="ctr" rtl="1" fontAlgn="t"/>
                      <a:r>
                        <a:rPr lang="ur-PK" sz="5400" b="0" i="0" u="none" strike="noStrike" dirty="0">
                          <a:solidFill>
                            <a:srgbClr val="000000"/>
                          </a:solidFill>
                          <a:effectLst>
                            <a:glow rad="228600">
                              <a:schemeClr val="accent4">
                                <a:satMod val="175000"/>
                                <a:alpha val="40000"/>
                              </a:schemeClr>
                            </a:glow>
                          </a:effectLst>
                          <a:latin typeface="Al Qalam Quran Majeed" panose="02010000000000000000" pitchFamily="2" charset="-78"/>
                          <a:cs typeface="Al Qalam Quran Majeed" panose="02010000000000000000" pitchFamily="2" charset="-78"/>
                        </a:rPr>
                        <a:t>سَبْعَ سَمٰوٰتٍ ؕ وَ هُوَ بِكُلِّ شَیْءٍ عَلِیْمٌ۠۝۲۹</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64013700"/>
                  </a:ext>
                </a:extLst>
              </a:tr>
              <a:tr h="1329022">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سَبْعَ</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سَمٰوٰتٍ</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وَ هُوَ</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بِكُلِّ شَیْءٍ</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عَلِیْمٌ</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0527990"/>
                  </a:ext>
                </a:extLst>
              </a:tr>
            </a:tbl>
          </a:graphicData>
        </a:graphic>
      </p:graphicFrame>
    </p:spTree>
    <p:extLst>
      <p:ext uri="{BB962C8B-B14F-4D97-AF65-F5344CB8AC3E}">
        <p14:creationId xmlns:p14="http://schemas.microsoft.com/office/powerpoint/2010/main" val="1736555460"/>
      </p:ext>
    </p:extLst>
  </p:cSld>
  <p:clrMapOvr>
    <a:masterClrMapping/>
  </p:clrMapOvr>
  <p:transition spd="med">
    <p:pull/>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F8C26-8D4E-0290-0E56-477172A955DF}"/>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CCC54C5-4E74-C4A9-6833-C45E0061D7D9}"/>
              </a:ext>
            </a:extLst>
          </p:cNvPr>
          <p:cNvGraphicFramePr>
            <a:graphicFrameLocks noGrp="1"/>
          </p:cNvGraphicFramePr>
          <p:nvPr>
            <p:extLst/>
          </p:nvPr>
        </p:nvGraphicFramePr>
        <p:xfrm>
          <a:off x="738207" y="942238"/>
          <a:ext cx="10747671" cy="2524897"/>
        </p:xfrm>
        <a:graphic>
          <a:graphicData uri="http://schemas.openxmlformats.org/drawingml/2006/table">
            <a:tbl>
              <a:tblPr rtl="1">
                <a:tableStyleId>{5C22544A-7EE6-4342-B048-85BDC9FD1C3A}</a:tableStyleId>
              </a:tblPr>
              <a:tblGrid>
                <a:gridCol w="2044218">
                  <a:extLst>
                    <a:ext uri="{9D8B030D-6E8A-4147-A177-3AD203B41FA5}">
                      <a16:colId xmlns:a16="http://schemas.microsoft.com/office/drawing/2014/main" val="4174183585"/>
                    </a:ext>
                  </a:extLst>
                </a:gridCol>
                <a:gridCol w="1986159">
                  <a:extLst>
                    <a:ext uri="{9D8B030D-6E8A-4147-A177-3AD203B41FA5}">
                      <a16:colId xmlns:a16="http://schemas.microsoft.com/office/drawing/2014/main" val="2081268159"/>
                    </a:ext>
                  </a:extLst>
                </a:gridCol>
                <a:gridCol w="2042957">
                  <a:extLst>
                    <a:ext uri="{9D8B030D-6E8A-4147-A177-3AD203B41FA5}">
                      <a16:colId xmlns:a16="http://schemas.microsoft.com/office/drawing/2014/main" val="3305461434"/>
                    </a:ext>
                  </a:extLst>
                </a:gridCol>
                <a:gridCol w="2290503">
                  <a:extLst>
                    <a:ext uri="{9D8B030D-6E8A-4147-A177-3AD203B41FA5}">
                      <a16:colId xmlns:a16="http://schemas.microsoft.com/office/drawing/2014/main" val="2096589802"/>
                    </a:ext>
                  </a:extLst>
                </a:gridCol>
                <a:gridCol w="2383834">
                  <a:extLst>
                    <a:ext uri="{9D8B030D-6E8A-4147-A177-3AD203B41FA5}">
                      <a16:colId xmlns:a16="http://schemas.microsoft.com/office/drawing/2014/main" val="564386052"/>
                    </a:ext>
                  </a:extLst>
                </a:gridCol>
              </a:tblGrid>
              <a:tr h="1195875">
                <a:tc gridSpan="5">
                  <a:txBody>
                    <a:bodyPr/>
                    <a:lstStyle/>
                    <a:p>
                      <a:pPr algn="ctr" rtl="1" fontAlgn="t"/>
                      <a:r>
                        <a:rPr lang="ur-PK" sz="5400" b="0" i="0" u="none" strike="noStrike" dirty="0">
                          <a:solidFill>
                            <a:srgbClr val="000000"/>
                          </a:solidFill>
                          <a:effectLst>
                            <a:glow rad="228600">
                              <a:schemeClr val="accent4">
                                <a:satMod val="175000"/>
                                <a:alpha val="40000"/>
                              </a:schemeClr>
                            </a:glow>
                          </a:effectLst>
                          <a:latin typeface="Al Qalam Quran Majeed" panose="02010000000000000000" pitchFamily="2" charset="-78"/>
                          <a:cs typeface="Al Qalam Quran Majeed" panose="02010000000000000000" pitchFamily="2" charset="-78"/>
                        </a:rPr>
                        <a:t>وَ اِذْ قَالَ رَبُّكَ لِلْمَلٰٓىِٕكَةِ</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64013700"/>
                  </a:ext>
                </a:extLst>
              </a:tr>
              <a:tr h="1329022">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وَ</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اِذْ</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قَالَ</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رَبُّكَ</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لِلْمَلٰٓىِٕكَةِ</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0527990"/>
                  </a:ext>
                </a:extLst>
              </a:tr>
            </a:tbl>
          </a:graphicData>
        </a:graphic>
      </p:graphicFrame>
      <p:graphicFrame>
        <p:nvGraphicFramePr>
          <p:cNvPr id="6" name="Table 5">
            <a:extLst>
              <a:ext uri="{FF2B5EF4-FFF2-40B4-BE49-F238E27FC236}">
                <a16:creationId xmlns:a16="http://schemas.microsoft.com/office/drawing/2014/main" id="{056B916E-A82C-4794-8E04-61497C36AE3B}"/>
              </a:ext>
            </a:extLst>
          </p:cNvPr>
          <p:cNvGraphicFramePr>
            <a:graphicFrameLocks noGrp="1"/>
          </p:cNvGraphicFramePr>
          <p:nvPr>
            <p:extLst>
              <p:ext uri="{D42A27DB-BD31-4B8C-83A1-F6EECF244321}">
                <p14:modId xmlns:p14="http://schemas.microsoft.com/office/powerpoint/2010/main" val="1133734319"/>
              </p:ext>
            </p:extLst>
          </p:nvPr>
        </p:nvGraphicFramePr>
        <p:xfrm>
          <a:off x="738207" y="3653111"/>
          <a:ext cx="10747671" cy="2524897"/>
        </p:xfrm>
        <a:graphic>
          <a:graphicData uri="http://schemas.openxmlformats.org/drawingml/2006/table">
            <a:tbl>
              <a:tblPr rtl="1">
                <a:tableStyleId>{5C22544A-7EE6-4342-B048-85BDC9FD1C3A}</a:tableStyleId>
              </a:tblPr>
              <a:tblGrid>
                <a:gridCol w="2044218">
                  <a:extLst>
                    <a:ext uri="{9D8B030D-6E8A-4147-A177-3AD203B41FA5}">
                      <a16:colId xmlns:a16="http://schemas.microsoft.com/office/drawing/2014/main" val="4174183585"/>
                    </a:ext>
                  </a:extLst>
                </a:gridCol>
                <a:gridCol w="1986159">
                  <a:extLst>
                    <a:ext uri="{9D8B030D-6E8A-4147-A177-3AD203B41FA5}">
                      <a16:colId xmlns:a16="http://schemas.microsoft.com/office/drawing/2014/main" val="2081268159"/>
                    </a:ext>
                  </a:extLst>
                </a:gridCol>
                <a:gridCol w="2042957">
                  <a:extLst>
                    <a:ext uri="{9D8B030D-6E8A-4147-A177-3AD203B41FA5}">
                      <a16:colId xmlns:a16="http://schemas.microsoft.com/office/drawing/2014/main" val="3305461434"/>
                    </a:ext>
                  </a:extLst>
                </a:gridCol>
                <a:gridCol w="2290503">
                  <a:extLst>
                    <a:ext uri="{9D8B030D-6E8A-4147-A177-3AD203B41FA5}">
                      <a16:colId xmlns:a16="http://schemas.microsoft.com/office/drawing/2014/main" val="2096589802"/>
                    </a:ext>
                  </a:extLst>
                </a:gridCol>
                <a:gridCol w="2383834">
                  <a:extLst>
                    <a:ext uri="{9D8B030D-6E8A-4147-A177-3AD203B41FA5}">
                      <a16:colId xmlns:a16="http://schemas.microsoft.com/office/drawing/2014/main" val="564386052"/>
                    </a:ext>
                  </a:extLst>
                </a:gridCol>
              </a:tblGrid>
              <a:tr h="1195875">
                <a:tc gridSpan="5">
                  <a:txBody>
                    <a:bodyPr/>
                    <a:lstStyle/>
                    <a:p>
                      <a:pPr algn="ctr" rtl="1" fontAlgn="t"/>
                      <a:r>
                        <a:rPr lang="ur-PK" sz="5400" b="0" i="0" u="none" strike="noStrike" dirty="0">
                          <a:solidFill>
                            <a:srgbClr val="000000"/>
                          </a:solidFill>
                          <a:effectLst>
                            <a:glow rad="228600">
                              <a:schemeClr val="accent4">
                                <a:satMod val="175000"/>
                                <a:alpha val="40000"/>
                              </a:schemeClr>
                            </a:glow>
                          </a:effectLst>
                          <a:latin typeface="Al Qalam Quran Majeed" panose="02010000000000000000" pitchFamily="2" charset="-78"/>
                          <a:cs typeface="Al Qalam Quran Majeed" panose="02010000000000000000" pitchFamily="2" charset="-78"/>
                        </a:rPr>
                        <a:t>اِنِّیْ جَاعِلٌ فِی الْاَرْضِ خَلِیْفَةً ؕ</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64013700"/>
                  </a:ext>
                </a:extLst>
              </a:tr>
              <a:tr h="1329022">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اِنِّیْ</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جَاعِلٌ</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فِی</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الْاَرْضِ</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خَلِیْفَةً</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0527990"/>
                  </a:ext>
                </a:extLst>
              </a:tr>
            </a:tbl>
          </a:graphicData>
        </a:graphic>
      </p:graphicFrame>
    </p:spTree>
    <p:extLst>
      <p:ext uri="{BB962C8B-B14F-4D97-AF65-F5344CB8AC3E}">
        <p14:creationId xmlns:p14="http://schemas.microsoft.com/office/powerpoint/2010/main" val="634558086"/>
      </p:ext>
    </p:extLst>
  </p:cSld>
  <p:clrMapOvr>
    <a:masterClrMapping/>
  </p:clrMapOvr>
  <p:transition spd="med">
    <p:pull/>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F8C26-8D4E-0290-0E56-477172A955DF}"/>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CCC54C5-4E74-C4A9-6833-C45E0061D7D9}"/>
              </a:ext>
            </a:extLst>
          </p:cNvPr>
          <p:cNvGraphicFramePr>
            <a:graphicFrameLocks noGrp="1"/>
          </p:cNvGraphicFramePr>
          <p:nvPr>
            <p:extLst/>
          </p:nvPr>
        </p:nvGraphicFramePr>
        <p:xfrm>
          <a:off x="738205" y="942238"/>
          <a:ext cx="10747672" cy="2524897"/>
        </p:xfrm>
        <a:graphic>
          <a:graphicData uri="http://schemas.openxmlformats.org/drawingml/2006/table">
            <a:tbl>
              <a:tblPr rtl="1">
                <a:tableStyleId>{5C22544A-7EE6-4342-B048-85BDC9FD1C3A}</a:tableStyleId>
              </a:tblPr>
              <a:tblGrid>
                <a:gridCol w="1659231">
                  <a:extLst>
                    <a:ext uri="{9D8B030D-6E8A-4147-A177-3AD203B41FA5}">
                      <a16:colId xmlns:a16="http://schemas.microsoft.com/office/drawing/2014/main" val="4174183585"/>
                    </a:ext>
                  </a:extLst>
                </a:gridCol>
                <a:gridCol w="1639490">
                  <a:extLst>
                    <a:ext uri="{9D8B030D-6E8A-4147-A177-3AD203B41FA5}">
                      <a16:colId xmlns:a16="http://schemas.microsoft.com/office/drawing/2014/main" val="2081268159"/>
                    </a:ext>
                  </a:extLst>
                </a:gridCol>
                <a:gridCol w="1672088">
                  <a:extLst>
                    <a:ext uri="{9D8B030D-6E8A-4147-A177-3AD203B41FA5}">
                      <a16:colId xmlns:a16="http://schemas.microsoft.com/office/drawing/2014/main" val="3305461434"/>
                    </a:ext>
                  </a:extLst>
                </a:gridCol>
                <a:gridCol w="1830752">
                  <a:extLst>
                    <a:ext uri="{9D8B030D-6E8A-4147-A177-3AD203B41FA5}">
                      <a16:colId xmlns:a16="http://schemas.microsoft.com/office/drawing/2014/main" val="2096589802"/>
                    </a:ext>
                  </a:extLst>
                </a:gridCol>
                <a:gridCol w="1995027">
                  <a:extLst>
                    <a:ext uri="{9D8B030D-6E8A-4147-A177-3AD203B41FA5}">
                      <a16:colId xmlns:a16="http://schemas.microsoft.com/office/drawing/2014/main" val="564386052"/>
                    </a:ext>
                  </a:extLst>
                </a:gridCol>
                <a:gridCol w="1951084">
                  <a:extLst>
                    <a:ext uri="{9D8B030D-6E8A-4147-A177-3AD203B41FA5}">
                      <a16:colId xmlns:a16="http://schemas.microsoft.com/office/drawing/2014/main" val="1701860975"/>
                    </a:ext>
                  </a:extLst>
                </a:gridCol>
              </a:tblGrid>
              <a:tr h="1195875">
                <a:tc gridSpan="6">
                  <a:txBody>
                    <a:bodyPr/>
                    <a:lstStyle/>
                    <a:p>
                      <a:pPr algn="ctr" rtl="1" fontAlgn="t"/>
                      <a:r>
                        <a:rPr lang="ur-PK" sz="5400" b="0" i="0" u="none" strike="noStrike" dirty="0">
                          <a:solidFill>
                            <a:srgbClr val="000000"/>
                          </a:solidFill>
                          <a:effectLst>
                            <a:glow rad="228600">
                              <a:schemeClr val="accent4">
                                <a:satMod val="175000"/>
                                <a:alpha val="40000"/>
                              </a:schemeClr>
                            </a:glow>
                          </a:effectLst>
                          <a:latin typeface="Al Qalam Quran Majeed" panose="02010000000000000000" pitchFamily="2" charset="-78"/>
                          <a:cs typeface="Al Qalam Quran Majeed" panose="02010000000000000000" pitchFamily="2" charset="-78"/>
                        </a:rPr>
                        <a:t>قَالُوْۤا اَتَجْعَلُ فِیْهَا مَنْ یُّفْسِدُ فِیْهَا</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rtl="1" fontAlgn="t"/>
                      <a:endParaRPr lang="ur-PK" sz="56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8838" marR="8838" marT="8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4013700"/>
                  </a:ext>
                </a:extLst>
              </a:tr>
              <a:tr h="1329022">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قَالُوْۤا</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اَتَجْعَلُ</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فِیْهَا</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مَنْ</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یُّفْسِدُ</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فِیْهَا</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0527990"/>
                  </a:ext>
                </a:extLst>
              </a:tr>
            </a:tbl>
          </a:graphicData>
        </a:graphic>
      </p:graphicFrame>
      <p:graphicFrame>
        <p:nvGraphicFramePr>
          <p:cNvPr id="6" name="Table 5">
            <a:extLst>
              <a:ext uri="{FF2B5EF4-FFF2-40B4-BE49-F238E27FC236}">
                <a16:creationId xmlns:a16="http://schemas.microsoft.com/office/drawing/2014/main" id="{D6307789-3683-4AAC-A678-454D3290F685}"/>
              </a:ext>
            </a:extLst>
          </p:cNvPr>
          <p:cNvGraphicFramePr>
            <a:graphicFrameLocks noGrp="1"/>
          </p:cNvGraphicFramePr>
          <p:nvPr>
            <p:extLst>
              <p:ext uri="{D42A27DB-BD31-4B8C-83A1-F6EECF244321}">
                <p14:modId xmlns:p14="http://schemas.microsoft.com/office/powerpoint/2010/main" val="719647685"/>
              </p:ext>
            </p:extLst>
          </p:nvPr>
        </p:nvGraphicFramePr>
        <p:xfrm>
          <a:off x="738205" y="3662347"/>
          <a:ext cx="10747672" cy="2524897"/>
        </p:xfrm>
        <a:graphic>
          <a:graphicData uri="http://schemas.openxmlformats.org/drawingml/2006/table">
            <a:tbl>
              <a:tblPr rtl="1">
                <a:tableStyleId>{5C22544A-7EE6-4342-B048-85BDC9FD1C3A}</a:tableStyleId>
              </a:tblPr>
              <a:tblGrid>
                <a:gridCol w="1705209">
                  <a:extLst>
                    <a:ext uri="{9D8B030D-6E8A-4147-A177-3AD203B41FA5}">
                      <a16:colId xmlns:a16="http://schemas.microsoft.com/office/drawing/2014/main" val="4174183585"/>
                    </a:ext>
                  </a:extLst>
                </a:gridCol>
                <a:gridCol w="1593512">
                  <a:extLst>
                    <a:ext uri="{9D8B030D-6E8A-4147-A177-3AD203B41FA5}">
                      <a16:colId xmlns:a16="http://schemas.microsoft.com/office/drawing/2014/main" val="2081268159"/>
                    </a:ext>
                  </a:extLst>
                </a:gridCol>
                <a:gridCol w="1672088">
                  <a:extLst>
                    <a:ext uri="{9D8B030D-6E8A-4147-A177-3AD203B41FA5}">
                      <a16:colId xmlns:a16="http://schemas.microsoft.com/office/drawing/2014/main" val="3305461434"/>
                    </a:ext>
                  </a:extLst>
                </a:gridCol>
                <a:gridCol w="2096577">
                  <a:extLst>
                    <a:ext uri="{9D8B030D-6E8A-4147-A177-3AD203B41FA5}">
                      <a16:colId xmlns:a16="http://schemas.microsoft.com/office/drawing/2014/main" val="2096589802"/>
                    </a:ext>
                  </a:extLst>
                </a:gridCol>
                <a:gridCol w="1869938">
                  <a:extLst>
                    <a:ext uri="{9D8B030D-6E8A-4147-A177-3AD203B41FA5}">
                      <a16:colId xmlns:a16="http://schemas.microsoft.com/office/drawing/2014/main" val="564386052"/>
                    </a:ext>
                  </a:extLst>
                </a:gridCol>
                <a:gridCol w="1810348">
                  <a:extLst>
                    <a:ext uri="{9D8B030D-6E8A-4147-A177-3AD203B41FA5}">
                      <a16:colId xmlns:a16="http://schemas.microsoft.com/office/drawing/2014/main" val="4162981680"/>
                    </a:ext>
                  </a:extLst>
                </a:gridCol>
              </a:tblGrid>
              <a:tr h="1195875">
                <a:tc gridSpan="6">
                  <a:txBody>
                    <a:bodyPr/>
                    <a:lstStyle/>
                    <a:p>
                      <a:pPr algn="ctr" rtl="1" fontAlgn="t"/>
                      <a:r>
                        <a:rPr lang="ur-PK" sz="5400" b="0" i="0" u="none" strike="noStrike" dirty="0">
                          <a:solidFill>
                            <a:srgbClr val="000000"/>
                          </a:solidFill>
                          <a:effectLst>
                            <a:glow rad="228600">
                              <a:schemeClr val="accent4">
                                <a:satMod val="175000"/>
                                <a:alpha val="40000"/>
                              </a:schemeClr>
                            </a:glow>
                          </a:effectLst>
                          <a:latin typeface="Al Qalam Quran Majeed" panose="02010000000000000000" pitchFamily="2" charset="-78"/>
                          <a:cs typeface="Al Qalam Quran Majeed" panose="02010000000000000000" pitchFamily="2" charset="-78"/>
                        </a:rPr>
                        <a:t>وَ یَسْفِكُ الدِّمَآءَ ۚ وَ نَحْنُ نُسَبِّحُ بِحَمْدِكَ</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rtl="1" fontAlgn="t"/>
                      <a:endParaRPr lang="ur-PK" sz="56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8838" marR="8838" marT="8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4013700"/>
                  </a:ext>
                </a:extLst>
              </a:tr>
              <a:tr h="1329022">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وَ یَسْفِكُ</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الدِّمَآءَ</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وَ نَحْنُ</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نُسَبِّحُ</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بِحَمْدِ</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كَ</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0527990"/>
                  </a:ext>
                </a:extLst>
              </a:tr>
            </a:tbl>
          </a:graphicData>
        </a:graphic>
      </p:graphicFrame>
    </p:spTree>
    <p:extLst>
      <p:ext uri="{BB962C8B-B14F-4D97-AF65-F5344CB8AC3E}">
        <p14:creationId xmlns:p14="http://schemas.microsoft.com/office/powerpoint/2010/main" val="1519109834"/>
      </p:ext>
    </p:extLst>
  </p:cSld>
  <p:clrMapOvr>
    <a:masterClrMapping/>
  </p:clrMapOvr>
  <p:transition spd="med">
    <p:pull/>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F8C26-8D4E-0290-0E56-477172A955DF}"/>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CCC54C5-4E74-C4A9-6833-C45E0061D7D9}"/>
              </a:ext>
            </a:extLst>
          </p:cNvPr>
          <p:cNvGraphicFramePr>
            <a:graphicFrameLocks noGrp="1"/>
          </p:cNvGraphicFramePr>
          <p:nvPr>
            <p:extLst>
              <p:ext uri="{D42A27DB-BD31-4B8C-83A1-F6EECF244321}">
                <p14:modId xmlns:p14="http://schemas.microsoft.com/office/powerpoint/2010/main" val="2998440012"/>
              </p:ext>
            </p:extLst>
          </p:nvPr>
        </p:nvGraphicFramePr>
        <p:xfrm>
          <a:off x="793619" y="833485"/>
          <a:ext cx="10747671" cy="2524897"/>
        </p:xfrm>
        <a:graphic>
          <a:graphicData uri="http://schemas.openxmlformats.org/drawingml/2006/table">
            <a:tbl>
              <a:tblPr rtl="1">
                <a:tableStyleId>{5C22544A-7EE6-4342-B048-85BDC9FD1C3A}</a:tableStyleId>
              </a:tblPr>
              <a:tblGrid>
                <a:gridCol w="2083424">
                  <a:extLst>
                    <a:ext uri="{9D8B030D-6E8A-4147-A177-3AD203B41FA5}">
                      <a16:colId xmlns:a16="http://schemas.microsoft.com/office/drawing/2014/main" val="4174183585"/>
                    </a:ext>
                  </a:extLst>
                </a:gridCol>
                <a:gridCol w="1946953">
                  <a:extLst>
                    <a:ext uri="{9D8B030D-6E8A-4147-A177-3AD203B41FA5}">
                      <a16:colId xmlns:a16="http://schemas.microsoft.com/office/drawing/2014/main" val="2081268159"/>
                    </a:ext>
                  </a:extLst>
                </a:gridCol>
                <a:gridCol w="2042957">
                  <a:extLst>
                    <a:ext uri="{9D8B030D-6E8A-4147-A177-3AD203B41FA5}">
                      <a16:colId xmlns:a16="http://schemas.microsoft.com/office/drawing/2014/main" val="3305461434"/>
                    </a:ext>
                  </a:extLst>
                </a:gridCol>
                <a:gridCol w="2290503">
                  <a:extLst>
                    <a:ext uri="{9D8B030D-6E8A-4147-A177-3AD203B41FA5}">
                      <a16:colId xmlns:a16="http://schemas.microsoft.com/office/drawing/2014/main" val="2096589802"/>
                    </a:ext>
                  </a:extLst>
                </a:gridCol>
                <a:gridCol w="2383834">
                  <a:extLst>
                    <a:ext uri="{9D8B030D-6E8A-4147-A177-3AD203B41FA5}">
                      <a16:colId xmlns:a16="http://schemas.microsoft.com/office/drawing/2014/main" val="564386052"/>
                    </a:ext>
                  </a:extLst>
                </a:gridCol>
              </a:tblGrid>
              <a:tr h="1195875">
                <a:tc gridSpan="5">
                  <a:txBody>
                    <a:bodyPr/>
                    <a:lstStyle/>
                    <a:p>
                      <a:pPr algn="ctr" rtl="1" fontAlgn="t"/>
                      <a:r>
                        <a:rPr lang="ur-PK" sz="5400" b="0" i="0" u="none" strike="noStrike" dirty="0">
                          <a:solidFill>
                            <a:srgbClr val="000000"/>
                          </a:solidFill>
                          <a:effectLst>
                            <a:glow rad="228600">
                              <a:schemeClr val="accent4">
                                <a:satMod val="175000"/>
                                <a:alpha val="40000"/>
                              </a:schemeClr>
                            </a:glow>
                          </a:effectLst>
                          <a:latin typeface="Al Qalam Quran Majeed" panose="02010000000000000000" pitchFamily="2" charset="-78"/>
                          <a:cs typeface="Al Qalam Quran Majeed" panose="02010000000000000000" pitchFamily="2" charset="-78"/>
                        </a:rPr>
                        <a:t>وَ نُقَدِّسُ لَكَ ؕ قَالَ</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64013700"/>
                  </a:ext>
                </a:extLst>
              </a:tr>
              <a:tr h="1329022">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وَ</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نُقَدِّسُ</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لَ</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كَ</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قَالَ</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0527990"/>
                  </a:ext>
                </a:extLst>
              </a:tr>
            </a:tbl>
          </a:graphicData>
        </a:graphic>
      </p:graphicFrame>
      <p:graphicFrame>
        <p:nvGraphicFramePr>
          <p:cNvPr id="6" name="Table 5">
            <a:extLst>
              <a:ext uri="{FF2B5EF4-FFF2-40B4-BE49-F238E27FC236}">
                <a16:creationId xmlns:a16="http://schemas.microsoft.com/office/drawing/2014/main" id="{E5C6AD80-CEF3-4041-BE95-79F18098B6CE}"/>
              </a:ext>
            </a:extLst>
          </p:cNvPr>
          <p:cNvGraphicFramePr>
            <a:graphicFrameLocks noGrp="1"/>
          </p:cNvGraphicFramePr>
          <p:nvPr>
            <p:extLst>
              <p:ext uri="{D42A27DB-BD31-4B8C-83A1-F6EECF244321}">
                <p14:modId xmlns:p14="http://schemas.microsoft.com/office/powerpoint/2010/main" val="869003469"/>
              </p:ext>
            </p:extLst>
          </p:nvPr>
        </p:nvGraphicFramePr>
        <p:xfrm>
          <a:off x="793619" y="3574602"/>
          <a:ext cx="10747672" cy="2524897"/>
        </p:xfrm>
        <a:graphic>
          <a:graphicData uri="http://schemas.openxmlformats.org/drawingml/2006/table">
            <a:tbl>
              <a:tblPr rtl="1">
                <a:tableStyleId>{5C22544A-7EE6-4342-B048-85BDC9FD1C3A}</a:tableStyleId>
              </a:tblPr>
              <a:tblGrid>
                <a:gridCol w="2039715">
                  <a:extLst>
                    <a:ext uri="{9D8B030D-6E8A-4147-A177-3AD203B41FA5}">
                      <a16:colId xmlns:a16="http://schemas.microsoft.com/office/drawing/2014/main" val="4174183585"/>
                    </a:ext>
                  </a:extLst>
                </a:gridCol>
                <a:gridCol w="2121933">
                  <a:extLst>
                    <a:ext uri="{9D8B030D-6E8A-4147-A177-3AD203B41FA5}">
                      <a16:colId xmlns:a16="http://schemas.microsoft.com/office/drawing/2014/main" val="2081268159"/>
                    </a:ext>
                  </a:extLst>
                </a:gridCol>
                <a:gridCol w="1911686">
                  <a:extLst>
                    <a:ext uri="{9D8B030D-6E8A-4147-A177-3AD203B41FA5}">
                      <a16:colId xmlns:a16="http://schemas.microsoft.com/office/drawing/2014/main" val="3305461434"/>
                    </a:ext>
                  </a:extLst>
                </a:gridCol>
                <a:gridCol w="2314008">
                  <a:extLst>
                    <a:ext uri="{9D8B030D-6E8A-4147-A177-3AD203B41FA5}">
                      <a16:colId xmlns:a16="http://schemas.microsoft.com/office/drawing/2014/main" val="2096589802"/>
                    </a:ext>
                  </a:extLst>
                </a:gridCol>
                <a:gridCol w="2360330">
                  <a:extLst>
                    <a:ext uri="{9D8B030D-6E8A-4147-A177-3AD203B41FA5}">
                      <a16:colId xmlns:a16="http://schemas.microsoft.com/office/drawing/2014/main" val="564386052"/>
                    </a:ext>
                  </a:extLst>
                </a:gridCol>
              </a:tblGrid>
              <a:tr h="1195875">
                <a:tc gridSpan="5">
                  <a:txBody>
                    <a:bodyPr/>
                    <a:lstStyle/>
                    <a:p>
                      <a:pPr algn="ctr" rtl="1" fontAlgn="t"/>
                      <a:r>
                        <a:rPr lang="ur-PK" sz="5400" b="0" i="0" u="none" strike="noStrike" dirty="0">
                          <a:solidFill>
                            <a:srgbClr val="000000"/>
                          </a:solidFill>
                          <a:effectLst>
                            <a:glow rad="228600">
                              <a:schemeClr val="accent4">
                                <a:satMod val="175000"/>
                                <a:alpha val="40000"/>
                              </a:schemeClr>
                            </a:glow>
                          </a:effectLst>
                          <a:latin typeface="Al Qalam Quran Majeed" panose="02010000000000000000" pitchFamily="2" charset="-78"/>
                          <a:cs typeface="Al Qalam Quran Majeed" panose="02010000000000000000" pitchFamily="2" charset="-78"/>
                        </a:rPr>
                        <a:t>اِنِّیْۤ اَعْلَمُ مَا لَا تَعْلَمُوْنَ۝۳۰</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64013700"/>
                  </a:ext>
                </a:extLst>
              </a:tr>
              <a:tr h="1329022">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اِنِّیْۤ</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اَعْلَمُ</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مَا</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لَا</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تَعْلَمُوْنَ</a:t>
                      </a:r>
                    </a:p>
                  </a:txBody>
                  <a:tcPr marL="7619" marR="7619" marT="7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0527990"/>
                  </a:ext>
                </a:extLst>
              </a:tr>
            </a:tbl>
          </a:graphicData>
        </a:graphic>
      </p:graphicFrame>
    </p:spTree>
    <p:extLst>
      <p:ext uri="{BB962C8B-B14F-4D97-AF65-F5344CB8AC3E}">
        <p14:creationId xmlns:p14="http://schemas.microsoft.com/office/powerpoint/2010/main" val="2869867321"/>
      </p:ext>
    </p:extLst>
  </p:cSld>
  <p:clrMapOvr>
    <a:masterClrMapping/>
  </p:clrMapOvr>
  <p:transition spd="med">
    <p:pull/>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grpSp>
        <p:nvGrpSpPr>
          <p:cNvPr id="2" name="Group 2"/>
          <p:cNvGrpSpPr/>
          <p:nvPr/>
        </p:nvGrpSpPr>
        <p:grpSpPr>
          <a:xfrm>
            <a:off x="11194473" y="0"/>
            <a:ext cx="997527" cy="6858000"/>
            <a:chOff x="0" y="0"/>
            <a:chExt cx="400694" cy="3472227"/>
          </a:xfrm>
        </p:grpSpPr>
        <p:sp>
          <p:nvSpPr>
            <p:cNvPr id="3" name="Freeform 3"/>
            <p:cNvSpPr/>
            <p:nvPr/>
          </p:nvSpPr>
          <p:spPr>
            <a:xfrm>
              <a:off x="0" y="0"/>
              <a:ext cx="400694" cy="3472226"/>
            </a:xfrm>
            <a:custGeom>
              <a:avLst/>
              <a:gdLst/>
              <a:ahLst/>
              <a:cxnLst/>
              <a:rect l="l" t="t" r="r" b="b"/>
              <a:pathLst>
                <a:path w="400694" h="3472226">
                  <a:moveTo>
                    <a:pt x="0" y="0"/>
                  </a:moveTo>
                  <a:lnTo>
                    <a:pt x="400694" y="0"/>
                  </a:lnTo>
                  <a:lnTo>
                    <a:pt x="400694" y="3472226"/>
                  </a:lnTo>
                  <a:lnTo>
                    <a:pt x="0" y="3472226"/>
                  </a:lnTo>
                  <a:close/>
                </a:path>
              </a:pathLst>
            </a:custGeom>
            <a:solidFill>
              <a:srgbClr val="106861"/>
            </a:solidFill>
          </p:spPr>
        </p:sp>
        <p:sp>
          <p:nvSpPr>
            <p:cNvPr id="4" name="TextBox 4"/>
            <p:cNvSpPr txBox="1"/>
            <p:nvPr/>
          </p:nvSpPr>
          <p:spPr>
            <a:xfrm>
              <a:off x="0" y="-19050"/>
              <a:ext cx="400694" cy="3491277"/>
            </a:xfrm>
            <a:prstGeom prst="rect">
              <a:avLst/>
            </a:prstGeom>
          </p:spPr>
          <p:txBody>
            <a:bodyPr lIns="33867" tIns="33867" rIns="33867" bIns="33867" rtlCol="0" anchor="ctr"/>
            <a:lstStyle/>
            <a:p>
              <a:pPr marL="0" marR="0" lvl="0" indent="0" algn="ctr" defTabSz="609630" rtl="0" eaLnBrk="1" fontAlgn="auto" latinLnBrk="0" hangingPunct="1">
                <a:lnSpc>
                  <a:spcPts val="1906"/>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Freeform 5"/>
          <p:cNvSpPr/>
          <p:nvPr/>
        </p:nvSpPr>
        <p:spPr>
          <a:xfrm>
            <a:off x="10518469" y="183369"/>
            <a:ext cx="1414522" cy="1414522"/>
          </a:xfrm>
          <a:custGeom>
            <a:avLst/>
            <a:gdLst/>
            <a:ahLst/>
            <a:cxnLst/>
            <a:rect l="l" t="t" r="r" b="b"/>
            <a:pathLst>
              <a:path w="2303844" h="2303844">
                <a:moveTo>
                  <a:pt x="0" y="0"/>
                </a:moveTo>
                <a:lnTo>
                  <a:pt x="2303843" y="0"/>
                </a:lnTo>
                <a:lnTo>
                  <a:pt x="2303843" y="2303844"/>
                </a:lnTo>
                <a:lnTo>
                  <a:pt x="0" y="2303844"/>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grpSp>
        <p:nvGrpSpPr>
          <p:cNvPr id="8" name="Group 8"/>
          <p:cNvGrpSpPr/>
          <p:nvPr/>
        </p:nvGrpSpPr>
        <p:grpSpPr>
          <a:xfrm>
            <a:off x="633781" y="2338011"/>
            <a:ext cx="52659" cy="2374901"/>
            <a:chOff x="0" y="0"/>
            <a:chExt cx="20803" cy="938233"/>
          </a:xfrm>
        </p:grpSpPr>
        <p:sp>
          <p:nvSpPr>
            <p:cNvPr id="9" name="Freeform 9"/>
            <p:cNvSpPr/>
            <p:nvPr/>
          </p:nvSpPr>
          <p:spPr>
            <a:xfrm>
              <a:off x="0" y="0"/>
              <a:ext cx="20803" cy="938233"/>
            </a:xfrm>
            <a:custGeom>
              <a:avLst/>
              <a:gdLst/>
              <a:ahLst/>
              <a:cxnLst/>
              <a:rect l="l" t="t" r="r" b="b"/>
              <a:pathLst>
                <a:path w="20803" h="938233">
                  <a:moveTo>
                    <a:pt x="0" y="0"/>
                  </a:moveTo>
                  <a:lnTo>
                    <a:pt x="20803" y="0"/>
                  </a:lnTo>
                  <a:lnTo>
                    <a:pt x="20803" y="938233"/>
                  </a:lnTo>
                  <a:lnTo>
                    <a:pt x="0" y="938233"/>
                  </a:lnTo>
                  <a:close/>
                </a:path>
              </a:pathLst>
            </a:custGeom>
            <a:solidFill>
              <a:srgbClr val="106861"/>
            </a:solidFill>
            <a:ln cap="sq">
              <a:noFill/>
              <a:prstDash val="solid"/>
              <a:miter/>
            </a:ln>
          </p:spPr>
        </p:sp>
        <p:sp>
          <p:nvSpPr>
            <p:cNvPr id="10" name="TextBox 10"/>
            <p:cNvSpPr txBox="1"/>
            <p:nvPr/>
          </p:nvSpPr>
          <p:spPr>
            <a:xfrm>
              <a:off x="0" y="-19050"/>
              <a:ext cx="20803" cy="957283"/>
            </a:xfrm>
            <a:prstGeom prst="rect">
              <a:avLst/>
            </a:prstGeom>
          </p:spPr>
          <p:txBody>
            <a:bodyPr lIns="33867" tIns="33867" rIns="33867" bIns="33867" rtlCol="0" anchor="ctr"/>
            <a:lstStyle/>
            <a:p>
              <a:pPr marL="0" marR="0" lvl="0" indent="0" algn="ctr" defTabSz="609630" rtl="0" eaLnBrk="1" fontAlgn="auto" latinLnBrk="0" hangingPunct="1">
                <a:lnSpc>
                  <a:spcPts val="1906"/>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 name="Group 6"/>
          <p:cNvGrpSpPr/>
          <p:nvPr/>
        </p:nvGrpSpPr>
        <p:grpSpPr>
          <a:xfrm>
            <a:off x="10648119" y="326394"/>
            <a:ext cx="1151087" cy="1151082"/>
            <a:chOff x="50951" y="0"/>
            <a:chExt cx="6350000" cy="6349975"/>
          </a:xfrm>
        </p:grpSpPr>
        <p:sp>
          <p:nvSpPr>
            <p:cNvPr id="7" name="Freeform 7"/>
            <p:cNvSpPr/>
            <p:nvPr/>
          </p:nvSpPr>
          <p:spPr>
            <a:xfrm>
              <a:off x="50951"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4"/>
              <a:stretch>
                <a:fillRect/>
              </a:stretch>
            </a:blipFill>
          </p:spPr>
        </p:sp>
      </p:grpSp>
      <p:sp>
        <p:nvSpPr>
          <p:cNvPr id="12" name="TextBox 27">
            <a:extLst>
              <a:ext uri="{FF2B5EF4-FFF2-40B4-BE49-F238E27FC236}">
                <a16:creationId xmlns:a16="http://schemas.microsoft.com/office/drawing/2014/main" id="{03FC107C-DD3A-46E6-AA7A-02C82D97DA82}"/>
              </a:ext>
            </a:extLst>
          </p:cNvPr>
          <p:cNvSpPr txBox="1"/>
          <p:nvPr/>
        </p:nvSpPr>
        <p:spPr>
          <a:xfrm>
            <a:off x="2262455" y="1443693"/>
            <a:ext cx="7356003" cy="1692195"/>
          </a:xfrm>
          <a:prstGeom prst="rect">
            <a:avLst/>
          </a:prstGeom>
        </p:spPr>
        <p:txBody>
          <a:bodyPr wrap="square" lIns="0" tIns="0" rIns="0" bIns="0" rtlCol="0" anchor="ctr">
            <a:spAutoFit/>
          </a:bodyPr>
          <a:lstStyle/>
          <a:p>
            <a:pPr lvl="0" algn="ctr" defTabSz="609630" rtl="1">
              <a:lnSpc>
                <a:spcPct val="150000"/>
              </a:lnSpc>
              <a:defRPr/>
            </a:pPr>
            <a:r>
              <a:rPr kumimoji="0" lang="ur-PK" sz="8000"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Alvi Nastaleeq" panose="02000503000000020004" pitchFamily="2" charset="-78"/>
                <a:ea typeface="Jameel Noori Nastaleeq"/>
                <a:cs typeface="Alvi Nastaleeq" panose="02000503000000020004" pitchFamily="2" charset="-78"/>
                <a:sym typeface="Jameel Noori Nastaleeq"/>
                <a:rtl/>
              </a:rPr>
              <a:t>سورہ بقرہ </a:t>
            </a:r>
            <a:r>
              <a:rPr lang="ur-PK" sz="8000" dirty="0">
                <a:solidFill>
                  <a:prstClr val="black"/>
                </a:solidFill>
                <a:latin typeface="Alvi Nastaleeq" panose="02000503000000020004" pitchFamily="2" charset="-78"/>
                <a:cs typeface="Alvi Nastaleeq" panose="02000503000000020004" pitchFamily="2" charset="-78"/>
              </a:rPr>
              <a:t> آیت 31 تا 35</a:t>
            </a:r>
            <a:r>
              <a:rPr kumimoji="0" lang="ur-PK" sz="8000"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Alvi Nastaleeq" panose="02000503000000020004" pitchFamily="2" charset="-78"/>
                <a:ea typeface="Jameel Noori Nastaleeq"/>
                <a:cs typeface="Alvi Nastaleeq" panose="02000503000000020004" pitchFamily="2" charset="-78"/>
                <a:sym typeface="Jameel Noori Nastaleeq"/>
                <a:rtl/>
              </a:rPr>
              <a:t> </a:t>
            </a:r>
          </a:p>
        </p:txBody>
      </p:sp>
      <p:sp>
        <p:nvSpPr>
          <p:cNvPr id="13" name="TextBox 12">
            <a:extLst>
              <a:ext uri="{FF2B5EF4-FFF2-40B4-BE49-F238E27FC236}">
                <a16:creationId xmlns:a16="http://schemas.microsoft.com/office/drawing/2014/main" id="{D4B5B762-743A-4DE3-B572-5DD89B365C1A}"/>
              </a:ext>
            </a:extLst>
          </p:cNvPr>
          <p:cNvSpPr txBox="1"/>
          <p:nvPr/>
        </p:nvSpPr>
        <p:spPr>
          <a:xfrm>
            <a:off x="1902637" y="3139895"/>
            <a:ext cx="7715821" cy="1334211"/>
          </a:xfrm>
          <a:prstGeom prst="rect">
            <a:avLst/>
          </a:prstGeom>
          <a:noFill/>
        </p:spPr>
        <p:txBody>
          <a:bodyPr wrap="square" rtlCol="0">
            <a:spAutoFit/>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ur-PK" sz="6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لفظی و با محاورہ معنیٰ</a:t>
            </a:r>
          </a:p>
        </p:txBody>
      </p:sp>
    </p:spTree>
    <p:extLst>
      <p:ext uri="{BB962C8B-B14F-4D97-AF65-F5344CB8AC3E}">
        <p14:creationId xmlns:p14="http://schemas.microsoft.com/office/powerpoint/2010/main" val="34292423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grpSp>
        <p:nvGrpSpPr>
          <p:cNvPr id="2" name="Group 2"/>
          <p:cNvGrpSpPr/>
          <p:nvPr/>
        </p:nvGrpSpPr>
        <p:grpSpPr>
          <a:xfrm>
            <a:off x="11194473" y="0"/>
            <a:ext cx="997527" cy="6858000"/>
            <a:chOff x="0" y="0"/>
            <a:chExt cx="400694" cy="3472227"/>
          </a:xfrm>
        </p:grpSpPr>
        <p:sp>
          <p:nvSpPr>
            <p:cNvPr id="3" name="Freeform 3"/>
            <p:cNvSpPr/>
            <p:nvPr/>
          </p:nvSpPr>
          <p:spPr>
            <a:xfrm>
              <a:off x="0" y="0"/>
              <a:ext cx="400694" cy="3472226"/>
            </a:xfrm>
            <a:custGeom>
              <a:avLst/>
              <a:gdLst/>
              <a:ahLst/>
              <a:cxnLst/>
              <a:rect l="l" t="t" r="r" b="b"/>
              <a:pathLst>
                <a:path w="400694" h="3472226">
                  <a:moveTo>
                    <a:pt x="0" y="0"/>
                  </a:moveTo>
                  <a:lnTo>
                    <a:pt x="400694" y="0"/>
                  </a:lnTo>
                  <a:lnTo>
                    <a:pt x="400694" y="3472226"/>
                  </a:lnTo>
                  <a:lnTo>
                    <a:pt x="0" y="3472226"/>
                  </a:lnTo>
                  <a:close/>
                </a:path>
              </a:pathLst>
            </a:custGeom>
            <a:solidFill>
              <a:srgbClr val="106861"/>
            </a:solidFill>
          </p:spPr>
        </p:sp>
        <p:sp>
          <p:nvSpPr>
            <p:cNvPr id="4" name="TextBox 4"/>
            <p:cNvSpPr txBox="1"/>
            <p:nvPr/>
          </p:nvSpPr>
          <p:spPr>
            <a:xfrm>
              <a:off x="0" y="-19050"/>
              <a:ext cx="400694" cy="3491277"/>
            </a:xfrm>
            <a:prstGeom prst="rect">
              <a:avLst/>
            </a:prstGeom>
          </p:spPr>
          <p:txBody>
            <a:bodyPr lIns="33867" tIns="33867" rIns="33867" bIns="33867" rtlCol="0" anchor="ctr"/>
            <a:lstStyle/>
            <a:p>
              <a:pPr marL="0" marR="0" lvl="0" indent="0" algn="ctr" defTabSz="609630" rtl="0" eaLnBrk="1" fontAlgn="auto" latinLnBrk="0" hangingPunct="1">
                <a:lnSpc>
                  <a:spcPts val="1906"/>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Freeform 5"/>
          <p:cNvSpPr/>
          <p:nvPr/>
        </p:nvSpPr>
        <p:spPr>
          <a:xfrm>
            <a:off x="10518469" y="183369"/>
            <a:ext cx="1414522" cy="1414522"/>
          </a:xfrm>
          <a:custGeom>
            <a:avLst/>
            <a:gdLst/>
            <a:ahLst/>
            <a:cxnLst/>
            <a:rect l="l" t="t" r="r" b="b"/>
            <a:pathLst>
              <a:path w="2303844" h="2303844">
                <a:moveTo>
                  <a:pt x="0" y="0"/>
                </a:moveTo>
                <a:lnTo>
                  <a:pt x="2303843" y="0"/>
                </a:lnTo>
                <a:lnTo>
                  <a:pt x="2303843" y="2303844"/>
                </a:lnTo>
                <a:lnTo>
                  <a:pt x="0" y="2303844"/>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grpSp>
        <p:nvGrpSpPr>
          <p:cNvPr id="6" name="Group 6"/>
          <p:cNvGrpSpPr/>
          <p:nvPr/>
        </p:nvGrpSpPr>
        <p:grpSpPr>
          <a:xfrm>
            <a:off x="10648119" y="326394"/>
            <a:ext cx="1151087" cy="1151082"/>
            <a:chOff x="50951" y="0"/>
            <a:chExt cx="6350000" cy="6349975"/>
          </a:xfrm>
        </p:grpSpPr>
        <p:sp>
          <p:nvSpPr>
            <p:cNvPr id="7" name="Freeform 7"/>
            <p:cNvSpPr/>
            <p:nvPr/>
          </p:nvSpPr>
          <p:spPr>
            <a:xfrm>
              <a:off x="50951"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4"/>
              <a:stretch>
                <a:fillRect/>
              </a:stretch>
            </a:blipFill>
          </p:spPr>
        </p:sp>
      </p:grpSp>
      <p:sp>
        <p:nvSpPr>
          <p:cNvPr id="13" name="Freeform 12">
            <a:extLst>
              <a:ext uri="{FF2B5EF4-FFF2-40B4-BE49-F238E27FC236}">
                <a16:creationId xmlns:a16="http://schemas.microsoft.com/office/drawing/2014/main" id="{95631775-C5BF-47FF-A9EB-C36FA140C048}"/>
              </a:ext>
            </a:extLst>
          </p:cNvPr>
          <p:cNvSpPr/>
          <p:nvPr/>
        </p:nvSpPr>
        <p:spPr>
          <a:xfrm>
            <a:off x="9587614" y="88655"/>
            <a:ext cx="2537714" cy="1388821"/>
          </a:xfrm>
          <a:custGeom>
            <a:avLst/>
            <a:gdLst/>
            <a:ahLst/>
            <a:cxnLst/>
            <a:rect l="l" t="t" r="r" b="b"/>
            <a:pathLst>
              <a:path w="3806571" h="2083232">
                <a:moveTo>
                  <a:pt x="0" y="0"/>
                </a:moveTo>
                <a:lnTo>
                  <a:pt x="3806571" y="0"/>
                </a:lnTo>
                <a:lnTo>
                  <a:pt x="3806571" y="2083233"/>
                </a:lnTo>
                <a:lnTo>
                  <a:pt x="0" y="208323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14" name="Group 9">
            <a:extLst>
              <a:ext uri="{FF2B5EF4-FFF2-40B4-BE49-F238E27FC236}">
                <a16:creationId xmlns:a16="http://schemas.microsoft.com/office/drawing/2014/main" id="{30F01CC8-3B08-4F27-9A2F-99D9878516D5}"/>
              </a:ext>
            </a:extLst>
          </p:cNvPr>
          <p:cNvGrpSpPr/>
          <p:nvPr/>
        </p:nvGrpSpPr>
        <p:grpSpPr>
          <a:xfrm>
            <a:off x="11656689" y="2698157"/>
            <a:ext cx="73491" cy="1879331"/>
            <a:chOff x="0" y="0"/>
            <a:chExt cx="26312" cy="672855"/>
          </a:xfrm>
        </p:grpSpPr>
        <p:sp>
          <p:nvSpPr>
            <p:cNvPr id="15" name="Freeform 10">
              <a:extLst>
                <a:ext uri="{FF2B5EF4-FFF2-40B4-BE49-F238E27FC236}">
                  <a16:creationId xmlns:a16="http://schemas.microsoft.com/office/drawing/2014/main" id="{7423CA52-6888-4F11-B5AF-CBE8632B9393}"/>
                </a:ext>
              </a:extLst>
            </p:cNvPr>
            <p:cNvSpPr/>
            <p:nvPr/>
          </p:nvSpPr>
          <p:spPr>
            <a:xfrm>
              <a:off x="0" y="0"/>
              <a:ext cx="26312" cy="672855"/>
            </a:xfrm>
            <a:custGeom>
              <a:avLst/>
              <a:gdLst/>
              <a:ahLst/>
              <a:cxnLst/>
              <a:rect l="l" t="t" r="r" b="b"/>
              <a:pathLst>
                <a:path w="26312" h="672855">
                  <a:moveTo>
                    <a:pt x="0" y="0"/>
                  </a:moveTo>
                  <a:lnTo>
                    <a:pt x="26312" y="0"/>
                  </a:lnTo>
                  <a:lnTo>
                    <a:pt x="26312" y="672855"/>
                  </a:lnTo>
                  <a:lnTo>
                    <a:pt x="0" y="672855"/>
                  </a:lnTo>
                  <a:close/>
                </a:path>
              </a:pathLst>
            </a:custGeom>
            <a:solidFill>
              <a:srgbClr val="FFFFFF"/>
            </a:solidFill>
          </p:spPr>
        </p:sp>
        <p:sp>
          <p:nvSpPr>
            <p:cNvPr id="16" name="TextBox 11">
              <a:extLst>
                <a:ext uri="{FF2B5EF4-FFF2-40B4-BE49-F238E27FC236}">
                  <a16:creationId xmlns:a16="http://schemas.microsoft.com/office/drawing/2014/main" id="{C6C0B9AD-856C-4DB2-8375-EFE182B7428B}"/>
                </a:ext>
              </a:extLst>
            </p:cNvPr>
            <p:cNvSpPr txBox="1"/>
            <p:nvPr/>
          </p:nvSpPr>
          <p:spPr>
            <a:xfrm>
              <a:off x="0" y="-19050"/>
              <a:ext cx="26312" cy="691905"/>
            </a:xfrm>
            <a:prstGeom prst="rect">
              <a:avLst/>
            </a:prstGeom>
          </p:spPr>
          <p:txBody>
            <a:bodyPr lIns="33867" tIns="33867" rIns="33867" bIns="33867" rtlCol="0" anchor="ctr"/>
            <a:lstStyle/>
            <a:p>
              <a:pPr marL="0" marR="0" lvl="0" indent="0" algn="ctr" defTabSz="609630" rtl="0" eaLnBrk="1" fontAlgn="auto" latinLnBrk="0" hangingPunct="1">
                <a:lnSpc>
                  <a:spcPts val="1906"/>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sp>
        <p:nvSpPr>
          <p:cNvPr id="17" name="TextBox 27">
            <a:extLst>
              <a:ext uri="{FF2B5EF4-FFF2-40B4-BE49-F238E27FC236}">
                <a16:creationId xmlns:a16="http://schemas.microsoft.com/office/drawing/2014/main" id="{D0BEAAA5-8B58-4956-B370-91701FCC5277}"/>
              </a:ext>
            </a:extLst>
          </p:cNvPr>
          <p:cNvSpPr txBox="1"/>
          <p:nvPr/>
        </p:nvSpPr>
        <p:spPr>
          <a:xfrm>
            <a:off x="1625602" y="2428856"/>
            <a:ext cx="7386664" cy="1692771"/>
          </a:xfrm>
          <a:prstGeom prst="rect">
            <a:avLst/>
          </a:prstGeom>
        </p:spPr>
        <p:txBody>
          <a:bodyPr wrap="square" lIns="0" tIns="0" rIns="0" bIns="0" rtlCol="0" anchor="ctr">
            <a:spAutoFit/>
          </a:bodyPr>
          <a:lstStyle/>
          <a:p>
            <a:pPr marL="0" marR="0" lvl="0" indent="0" algn="ctr" defTabSz="609630" rtl="1" eaLnBrk="1" fontAlgn="auto" latinLnBrk="0" hangingPunct="1">
              <a:lnSpc>
                <a:spcPct val="150000"/>
              </a:lnSpc>
              <a:spcBef>
                <a:spcPts val="0"/>
              </a:spcBef>
              <a:spcAft>
                <a:spcPts val="0"/>
              </a:spcAft>
              <a:buClrTx/>
              <a:buSzTx/>
              <a:buFontTx/>
              <a:buNone/>
              <a:tabLst/>
              <a:defRPr/>
            </a:pPr>
            <a:r>
              <a:rPr kumimoji="0" lang="ur-PK" sz="80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Jameel Noori Nastaleeq"/>
                <a:ea typeface="Jameel Noori Nastaleeq"/>
                <a:cs typeface="Jameel Noori Nastaleeq"/>
                <a:sym typeface="Jameel Noori Nastaleeq"/>
                <a:rtl/>
              </a:rPr>
              <a:t>سبق کے اسماء ، افعال اور حروف</a:t>
            </a:r>
          </a:p>
        </p:txBody>
      </p:sp>
    </p:spTree>
    <p:extLst>
      <p:ext uri="{BB962C8B-B14F-4D97-AF65-F5344CB8AC3E}">
        <p14:creationId xmlns:p14="http://schemas.microsoft.com/office/powerpoint/2010/main" val="31092886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grpSp>
        <p:nvGrpSpPr>
          <p:cNvPr id="2" name="Group 2"/>
          <p:cNvGrpSpPr/>
          <p:nvPr/>
        </p:nvGrpSpPr>
        <p:grpSpPr>
          <a:xfrm>
            <a:off x="11194473" y="0"/>
            <a:ext cx="997527" cy="6858000"/>
            <a:chOff x="0" y="0"/>
            <a:chExt cx="400694" cy="3472227"/>
          </a:xfrm>
        </p:grpSpPr>
        <p:sp>
          <p:nvSpPr>
            <p:cNvPr id="3" name="Freeform 3"/>
            <p:cNvSpPr/>
            <p:nvPr/>
          </p:nvSpPr>
          <p:spPr>
            <a:xfrm>
              <a:off x="0" y="0"/>
              <a:ext cx="400694" cy="3472226"/>
            </a:xfrm>
            <a:custGeom>
              <a:avLst/>
              <a:gdLst/>
              <a:ahLst/>
              <a:cxnLst/>
              <a:rect l="l" t="t" r="r" b="b"/>
              <a:pathLst>
                <a:path w="400694" h="3472226">
                  <a:moveTo>
                    <a:pt x="0" y="0"/>
                  </a:moveTo>
                  <a:lnTo>
                    <a:pt x="400694" y="0"/>
                  </a:lnTo>
                  <a:lnTo>
                    <a:pt x="400694" y="3472226"/>
                  </a:lnTo>
                  <a:lnTo>
                    <a:pt x="0" y="3472226"/>
                  </a:lnTo>
                  <a:close/>
                </a:path>
              </a:pathLst>
            </a:custGeom>
            <a:solidFill>
              <a:srgbClr val="106861"/>
            </a:solidFill>
          </p:spPr>
        </p:sp>
        <p:sp>
          <p:nvSpPr>
            <p:cNvPr id="4" name="TextBox 4"/>
            <p:cNvSpPr txBox="1"/>
            <p:nvPr/>
          </p:nvSpPr>
          <p:spPr>
            <a:xfrm>
              <a:off x="0" y="-19050"/>
              <a:ext cx="400694" cy="3491277"/>
            </a:xfrm>
            <a:prstGeom prst="rect">
              <a:avLst/>
            </a:prstGeom>
          </p:spPr>
          <p:txBody>
            <a:bodyPr lIns="33867" tIns="33867" rIns="33867" bIns="33867" rtlCol="0" anchor="ctr"/>
            <a:lstStyle/>
            <a:p>
              <a:pPr marL="0" marR="0" lvl="0" indent="0" algn="ctr" defTabSz="609630" rtl="0" eaLnBrk="1" fontAlgn="auto" latinLnBrk="0" hangingPunct="1">
                <a:lnSpc>
                  <a:spcPts val="1906"/>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Freeform 5"/>
          <p:cNvSpPr/>
          <p:nvPr/>
        </p:nvSpPr>
        <p:spPr>
          <a:xfrm>
            <a:off x="10518469" y="183369"/>
            <a:ext cx="1414522" cy="1414522"/>
          </a:xfrm>
          <a:custGeom>
            <a:avLst/>
            <a:gdLst/>
            <a:ahLst/>
            <a:cxnLst/>
            <a:rect l="l" t="t" r="r" b="b"/>
            <a:pathLst>
              <a:path w="2303844" h="2303844">
                <a:moveTo>
                  <a:pt x="0" y="0"/>
                </a:moveTo>
                <a:lnTo>
                  <a:pt x="2303843" y="0"/>
                </a:lnTo>
                <a:lnTo>
                  <a:pt x="2303843" y="2303844"/>
                </a:lnTo>
                <a:lnTo>
                  <a:pt x="0" y="2303844"/>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grpSp>
        <p:nvGrpSpPr>
          <p:cNvPr id="8" name="Group 8"/>
          <p:cNvGrpSpPr/>
          <p:nvPr/>
        </p:nvGrpSpPr>
        <p:grpSpPr>
          <a:xfrm>
            <a:off x="394898" y="2338010"/>
            <a:ext cx="52659" cy="2374901"/>
            <a:chOff x="0" y="0"/>
            <a:chExt cx="20803" cy="938233"/>
          </a:xfrm>
        </p:grpSpPr>
        <p:sp>
          <p:nvSpPr>
            <p:cNvPr id="9" name="Freeform 9"/>
            <p:cNvSpPr/>
            <p:nvPr/>
          </p:nvSpPr>
          <p:spPr>
            <a:xfrm>
              <a:off x="0" y="0"/>
              <a:ext cx="20803" cy="938233"/>
            </a:xfrm>
            <a:custGeom>
              <a:avLst/>
              <a:gdLst/>
              <a:ahLst/>
              <a:cxnLst/>
              <a:rect l="l" t="t" r="r" b="b"/>
              <a:pathLst>
                <a:path w="20803" h="938233">
                  <a:moveTo>
                    <a:pt x="0" y="0"/>
                  </a:moveTo>
                  <a:lnTo>
                    <a:pt x="20803" y="0"/>
                  </a:lnTo>
                  <a:lnTo>
                    <a:pt x="20803" y="938233"/>
                  </a:lnTo>
                  <a:lnTo>
                    <a:pt x="0" y="938233"/>
                  </a:lnTo>
                  <a:close/>
                </a:path>
              </a:pathLst>
            </a:custGeom>
            <a:solidFill>
              <a:srgbClr val="106861"/>
            </a:solidFill>
            <a:ln cap="sq">
              <a:noFill/>
              <a:prstDash val="solid"/>
              <a:miter/>
            </a:ln>
          </p:spPr>
        </p:sp>
        <p:sp>
          <p:nvSpPr>
            <p:cNvPr id="10" name="TextBox 10"/>
            <p:cNvSpPr txBox="1"/>
            <p:nvPr/>
          </p:nvSpPr>
          <p:spPr>
            <a:xfrm>
              <a:off x="0" y="-19050"/>
              <a:ext cx="20803" cy="957283"/>
            </a:xfrm>
            <a:prstGeom prst="rect">
              <a:avLst/>
            </a:prstGeom>
          </p:spPr>
          <p:txBody>
            <a:bodyPr lIns="33867" tIns="33867" rIns="33867" bIns="33867" rtlCol="0" anchor="ctr"/>
            <a:lstStyle/>
            <a:p>
              <a:pPr marL="0" marR="0" lvl="0" indent="0" algn="ctr" defTabSz="609630" rtl="0" eaLnBrk="1" fontAlgn="auto" latinLnBrk="0" hangingPunct="1">
                <a:lnSpc>
                  <a:spcPts val="1906"/>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 name="Group 6"/>
          <p:cNvGrpSpPr/>
          <p:nvPr/>
        </p:nvGrpSpPr>
        <p:grpSpPr>
          <a:xfrm>
            <a:off x="10648119" y="326394"/>
            <a:ext cx="1151087" cy="1151082"/>
            <a:chOff x="50951" y="0"/>
            <a:chExt cx="6350000" cy="6349975"/>
          </a:xfrm>
        </p:grpSpPr>
        <p:sp>
          <p:nvSpPr>
            <p:cNvPr id="7" name="Freeform 7"/>
            <p:cNvSpPr/>
            <p:nvPr/>
          </p:nvSpPr>
          <p:spPr>
            <a:xfrm>
              <a:off x="50951"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4"/>
              <a:stretch>
                <a:fillRect/>
              </a:stretch>
            </a:blipFill>
          </p:spPr>
        </p:sp>
      </p:grpSp>
      <p:graphicFrame>
        <p:nvGraphicFramePr>
          <p:cNvPr id="12" name="Table 11">
            <a:extLst>
              <a:ext uri="{FF2B5EF4-FFF2-40B4-BE49-F238E27FC236}">
                <a16:creationId xmlns:a16="http://schemas.microsoft.com/office/drawing/2014/main" id="{88CDEFA3-7F56-4870-85A4-8D47EA593404}"/>
              </a:ext>
            </a:extLst>
          </p:cNvPr>
          <p:cNvGraphicFramePr>
            <a:graphicFrameLocks noGrp="1"/>
          </p:cNvGraphicFramePr>
          <p:nvPr>
            <p:extLst>
              <p:ext uri="{D42A27DB-BD31-4B8C-83A1-F6EECF244321}">
                <p14:modId xmlns:p14="http://schemas.microsoft.com/office/powerpoint/2010/main" val="635507056"/>
              </p:ext>
            </p:extLst>
          </p:nvPr>
        </p:nvGraphicFramePr>
        <p:xfrm>
          <a:off x="503849" y="4516824"/>
          <a:ext cx="10431615" cy="1341977"/>
        </p:xfrm>
        <a:graphic>
          <a:graphicData uri="http://schemas.openxmlformats.org/drawingml/2006/table">
            <a:tbl>
              <a:tblPr rtl="1">
                <a:tableStyleId>{5C22544A-7EE6-4342-B048-85BDC9FD1C3A}</a:tableStyleId>
              </a:tblPr>
              <a:tblGrid>
                <a:gridCol w="1464447">
                  <a:extLst>
                    <a:ext uri="{9D8B030D-6E8A-4147-A177-3AD203B41FA5}">
                      <a16:colId xmlns:a16="http://schemas.microsoft.com/office/drawing/2014/main" val="970295785"/>
                    </a:ext>
                  </a:extLst>
                </a:gridCol>
                <a:gridCol w="1494528">
                  <a:extLst>
                    <a:ext uri="{9D8B030D-6E8A-4147-A177-3AD203B41FA5}">
                      <a16:colId xmlns:a16="http://schemas.microsoft.com/office/drawing/2014/main" val="231154198"/>
                    </a:ext>
                  </a:extLst>
                </a:gridCol>
                <a:gridCol w="1125806">
                  <a:extLst>
                    <a:ext uri="{9D8B030D-6E8A-4147-A177-3AD203B41FA5}">
                      <a16:colId xmlns:a16="http://schemas.microsoft.com/office/drawing/2014/main" val="3702354908"/>
                    </a:ext>
                  </a:extLst>
                </a:gridCol>
                <a:gridCol w="1662546">
                  <a:extLst>
                    <a:ext uri="{9D8B030D-6E8A-4147-A177-3AD203B41FA5}">
                      <a16:colId xmlns:a16="http://schemas.microsoft.com/office/drawing/2014/main" val="4163452172"/>
                    </a:ext>
                  </a:extLst>
                </a:gridCol>
                <a:gridCol w="1283854">
                  <a:extLst>
                    <a:ext uri="{9D8B030D-6E8A-4147-A177-3AD203B41FA5}">
                      <a16:colId xmlns:a16="http://schemas.microsoft.com/office/drawing/2014/main" val="848763541"/>
                    </a:ext>
                  </a:extLst>
                </a:gridCol>
                <a:gridCol w="1785656">
                  <a:extLst>
                    <a:ext uri="{9D8B030D-6E8A-4147-A177-3AD203B41FA5}">
                      <a16:colId xmlns:a16="http://schemas.microsoft.com/office/drawing/2014/main" val="1710977328"/>
                    </a:ext>
                  </a:extLst>
                </a:gridCol>
                <a:gridCol w="1614778">
                  <a:extLst>
                    <a:ext uri="{9D8B030D-6E8A-4147-A177-3AD203B41FA5}">
                      <a16:colId xmlns:a16="http://schemas.microsoft.com/office/drawing/2014/main" val="1065288062"/>
                    </a:ext>
                  </a:extLst>
                </a:gridCol>
              </a:tblGrid>
              <a:tr h="1341977">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 زَوْجُكَ</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یٰۤاٰدَمُ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هٰذِهِ</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الشَّجَرَةَ</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 الْجَنَّةَ</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الْكٰفِرِیْنَ</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الظّٰلِمِیْنَ</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6773447"/>
                  </a:ext>
                </a:extLst>
              </a:tr>
            </a:tbl>
          </a:graphicData>
        </a:graphic>
      </p:graphicFrame>
      <p:graphicFrame>
        <p:nvGraphicFramePr>
          <p:cNvPr id="13" name="Table 12">
            <a:extLst>
              <a:ext uri="{FF2B5EF4-FFF2-40B4-BE49-F238E27FC236}">
                <a16:creationId xmlns:a16="http://schemas.microsoft.com/office/drawing/2014/main" id="{59345DD1-2B6E-4E7B-8C26-60BE286906EC}"/>
              </a:ext>
            </a:extLst>
          </p:cNvPr>
          <p:cNvGraphicFramePr>
            <a:graphicFrameLocks noGrp="1"/>
          </p:cNvGraphicFramePr>
          <p:nvPr>
            <p:extLst>
              <p:ext uri="{D42A27DB-BD31-4B8C-83A1-F6EECF244321}">
                <p14:modId xmlns:p14="http://schemas.microsoft.com/office/powerpoint/2010/main" val="3187490783"/>
              </p:ext>
            </p:extLst>
          </p:nvPr>
        </p:nvGraphicFramePr>
        <p:xfrm>
          <a:off x="508555" y="3061190"/>
          <a:ext cx="10431613" cy="1301454"/>
        </p:xfrm>
        <a:graphic>
          <a:graphicData uri="http://schemas.openxmlformats.org/drawingml/2006/table">
            <a:tbl>
              <a:tblPr rtl="1">
                <a:tableStyleId>{5C22544A-7EE6-4342-B048-85BDC9FD1C3A}</a:tableStyleId>
              </a:tblPr>
              <a:tblGrid>
                <a:gridCol w="1709343">
                  <a:extLst>
                    <a:ext uri="{9D8B030D-6E8A-4147-A177-3AD203B41FA5}">
                      <a16:colId xmlns:a16="http://schemas.microsoft.com/office/drawing/2014/main" val="237627868"/>
                    </a:ext>
                  </a:extLst>
                </a:gridCol>
                <a:gridCol w="1744454">
                  <a:extLst>
                    <a:ext uri="{9D8B030D-6E8A-4147-A177-3AD203B41FA5}">
                      <a16:colId xmlns:a16="http://schemas.microsoft.com/office/drawing/2014/main" val="911649569"/>
                    </a:ext>
                  </a:extLst>
                </a:gridCol>
                <a:gridCol w="1744454">
                  <a:extLst>
                    <a:ext uri="{9D8B030D-6E8A-4147-A177-3AD203B41FA5}">
                      <a16:colId xmlns:a16="http://schemas.microsoft.com/office/drawing/2014/main" val="3073769615"/>
                    </a:ext>
                  </a:extLst>
                </a:gridCol>
                <a:gridCol w="1744454">
                  <a:extLst>
                    <a:ext uri="{9D8B030D-6E8A-4147-A177-3AD203B41FA5}">
                      <a16:colId xmlns:a16="http://schemas.microsoft.com/office/drawing/2014/main" val="3999993420"/>
                    </a:ext>
                  </a:extLst>
                </a:gridCol>
                <a:gridCol w="1744454">
                  <a:extLst>
                    <a:ext uri="{9D8B030D-6E8A-4147-A177-3AD203B41FA5}">
                      <a16:colId xmlns:a16="http://schemas.microsoft.com/office/drawing/2014/main" val="2097977034"/>
                    </a:ext>
                  </a:extLst>
                </a:gridCol>
                <a:gridCol w="1744454">
                  <a:extLst>
                    <a:ext uri="{9D8B030D-6E8A-4147-A177-3AD203B41FA5}">
                      <a16:colId xmlns:a16="http://schemas.microsoft.com/office/drawing/2014/main" val="357161120"/>
                    </a:ext>
                  </a:extLst>
                </a:gridCol>
              </a:tblGrid>
              <a:tr h="1301454">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السَّمٰوٰتِ</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اٰدَمَ</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غَیْبَ</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الْاَرْضِ</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الْمَلٰٓىِٕكَةِ</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اِبْلِیْسَ</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20041382"/>
                  </a:ext>
                </a:extLst>
              </a:tr>
            </a:tbl>
          </a:graphicData>
        </a:graphic>
      </p:graphicFrame>
      <p:graphicFrame>
        <p:nvGraphicFramePr>
          <p:cNvPr id="14" name="Table 13">
            <a:extLst>
              <a:ext uri="{FF2B5EF4-FFF2-40B4-BE49-F238E27FC236}">
                <a16:creationId xmlns:a16="http://schemas.microsoft.com/office/drawing/2014/main" id="{FB5DA8EA-FB3E-4A81-8893-91C4D645ED42}"/>
              </a:ext>
            </a:extLst>
          </p:cNvPr>
          <p:cNvGraphicFramePr>
            <a:graphicFrameLocks noGrp="1"/>
          </p:cNvGraphicFramePr>
          <p:nvPr>
            <p:extLst>
              <p:ext uri="{D42A27DB-BD31-4B8C-83A1-F6EECF244321}">
                <p14:modId xmlns:p14="http://schemas.microsoft.com/office/powerpoint/2010/main" val="1218843874"/>
              </p:ext>
            </p:extLst>
          </p:nvPr>
        </p:nvGraphicFramePr>
        <p:xfrm>
          <a:off x="503849" y="1597891"/>
          <a:ext cx="10431613" cy="1301454"/>
        </p:xfrm>
        <a:graphic>
          <a:graphicData uri="http://schemas.openxmlformats.org/drawingml/2006/table">
            <a:tbl>
              <a:tblPr rtl="1">
                <a:tableStyleId>{5C22544A-7EE6-4342-B048-85BDC9FD1C3A}</a:tableStyleId>
              </a:tblPr>
              <a:tblGrid>
                <a:gridCol w="1709343">
                  <a:extLst>
                    <a:ext uri="{9D8B030D-6E8A-4147-A177-3AD203B41FA5}">
                      <a16:colId xmlns:a16="http://schemas.microsoft.com/office/drawing/2014/main" val="1791090543"/>
                    </a:ext>
                  </a:extLst>
                </a:gridCol>
                <a:gridCol w="1744454">
                  <a:extLst>
                    <a:ext uri="{9D8B030D-6E8A-4147-A177-3AD203B41FA5}">
                      <a16:colId xmlns:a16="http://schemas.microsoft.com/office/drawing/2014/main" val="43589225"/>
                    </a:ext>
                  </a:extLst>
                </a:gridCol>
                <a:gridCol w="1744454">
                  <a:extLst>
                    <a:ext uri="{9D8B030D-6E8A-4147-A177-3AD203B41FA5}">
                      <a16:colId xmlns:a16="http://schemas.microsoft.com/office/drawing/2014/main" val="2954481797"/>
                    </a:ext>
                  </a:extLst>
                </a:gridCol>
                <a:gridCol w="1744454">
                  <a:extLst>
                    <a:ext uri="{9D8B030D-6E8A-4147-A177-3AD203B41FA5}">
                      <a16:colId xmlns:a16="http://schemas.microsoft.com/office/drawing/2014/main" val="583689492"/>
                    </a:ext>
                  </a:extLst>
                </a:gridCol>
                <a:gridCol w="1744454">
                  <a:extLst>
                    <a:ext uri="{9D8B030D-6E8A-4147-A177-3AD203B41FA5}">
                      <a16:colId xmlns:a16="http://schemas.microsoft.com/office/drawing/2014/main" val="2358950498"/>
                    </a:ext>
                  </a:extLst>
                </a:gridCol>
                <a:gridCol w="1744454">
                  <a:extLst>
                    <a:ext uri="{9D8B030D-6E8A-4147-A177-3AD203B41FA5}">
                      <a16:colId xmlns:a16="http://schemas.microsoft.com/office/drawing/2014/main" val="2072927840"/>
                    </a:ext>
                  </a:extLst>
                </a:gridCol>
              </a:tblGrid>
              <a:tr h="1301454">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الْاَسْمَآءَ</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كُلَّ</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هٰۤؤُلَآءِ</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عِلْمَ</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صٰدِقِیْنَ</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سُبْحٰنَكَ</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81890250"/>
                  </a:ext>
                </a:extLst>
              </a:tr>
            </a:tbl>
          </a:graphicData>
        </a:graphic>
      </p:graphicFrame>
      <p:sp>
        <p:nvSpPr>
          <p:cNvPr id="15" name="TextBox 27">
            <a:extLst>
              <a:ext uri="{FF2B5EF4-FFF2-40B4-BE49-F238E27FC236}">
                <a16:creationId xmlns:a16="http://schemas.microsoft.com/office/drawing/2014/main" id="{ED7EAF07-FE66-4B38-8BD1-561D2EF7ADC5}"/>
              </a:ext>
            </a:extLst>
          </p:cNvPr>
          <p:cNvSpPr txBox="1"/>
          <p:nvPr/>
        </p:nvSpPr>
        <p:spPr>
          <a:xfrm>
            <a:off x="1855899" y="303594"/>
            <a:ext cx="7386664" cy="846386"/>
          </a:xfrm>
          <a:prstGeom prst="rect">
            <a:avLst/>
          </a:prstGeom>
        </p:spPr>
        <p:txBody>
          <a:bodyPr wrap="square" lIns="0" tIns="0" rIns="0" bIns="0" rtlCol="0" anchor="ctr">
            <a:spAutoFit/>
          </a:bodyPr>
          <a:lstStyle/>
          <a:p>
            <a:pPr marL="0" marR="0" lvl="0" indent="0" algn="ctr" defTabSz="609630" rtl="1" eaLnBrk="1" fontAlgn="auto" latinLnBrk="0" hangingPunct="1">
              <a:lnSpc>
                <a:spcPct val="150000"/>
              </a:lnSpc>
              <a:spcBef>
                <a:spcPts val="0"/>
              </a:spcBef>
              <a:spcAft>
                <a:spcPts val="0"/>
              </a:spcAft>
              <a:buClrTx/>
              <a:buSzTx/>
              <a:buFontTx/>
              <a:buNone/>
              <a:tabLst/>
              <a:defRPr/>
            </a:pPr>
            <a:r>
              <a:rPr kumimoji="0" lang="ur-PK" sz="4000" i="0" u="none" strike="noStrike" kern="1200" cap="none" spc="0" normalizeH="0" baseline="0" noProof="0" dirty="0">
                <a:ln>
                  <a:noFill/>
                </a:ln>
                <a:solidFill>
                  <a:srgbClr val="000000"/>
                </a:solidFill>
                <a:uLnTx/>
                <a:uFillTx/>
                <a:latin typeface="Jameel Noori Nastaleeq"/>
                <a:ea typeface="Jameel Noori Nastaleeq"/>
                <a:cs typeface="Jameel Noori Nastaleeq"/>
                <a:sym typeface="Jameel Noori Nastaleeq"/>
                <a:rtl/>
              </a:rPr>
              <a:t>آیت 31 تا 35 کے اسماء</a:t>
            </a:r>
          </a:p>
        </p:txBody>
      </p:sp>
    </p:spTree>
    <p:extLst>
      <p:ext uri="{BB962C8B-B14F-4D97-AF65-F5344CB8AC3E}">
        <p14:creationId xmlns:p14="http://schemas.microsoft.com/office/powerpoint/2010/main" val="1999688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grpSp>
        <p:nvGrpSpPr>
          <p:cNvPr id="2" name="Group 2"/>
          <p:cNvGrpSpPr/>
          <p:nvPr/>
        </p:nvGrpSpPr>
        <p:grpSpPr>
          <a:xfrm>
            <a:off x="11194473" y="0"/>
            <a:ext cx="997527" cy="6858000"/>
            <a:chOff x="0" y="0"/>
            <a:chExt cx="400694" cy="3472227"/>
          </a:xfrm>
        </p:grpSpPr>
        <p:sp>
          <p:nvSpPr>
            <p:cNvPr id="3" name="Freeform 3"/>
            <p:cNvSpPr/>
            <p:nvPr/>
          </p:nvSpPr>
          <p:spPr>
            <a:xfrm>
              <a:off x="0" y="0"/>
              <a:ext cx="400694" cy="3472226"/>
            </a:xfrm>
            <a:custGeom>
              <a:avLst/>
              <a:gdLst/>
              <a:ahLst/>
              <a:cxnLst/>
              <a:rect l="l" t="t" r="r" b="b"/>
              <a:pathLst>
                <a:path w="400694" h="3472226">
                  <a:moveTo>
                    <a:pt x="0" y="0"/>
                  </a:moveTo>
                  <a:lnTo>
                    <a:pt x="400694" y="0"/>
                  </a:lnTo>
                  <a:lnTo>
                    <a:pt x="400694" y="3472226"/>
                  </a:lnTo>
                  <a:lnTo>
                    <a:pt x="0" y="3472226"/>
                  </a:lnTo>
                  <a:close/>
                </a:path>
              </a:pathLst>
            </a:custGeom>
            <a:solidFill>
              <a:srgbClr val="106861"/>
            </a:solidFill>
          </p:spPr>
        </p:sp>
        <p:sp>
          <p:nvSpPr>
            <p:cNvPr id="4" name="TextBox 4"/>
            <p:cNvSpPr txBox="1"/>
            <p:nvPr/>
          </p:nvSpPr>
          <p:spPr>
            <a:xfrm>
              <a:off x="0" y="-19050"/>
              <a:ext cx="400694" cy="3491277"/>
            </a:xfrm>
            <a:prstGeom prst="rect">
              <a:avLst/>
            </a:prstGeom>
          </p:spPr>
          <p:txBody>
            <a:bodyPr lIns="33867" tIns="33867" rIns="33867" bIns="33867" rtlCol="0" anchor="ctr"/>
            <a:lstStyle/>
            <a:p>
              <a:pPr marL="0" marR="0" lvl="0" indent="0" algn="ctr" defTabSz="609630" rtl="0" eaLnBrk="1" fontAlgn="auto" latinLnBrk="0" hangingPunct="1">
                <a:lnSpc>
                  <a:spcPts val="1906"/>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Freeform 5"/>
          <p:cNvSpPr/>
          <p:nvPr/>
        </p:nvSpPr>
        <p:spPr>
          <a:xfrm>
            <a:off x="10518469" y="183369"/>
            <a:ext cx="1414522" cy="1414522"/>
          </a:xfrm>
          <a:custGeom>
            <a:avLst/>
            <a:gdLst/>
            <a:ahLst/>
            <a:cxnLst/>
            <a:rect l="l" t="t" r="r" b="b"/>
            <a:pathLst>
              <a:path w="2303844" h="2303844">
                <a:moveTo>
                  <a:pt x="0" y="0"/>
                </a:moveTo>
                <a:lnTo>
                  <a:pt x="2303843" y="0"/>
                </a:lnTo>
                <a:lnTo>
                  <a:pt x="2303843" y="2303844"/>
                </a:lnTo>
                <a:lnTo>
                  <a:pt x="0" y="2303844"/>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grpSp>
        <p:nvGrpSpPr>
          <p:cNvPr id="8" name="Group 8"/>
          <p:cNvGrpSpPr/>
          <p:nvPr/>
        </p:nvGrpSpPr>
        <p:grpSpPr>
          <a:xfrm>
            <a:off x="633781" y="2338011"/>
            <a:ext cx="52659" cy="2374901"/>
            <a:chOff x="0" y="0"/>
            <a:chExt cx="20803" cy="938233"/>
          </a:xfrm>
        </p:grpSpPr>
        <p:sp>
          <p:nvSpPr>
            <p:cNvPr id="9" name="Freeform 9"/>
            <p:cNvSpPr/>
            <p:nvPr/>
          </p:nvSpPr>
          <p:spPr>
            <a:xfrm>
              <a:off x="0" y="0"/>
              <a:ext cx="20803" cy="938233"/>
            </a:xfrm>
            <a:custGeom>
              <a:avLst/>
              <a:gdLst/>
              <a:ahLst/>
              <a:cxnLst/>
              <a:rect l="l" t="t" r="r" b="b"/>
              <a:pathLst>
                <a:path w="20803" h="938233">
                  <a:moveTo>
                    <a:pt x="0" y="0"/>
                  </a:moveTo>
                  <a:lnTo>
                    <a:pt x="20803" y="0"/>
                  </a:lnTo>
                  <a:lnTo>
                    <a:pt x="20803" y="938233"/>
                  </a:lnTo>
                  <a:lnTo>
                    <a:pt x="0" y="938233"/>
                  </a:lnTo>
                  <a:close/>
                </a:path>
              </a:pathLst>
            </a:custGeom>
            <a:solidFill>
              <a:srgbClr val="106861"/>
            </a:solidFill>
            <a:ln cap="sq">
              <a:noFill/>
              <a:prstDash val="solid"/>
              <a:miter/>
            </a:ln>
          </p:spPr>
        </p:sp>
        <p:sp>
          <p:nvSpPr>
            <p:cNvPr id="10" name="TextBox 10"/>
            <p:cNvSpPr txBox="1"/>
            <p:nvPr/>
          </p:nvSpPr>
          <p:spPr>
            <a:xfrm>
              <a:off x="0" y="-19050"/>
              <a:ext cx="20803" cy="957283"/>
            </a:xfrm>
            <a:prstGeom prst="rect">
              <a:avLst/>
            </a:prstGeom>
          </p:spPr>
          <p:txBody>
            <a:bodyPr lIns="33867" tIns="33867" rIns="33867" bIns="33867" rtlCol="0" anchor="ctr"/>
            <a:lstStyle/>
            <a:p>
              <a:pPr marL="0" marR="0" lvl="0" indent="0" algn="ctr" defTabSz="609630" rtl="0" eaLnBrk="1" fontAlgn="auto" latinLnBrk="0" hangingPunct="1">
                <a:lnSpc>
                  <a:spcPts val="1906"/>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 name="Group 6"/>
          <p:cNvGrpSpPr/>
          <p:nvPr/>
        </p:nvGrpSpPr>
        <p:grpSpPr>
          <a:xfrm>
            <a:off x="10648119" y="326394"/>
            <a:ext cx="1151087" cy="1151082"/>
            <a:chOff x="50951" y="0"/>
            <a:chExt cx="6350000" cy="6349975"/>
          </a:xfrm>
        </p:grpSpPr>
        <p:sp>
          <p:nvSpPr>
            <p:cNvPr id="7" name="Freeform 7"/>
            <p:cNvSpPr/>
            <p:nvPr/>
          </p:nvSpPr>
          <p:spPr>
            <a:xfrm>
              <a:off x="50951"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4"/>
              <a:stretch>
                <a:fillRect/>
              </a:stretch>
            </a:blipFill>
          </p:spPr>
        </p:sp>
      </p:grpSp>
      <p:graphicFrame>
        <p:nvGraphicFramePr>
          <p:cNvPr id="12" name="Table 11">
            <a:extLst>
              <a:ext uri="{FF2B5EF4-FFF2-40B4-BE49-F238E27FC236}">
                <a16:creationId xmlns:a16="http://schemas.microsoft.com/office/drawing/2014/main" id="{81AE9FCC-7DB8-4774-AEAD-C62D6E9D72E3}"/>
              </a:ext>
            </a:extLst>
          </p:cNvPr>
          <p:cNvGraphicFramePr>
            <a:graphicFrameLocks noGrp="1"/>
          </p:cNvGraphicFramePr>
          <p:nvPr>
            <p:extLst>
              <p:ext uri="{D42A27DB-BD31-4B8C-83A1-F6EECF244321}">
                <p14:modId xmlns:p14="http://schemas.microsoft.com/office/powerpoint/2010/main" val="3304791585"/>
              </p:ext>
            </p:extLst>
          </p:nvPr>
        </p:nvGraphicFramePr>
        <p:xfrm>
          <a:off x="862893" y="2066246"/>
          <a:ext cx="10058402" cy="1326444"/>
        </p:xfrm>
        <a:graphic>
          <a:graphicData uri="http://schemas.openxmlformats.org/drawingml/2006/table">
            <a:tbl>
              <a:tblPr rtl="1">
                <a:tableStyleId>{5C22544A-7EE6-4342-B048-85BDC9FD1C3A}</a:tableStyleId>
              </a:tblPr>
              <a:tblGrid>
                <a:gridCol w="1648187">
                  <a:extLst>
                    <a:ext uri="{9D8B030D-6E8A-4147-A177-3AD203B41FA5}">
                      <a16:colId xmlns:a16="http://schemas.microsoft.com/office/drawing/2014/main" val="3679808191"/>
                    </a:ext>
                  </a:extLst>
                </a:gridCol>
                <a:gridCol w="1682043">
                  <a:extLst>
                    <a:ext uri="{9D8B030D-6E8A-4147-A177-3AD203B41FA5}">
                      <a16:colId xmlns:a16="http://schemas.microsoft.com/office/drawing/2014/main" val="853776371"/>
                    </a:ext>
                  </a:extLst>
                </a:gridCol>
                <a:gridCol w="1682043">
                  <a:extLst>
                    <a:ext uri="{9D8B030D-6E8A-4147-A177-3AD203B41FA5}">
                      <a16:colId xmlns:a16="http://schemas.microsoft.com/office/drawing/2014/main" val="781246667"/>
                    </a:ext>
                  </a:extLst>
                </a:gridCol>
                <a:gridCol w="1682043">
                  <a:extLst>
                    <a:ext uri="{9D8B030D-6E8A-4147-A177-3AD203B41FA5}">
                      <a16:colId xmlns:a16="http://schemas.microsoft.com/office/drawing/2014/main" val="1647475037"/>
                    </a:ext>
                  </a:extLst>
                </a:gridCol>
                <a:gridCol w="1682043">
                  <a:extLst>
                    <a:ext uri="{9D8B030D-6E8A-4147-A177-3AD203B41FA5}">
                      <a16:colId xmlns:a16="http://schemas.microsoft.com/office/drawing/2014/main" val="3368877942"/>
                    </a:ext>
                  </a:extLst>
                </a:gridCol>
                <a:gridCol w="1682043">
                  <a:extLst>
                    <a:ext uri="{9D8B030D-6E8A-4147-A177-3AD203B41FA5}">
                      <a16:colId xmlns:a16="http://schemas.microsoft.com/office/drawing/2014/main" val="2943238483"/>
                    </a:ext>
                  </a:extLst>
                </a:gridCol>
              </a:tblGrid>
              <a:tr h="1326444">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مَا</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 رَغَدًا</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حَیْثُ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سُبْحٰن</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الْعَلِیْمُ</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الْحَكِیْمُ</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1914401"/>
                  </a:ext>
                </a:extLst>
              </a:tr>
            </a:tbl>
          </a:graphicData>
        </a:graphic>
      </p:graphicFrame>
      <p:graphicFrame>
        <p:nvGraphicFramePr>
          <p:cNvPr id="13" name="Table 12">
            <a:extLst>
              <a:ext uri="{FF2B5EF4-FFF2-40B4-BE49-F238E27FC236}">
                <a16:creationId xmlns:a16="http://schemas.microsoft.com/office/drawing/2014/main" id="{37FD4D1E-7D14-4538-9BB0-998195693D62}"/>
              </a:ext>
            </a:extLst>
          </p:cNvPr>
          <p:cNvGraphicFramePr>
            <a:graphicFrameLocks noGrp="1"/>
          </p:cNvGraphicFramePr>
          <p:nvPr>
            <p:extLst>
              <p:ext uri="{D42A27DB-BD31-4B8C-83A1-F6EECF244321}">
                <p14:modId xmlns:p14="http://schemas.microsoft.com/office/powerpoint/2010/main" val="1410370871"/>
              </p:ext>
            </p:extLst>
          </p:nvPr>
        </p:nvGraphicFramePr>
        <p:xfrm>
          <a:off x="862894" y="3562536"/>
          <a:ext cx="10058401" cy="1326444"/>
        </p:xfrm>
        <a:graphic>
          <a:graphicData uri="http://schemas.openxmlformats.org/drawingml/2006/table">
            <a:tbl>
              <a:tblPr rtl="1">
                <a:tableStyleId>{5C22544A-7EE6-4342-B048-85BDC9FD1C3A}</a:tableStyleId>
              </a:tblPr>
              <a:tblGrid>
                <a:gridCol w="1412053">
                  <a:extLst>
                    <a:ext uri="{9D8B030D-6E8A-4147-A177-3AD203B41FA5}">
                      <a16:colId xmlns:a16="http://schemas.microsoft.com/office/drawing/2014/main" val="3890001189"/>
                    </a:ext>
                  </a:extLst>
                </a:gridCol>
                <a:gridCol w="1441058">
                  <a:extLst>
                    <a:ext uri="{9D8B030D-6E8A-4147-A177-3AD203B41FA5}">
                      <a16:colId xmlns:a16="http://schemas.microsoft.com/office/drawing/2014/main" val="2109565493"/>
                    </a:ext>
                  </a:extLst>
                </a:gridCol>
                <a:gridCol w="1441058">
                  <a:extLst>
                    <a:ext uri="{9D8B030D-6E8A-4147-A177-3AD203B41FA5}">
                      <a16:colId xmlns:a16="http://schemas.microsoft.com/office/drawing/2014/main" val="2083735711"/>
                    </a:ext>
                  </a:extLst>
                </a:gridCol>
                <a:gridCol w="1441058">
                  <a:extLst>
                    <a:ext uri="{9D8B030D-6E8A-4147-A177-3AD203B41FA5}">
                      <a16:colId xmlns:a16="http://schemas.microsoft.com/office/drawing/2014/main" val="2259894325"/>
                    </a:ext>
                  </a:extLst>
                </a:gridCol>
                <a:gridCol w="1441058">
                  <a:extLst>
                    <a:ext uri="{9D8B030D-6E8A-4147-A177-3AD203B41FA5}">
                      <a16:colId xmlns:a16="http://schemas.microsoft.com/office/drawing/2014/main" val="2052272346"/>
                    </a:ext>
                  </a:extLst>
                </a:gridCol>
                <a:gridCol w="1441058">
                  <a:extLst>
                    <a:ext uri="{9D8B030D-6E8A-4147-A177-3AD203B41FA5}">
                      <a16:colId xmlns:a16="http://schemas.microsoft.com/office/drawing/2014/main" val="1839072245"/>
                    </a:ext>
                  </a:extLst>
                </a:gridCol>
                <a:gridCol w="1441058">
                  <a:extLst>
                    <a:ext uri="{9D8B030D-6E8A-4147-A177-3AD203B41FA5}">
                      <a16:colId xmlns:a16="http://schemas.microsoft.com/office/drawing/2014/main" val="2611691637"/>
                    </a:ext>
                  </a:extLst>
                </a:gridCol>
              </a:tblGrid>
              <a:tr h="1326444">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هَا</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كَ</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اَنْتَ</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هُمْ</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كُمْ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یْ</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نَا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78048265"/>
                  </a:ext>
                </a:extLst>
              </a:tr>
            </a:tbl>
          </a:graphicData>
        </a:graphic>
      </p:graphicFrame>
      <p:sp>
        <p:nvSpPr>
          <p:cNvPr id="14" name="TextBox 27">
            <a:extLst>
              <a:ext uri="{FF2B5EF4-FFF2-40B4-BE49-F238E27FC236}">
                <a16:creationId xmlns:a16="http://schemas.microsoft.com/office/drawing/2014/main" id="{CDDCB5AD-F1AD-407B-8A17-C64467926B5C}"/>
              </a:ext>
            </a:extLst>
          </p:cNvPr>
          <p:cNvSpPr txBox="1"/>
          <p:nvPr/>
        </p:nvSpPr>
        <p:spPr>
          <a:xfrm>
            <a:off x="1855899" y="303594"/>
            <a:ext cx="7386664" cy="846386"/>
          </a:xfrm>
          <a:prstGeom prst="rect">
            <a:avLst/>
          </a:prstGeom>
        </p:spPr>
        <p:txBody>
          <a:bodyPr wrap="square" lIns="0" tIns="0" rIns="0" bIns="0" rtlCol="0" anchor="ctr">
            <a:spAutoFit/>
          </a:bodyPr>
          <a:lstStyle/>
          <a:p>
            <a:pPr marL="0" marR="0" lvl="0" indent="0" algn="ctr" defTabSz="609630" rtl="1" eaLnBrk="1" fontAlgn="auto" latinLnBrk="0" hangingPunct="1">
              <a:lnSpc>
                <a:spcPct val="150000"/>
              </a:lnSpc>
              <a:spcBef>
                <a:spcPts val="0"/>
              </a:spcBef>
              <a:spcAft>
                <a:spcPts val="0"/>
              </a:spcAft>
              <a:buClrTx/>
              <a:buSzTx/>
              <a:buFontTx/>
              <a:buNone/>
              <a:tabLst/>
              <a:defRPr/>
            </a:pPr>
            <a:r>
              <a:rPr kumimoji="0" lang="ur-PK" sz="4000" i="0" u="none" strike="noStrike" kern="1200" cap="none" spc="0" normalizeH="0" baseline="0" noProof="0" dirty="0">
                <a:ln>
                  <a:noFill/>
                </a:ln>
                <a:solidFill>
                  <a:srgbClr val="000000"/>
                </a:solidFill>
                <a:uLnTx/>
                <a:uFillTx/>
                <a:latin typeface="Jameel Noori Nastaleeq"/>
                <a:ea typeface="Jameel Noori Nastaleeq"/>
                <a:cs typeface="Jameel Noori Nastaleeq"/>
                <a:sym typeface="Jameel Noori Nastaleeq"/>
                <a:rtl/>
              </a:rPr>
              <a:t>آیت 31 تا 35 کے اسماء</a:t>
            </a:r>
          </a:p>
        </p:txBody>
      </p:sp>
    </p:spTree>
    <p:extLst>
      <p:ext uri="{BB962C8B-B14F-4D97-AF65-F5344CB8AC3E}">
        <p14:creationId xmlns:p14="http://schemas.microsoft.com/office/powerpoint/2010/main" val="10497001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grpSp>
        <p:nvGrpSpPr>
          <p:cNvPr id="2" name="Group 2"/>
          <p:cNvGrpSpPr/>
          <p:nvPr/>
        </p:nvGrpSpPr>
        <p:grpSpPr>
          <a:xfrm>
            <a:off x="11194473" y="0"/>
            <a:ext cx="997527" cy="6858000"/>
            <a:chOff x="0" y="0"/>
            <a:chExt cx="400694" cy="3472227"/>
          </a:xfrm>
        </p:grpSpPr>
        <p:sp>
          <p:nvSpPr>
            <p:cNvPr id="3" name="Freeform 3"/>
            <p:cNvSpPr/>
            <p:nvPr/>
          </p:nvSpPr>
          <p:spPr>
            <a:xfrm>
              <a:off x="0" y="0"/>
              <a:ext cx="400694" cy="3472226"/>
            </a:xfrm>
            <a:custGeom>
              <a:avLst/>
              <a:gdLst/>
              <a:ahLst/>
              <a:cxnLst/>
              <a:rect l="l" t="t" r="r" b="b"/>
              <a:pathLst>
                <a:path w="400694" h="3472226">
                  <a:moveTo>
                    <a:pt x="0" y="0"/>
                  </a:moveTo>
                  <a:lnTo>
                    <a:pt x="400694" y="0"/>
                  </a:lnTo>
                  <a:lnTo>
                    <a:pt x="400694" y="3472226"/>
                  </a:lnTo>
                  <a:lnTo>
                    <a:pt x="0" y="3472226"/>
                  </a:lnTo>
                  <a:close/>
                </a:path>
              </a:pathLst>
            </a:custGeom>
            <a:solidFill>
              <a:srgbClr val="106861"/>
            </a:solidFill>
          </p:spPr>
        </p:sp>
        <p:sp>
          <p:nvSpPr>
            <p:cNvPr id="4" name="TextBox 4"/>
            <p:cNvSpPr txBox="1"/>
            <p:nvPr/>
          </p:nvSpPr>
          <p:spPr>
            <a:xfrm>
              <a:off x="0" y="-19050"/>
              <a:ext cx="400694" cy="3491277"/>
            </a:xfrm>
            <a:prstGeom prst="rect">
              <a:avLst/>
            </a:prstGeom>
          </p:spPr>
          <p:txBody>
            <a:bodyPr lIns="33867" tIns="33867" rIns="33867" bIns="33867" rtlCol="0" anchor="ctr"/>
            <a:lstStyle/>
            <a:p>
              <a:pPr marL="0" marR="0" lvl="0" indent="0" algn="ctr" defTabSz="609630" rtl="0" eaLnBrk="1" fontAlgn="auto" latinLnBrk="0" hangingPunct="1">
                <a:lnSpc>
                  <a:spcPts val="1906"/>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8"/>
          <p:cNvGrpSpPr/>
          <p:nvPr/>
        </p:nvGrpSpPr>
        <p:grpSpPr>
          <a:xfrm>
            <a:off x="442629" y="2415836"/>
            <a:ext cx="52659" cy="2374901"/>
            <a:chOff x="0" y="0"/>
            <a:chExt cx="20803" cy="938233"/>
          </a:xfrm>
        </p:grpSpPr>
        <p:sp>
          <p:nvSpPr>
            <p:cNvPr id="9" name="Freeform 9"/>
            <p:cNvSpPr/>
            <p:nvPr/>
          </p:nvSpPr>
          <p:spPr>
            <a:xfrm>
              <a:off x="0" y="0"/>
              <a:ext cx="20803" cy="938233"/>
            </a:xfrm>
            <a:custGeom>
              <a:avLst/>
              <a:gdLst/>
              <a:ahLst/>
              <a:cxnLst/>
              <a:rect l="l" t="t" r="r" b="b"/>
              <a:pathLst>
                <a:path w="20803" h="938233">
                  <a:moveTo>
                    <a:pt x="0" y="0"/>
                  </a:moveTo>
                  <a:lnTo>
                    <a:pt x="20803" y="0"/>
                  </a:lnTo>
                  <a:lnTo>
                    <a:pt x="20803" y="938233"/>
                  </a:lnTo>
                  <a:lnTo>
                    <a:pt x="0" y="938233"/>
                  </a:lnTo>
                  <a:close/>
                </a:path>
              </a:pathLst>
            </a:custGeom>
            <a:solidFill>
              <a:srgbClr val="106861"/>
            </a:solidFill>
            <a:ln cap="sq">
              <a:noFill/>
              <a:prstDash val="solid"/>
              <a:miter/>
            </a:ln>
          </p:spPr>
        </p:sp>
        <p:sp>
          <p:nvSpPr>
            <p:cNvPr id="10" name="TextBox 10"/>
            <p:cNvSpPr txBox="1"/>
            <p:nvPr/>
          </p:nvSpPr>
          <p:spPr>
            <a:xfrm>
              <a:off x="0" y="-19050"/>
              <a:ext cx="20803" cy="957283"/>
            </a:xfrm>
            <a:prstGeom prst="rect">
              <a:avLst/>
            </a:prstGeom>
          </p:spPr>
          <p:txBody>
            <a:bodyPr lIns="33867" tIns="33867" rIns="33867" bIns="33867" rtlCol="0" anchor="ctr"/>
            <a:lstStyle/>
            <a:p>
              <a:pPr marL="0" marR="0" lvl="0" indent="0" algn="ctr" defTabSz="609630" rtl="0" eaLnBrk="1" fontAlgn="auto" latinLnBrk="0" hangingPunct="1">
                <a:lnSpc>
                  <a:spcPts val="1906"/>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graphicFrame>
        <p:nvGraphicFramePr>
          <p:cNvPr id="14" name="Table 13">
            <a:extLst>
              <a:ext uri="{FF2B5EF4-FFF2-40B4-BE49-F238E27FC236}">
                <a16:creationId xmlns:a16="http://schemas.microsoft.com/office/drawing/2014/main" id="{0D156E1D-BEC3-47B1-B34B-567E2840F85C}"/>
              </a:ext>
            </a:extLst>
          </p:cNvPr>
          <p:cNvGraphicFramePr>
            <a:graphicFrameLocks noGrp="1"/>
          </p:cNvGraphicFramePr>
          <p:nvPr>
            <p:extLst>
              <p:ext uri="{D42A27DB-BD31-4B8C-83A1-F6EECF244321}">
                <p14:modId xmlns:p14="http://schemas.microsoft.com/office/powerpoint/2010/main" val="1110949684"/>
              </p:ext>
            </p:extLst>
          </p:nvPr>
        </p:nvGraphicFramePr>
        <p:xfrm>
          <a:off x="629074" y="2641198"/>
          <a:ext cx="10431613" cy="1188720"/>
        </p:xfrm>
        <a:graphic>
          <a:graphicData uri="http://schemas.openxmlformats.org/drawingml/2006/table">
            <a:tbl>
              <a:tblPr rtl="1">
                <a:tableStyleId>{5C22544A-7EE6-4342-B048-85BDC9FD1C3A}</a:tableStyleId>
              </a:tblPr>
              <a:tblGrid>
                <a:gridCol w="1709343">
                  <a:extLst>
                    <a:ext uri="{9D8B030D-6E8A-4147-A177-3AD203B41FA5}">
                      <a16:colId xmlns:a16="http://schemas.microsoft.com/office/drawing/2014/main" val="734220234"/>
                    </a:ext>
                  </a:extLst>
                </a:gridCol>
                <a:gridCol w="1744454">
                  <a:extLst>
                    <a:ext uri="{9D8B030D-6E8A-4147-A177-3AD203B41FA5}">
                      <a16:colId xmlns:a16="http://schemas.microsoft.com/office/drawing/2014/main" val="2498135955"/>
                    </a:ext>
                  </a:extLst>
                </a:gridCol>
                <a:gridCol w="1744454">
                  <a:extLst>
                    <a:ext uri="{9D8B030D-6E8A-4147-A177-3AD203B41FA5}">
                      <a16:colId xmlns:a16="http://schemas.microsoft.com/office/drawing/2014/main" val="2329406911"/>
                    </a:ext>
                  </a:extLst>
                </a:gridCol>
                <a:gridCol w="1744454">
                  <a:extLst>
                    <a:ext uri="{9D8B030D-6E8A-4147-A177-3AD203B41FA5}">
                      <a16:colId xmlns:a16="http://schemas.microsoft.com/office/drawing/2014/main" val="2606367899"/>
                    </a:ext>
                  </a:extLst>
                </a:gridCol>
                <a:gridCol w="1781182">
                  <a:extLst>
                    <a:ext uri="{9D8B030D-6E8A-4147-A177-3AD203B41FA5}">
                      <a16:colId xmlns:a16="http://schemas.microsoft.com/office/drawing/2014/main" val="841650732"/>
                    </a:ext>
                  </a:extLst>
                </a:gridCol>
                <a:gridCol w="1707726">
                  <a:extLst>
                    <a:ext uri="{9D8B030D-6E8A-4147-A177-3AD203B41FA5}">
                      <a16:colId xmlns:a16="http://schemas.microsoft.com/office/drawing/2014/main" val="693155987"/>
                    </a:ext>
                  </a:extLst>
                </a:gridCol>
              </a:tblGrid>
              <a:tr h="1188720">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 كُنْتُمْ</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سَجَدُوْۤا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 تُبْدُوْنَ</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تَكْتُمُوْنَ</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09630" rtl="1" eaLnBrk="1" fontAlgn="ctr" latinLnBrk="0" hangingPunct="1">
                        <a:lnSpc>
                          <a:spcPct val="100000"/>
                        </a:lnSpc>
                        <a:spcBef>
                          <a:spcPts val="0"/>
                        </a:spcBef>
                        <a:spcAft>
                          <a:spcPts val="0"/>
                        </a:spcAft>
                        <a:buClrTx/>
                        <a:buSzTx/>
                        <a:buFontTx/>
                        <a:buNone/>
                        <a:tabLst/>
                        <a:defRPr/>
                      </a:pP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 لَا تَقْرَبَا</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تَكُوْنَا</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75936617"/>
                  </a:ext>
                </a:extLst>
              </a:tr>
            </a:tbl>
          </a:graphicData>
        </a:graphic>
      </p:graphicFrame>
      <p:graphicFrame>
        <p:nvGraphicFramePr>
          <p:cNvPr id="15" name="Table 14">
            <a:extLst>
              <a:ext uri="{FF2B5EF4-FFF2-40B4-BE49-F238E27FC236}">
                <a16:creationId xmlns:a16="http://schemas.microsoft.com/office/drawing/2014/main" id="{8BAAD343-ADED-4E6B-8FC0-275377B3FAB6}"/>
              </a:ext>
            </a:extLst>
          </p:cNvPr>
          <p:cNvGraphicFramePr>
            <a:graphicFrameLocks noGrp="1"/>
          </p:cNvGraphicFramePr>
          <p:nvPr>
            <p:extLst>
              <p:ext uri="{D42A27DB-BD31-4B8C-83A1-F6EECF244321}">
                <p14:modId xmlns:p14="http://schemas.microsoft.com/office/powerpoint/2010/main" val="3293845689"/>
              </p:ext>
            </p:extLst>
          </p:nvPr>
        </p:nvGraphicFramePr>
        <p:xfrm>
          <a:off x="629073" y="3899705"/>
          <a:ext cx="10431613" cy="1188720"/>
        </p:xfrm>
        <a:graphic>
          <a:graphicData uri="http://schemas.openxmlformats.org/drawingml/2006/table">
            <a:tbl>
              <a:tblPr rtl="1">
                <a:tableStyleId>{5C22544A-7EE6-4342-B048-85BDC9FD1C3A}</a:tableStyleId>
              </a:tblPr>
              <a:tblGrid>
                <a:gridCol w="1709343">
                  <a:extLst>
                    <a:ext uri="{9D8B030D-6E8A-4147-A177-3AD203B41FA5}">
                      <a16:colId xmlns:a16="http://schemas.microsoft.com/office/drawing/2014/main" val="4092795911"/>
                    </a:ext>
                  </a:extLst>
                </a:gridCol>
                <a:gridCol w="1744454">
                  <a:extLst>
                    <a:ext uri="{9D8B030D-6E8A-4147-A177-3AD203B41FA5}">
                      <a16:colId xmlns:a16="http://schemas.microsoft.com/office/drawing/2014/main" val="3260096571"/>
                    </a:ext>
                  </a:extLst>
                </a:gridCol>
                <a:gridCol w="1744454">
                  <a:extLst>
                    <a:ext uri="{9D8B030D-6E8A-4147-A177-3AD203B41FA5}">
                      <a16:colId xmlns:a16="http://schemas.microsoft.com/office/drawing/2014/main" val="2534444040"/>
                    </a:ext>
                  </a:extLst>
                </a:gridCol>
                <a:gridCol w="1744454">
                  <a:extLst>
                    <a:ext uri="{9D8B030D-6E8A-4147-A177-3AD203B41FA5}">
                      <a16:colId xmlns:a16="http://schemas.microsoft.com/office/drawing/2014/main" val="3832935390"/>
                    </a:ext>
                  </a:extLst>
                </a:gridCol>
                <a:gridCol w="1744454">
                  <a:extLst>
                    <a:ext uri="{9D8B030D-6E8A-4147-A177-3AD203B41FA5}">
                      <a16:colId xmlns:a16="http://schemas.microsoft.com/office/drawing/2014/main" val="1930288081"/>
                    </a:ext>
                  </a:extLst>
                </a:gridCol>
                <a:gridCol w="1744454">
                  <a:extLst>
                    <a:ext uri="{9D8B030D-6E8A-4147-A177-3AD203B41FA5}">
                      <a16:colId xmlns:a16="http://schemas.microsoft.com/office/drawing/2014/main" val="1082969646"/>
                    </a:ext>
                  </a:extLst>
                </a:gridCol>
              </a:tblGrid>
              <a:tr h="1188720">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 شِئْتُمَا</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قُلْنَا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09630" rtl="1" eaLnBrk="1" fontAlgn="ctr" latinLnBrk="0" hangingPunct="1">
                        <a:lnSpc>
                          <a:spcPct val="100000"/>
                        </a:lnSpc>
                        <a:spcBef>
                          <a:spcPts val="0"/>
                        </a:spcBef>
                        <a:spcAft>
                          <a:spcPts val="0"/>
                        </a:spcAft>
                        <a:buClrTx/>
                        <a:buSzTx/>
                        <a:buFontTx/>
                        <a:buNone/>
                        <a:tabLst/>
                        <a:defRPr/>
                      </a:pP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اَعْلَمُ</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اَنْۢبَاَ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09630" rtl="1" eaLnBrk="1" fontAlgn="ctr" latinLnBrk="0" hangingPunct="1">
                        <a:lnSpc>
                          <a:spcPct val="100000"/>
                        </a:lnSpc>
                        <a:spcBef>
                          <a:spcPts val="0"/>
                        </a:spcBef>
                        <a:spcAft>
                          <a:spcPts val="0"/>
                        </a:spcAft>
                        <a:buClrTx/>
                        <a:buSzTx/>
                        <a:buFontTx/>
                        <a:buNone/>
                        <a:tabLst/>
                        <a:defRPr/>
                      </a:pP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لَمْ اَقُلْ</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اسْتَكْبَرَ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75281812"/>
                  </a:ext>
                </a:extLst>
              </a:tr>
            </a:tbl>
          </a:graphicData>
        </a:graphic>
      </p:graphicFrame>
      <p:graphicFrame>
        <p:nvGraphicFramePr>
          <p:cNvPr id="16" name="Table 15">
            <a:extLst>
              <a:ext uri="{FF2B5EF4-FFF2-40B4-BE49-F238E27FC236}">
                <a16:creationId xmlns:a16="http://schemas.microsoft.com/office/drawing/2014/main" id="{64071FA8-CAE6-4262-89E2-CF1ACF67F32A}"/>
              </a:ext>
            </a:extLst>
          </p:cNvPr>
          <p:cNvGraphicFramePr>
            <a:graphicFrameLocks noGrp="1"/>
          </p:cNvGraphicFramePr>
          <p:nvPr>
            <p:extLst>
              <p:ext uri="{D42A27DB-BD31-4B8C-83A1-F6EECF244321}">
                <p14:modId xmlns:p14="http://schemas.microsoft.com/office/powerpoint/2010/main" val="1706089731"/>
              </p:ext>
            </p:extLst>
          </p:nvPr>
        </p:nvGraphicFramePr>
        <p:xfrm>
          <a:off x="629073" y="5214768"/>
          <a:ext cx="10431613" cy="1188720"/>
        </p:xfrm>
        <a:graphic>
          <a:graphicData uri="http://schemas.openxmlformats.org/drawingml/2006/table">
            <a:tbl>
              <a:tblPr rtl="1">
                <a:tableStyleId>{5C22544A-7EE6-4342-B048-85BDC9FD1C3A}</a:tableStyleId>
              </a:tblPr>
              <a:tblGrid>
                <a:gridCol w="1709343">
                  <a:extLst>
                    <a:ext uri="{9D8B030D-6E8A-4147-A177-3AD203B41FA5}">
                      <a16:colId xmlns:a16="http://schemas.microsoft.com/office/drawing/2014/main" val="1383308653"/>
                    </a:ext>
                  </a:extLst>
                </a:gridCol>
                <a:gridCol w="1744454">
                  <a:extLst>
                    <a:ext uri="{9D8B030D-6E8A-4147-A177-3AD203B41FA5}">
                      <a16:colId xmlns:a16="http://schemas.microsoft.com/office/drawing/2014/main" val="4225476032"/>
                    </a:ext>
                  </a:extLst>
                </a:gridCol>
                <a:gridCol w="1744454">
                  <a:extLst>
                    <a:ext uri="{9D8B030D-6E8A-4147-A177-3AD203B41FA5}">
                      <a16:colId xmlns:a16="http://schemas.microsoft.com/office/drawing/2014/main" val="339819895"/>
                    </a:ext>
                  </a:extLst>
                </a:gridCol>
                <a:gridCol w="1744454">
                  <a:extLst>
                    <a:ext uri="{9D8B030D-6E8A-4147-A177-3AD203B41FA5}">
                      <a16:colId xmlns:a16="http://schemas.microsoft.com/office/drawing/2014/main" val="53241691"/>
                    </a:ext>
                  </a:extLst>
                </a:gridCol>
                <a:gridCol w="1744454">
                  <a:extLst>
                    <a:ext uri="{9D8B030D-6E8A-4147-A177-3AD203B41FA5}">
                      <a16:colId xmlns:a16="http://schemas.microsoft.com/office/drawing/2014/main" val="2248547798"/>
                    </a:ext>
                  </a:extLst>
                </a:gridCol>
                <a:gridCol w="1744454">
                  <a:extLst>
                    <a:ext uri="{9D8B030D-6E8A-4147-A177-3AD203B41FA5}">
                      <a16:colId xmlns:a16="http://schemas.microsoft.com/office/drawing/2014/main" val="2924467609"/>
                    </a:ext>
                  </a:extLst>
                </a:gridCol>
              </a:tblGrid>
              <a:tr h="1188720">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اُسْكُنْ</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كُلَا</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اَنْۢبِـُٔوْنِیْ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 اَبٰی</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 اُسْجُدُوْا</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8193688"/>
                  </a:ext>
                </a:extLst>
              </a:tr>
            </a:tbl>
          </a:graphicData>
        </a:graphic>
      </p:graphicFrame>
      <p:graphicFrame>
        <p:nvGraphicFramePr>
          <p:cNvPr id="17" name="Table 16">
            <a:extLst>
              <a:ext uri="{FF2B5EF4-FFF2-40B4-BE49-F238E27FC236}">
                <a16:creationId xmlns:a16="http://schemas.microsoft.com/office/drawing/2014/main" id="{30F2314F-14F6-45DB-AB74-E451231B8C9E}"/>
              </a:ext>
            </a:extLst>
          </p:cNvPr>
          <p:cNvGraphicFramePr>
            <a:graphicFrameLocks noGrp="1"/>
          </p:cNvGraphicFramePr>
          <p:nvPr>
            <p:extLst>
              <p:ext uri="{D42A27DB-BD31-4B8C-83A1-F6EECF244321}">
                <p14:modId xmlns:p14="http://schemas.microsoft.com/office/powerpoint/2010/main" val="766636708"/>
              </p:ext>
            </p:extLst>
          </p:nvPr>
        </p:nvGraphicFramePr>
        <p:xfrm>
          <a:off x="629072" y="1369757"/>
          <a:ext cx="10431613" cy="1188720"/>
        </p:xfrm>
        <a:graphic>
          <a:graphicData uri="http://schemas.openxmlformats.org/drawingml/2006/table">
            <a:tbl>
              <a:tblPr rtl="1">
                <a:tableStyleId>{5C22544A-7EE6-4342-B048-85BDC9FD1C3A}</a:tableStyleId>
              </a:tblPr>
              <a:tblGrid>
                <a:gridCol w="1709343">
                  <a:extLst>
                    <a:ext uri="{9D8B030D-6E8A-4147-A177-3AD203B41FA5}">
                      <a16:colId xmlns:a16="http://schemas.microsoft.com/office/drawing/2014/main" val="734220234"/>
                    </a:ext>
                  </a:extLst>
                </a:gridCol>
                <a:gridCol w="1744454">
                  <a:extLst>
                    <a:ext uri="{9D8B030D-6E8A-4147-A177-3AD203B41FA5}">
                      <a16:colId xmlns:a16="http://schemas.microsoft.com/office/drawing/2014/main" val="2498135955"/>
                    </a:ext>
                  </a:extLst>
                </a:gridCol>
                <a:gridCol w="1744454">
                  <a:extLst>
                    <a:ext uri="{9D8B030D-6E8A-4147-A177-3AD203B41FA5}">
                      <a16:colId xmlns:a16="http://schemas.microsoft.com/office/drawing/2014/main" val="2329406911"/>
                    </a:ext>
                  </a:extLst>
                </a:gridCol>
                <a:gridCol w="1744454">
                  <a:extLst>
                    <a:ext uri="{9D8B030D-6E8A-4147-A177-3AD203B41FA5}">
                      <a16:colId xmlns:a16="http://schemas.microsoft.com/office/drawing/2014/main" val="2606367899"/>
                    </a:ext>
                  </a:extLst>
                </a:gridCol>
                <a:gridCol w="1744454">
                  <a:extLst>
                    <a:ext uri="{9D8B030D-6E8A-4147-A177-3AD203B41FA5}">
                      <a16:colId xmlns:a16="http://schemas.microsoft.com/office/drawing/2014/main" val="841650732"/>
                    </a:ext>
                  </a:extLst>
                </a:gridCol>
                <a:gridCol w="1744454">
                  <a:extLst>
                    <a:ext uri="{9D8B030D-6E8A-4147-A177-3AD203B41FA5}">
                      <a16:colId xmlns:a16="http://schemas.microsoft.com/office/drawing/2014/main" val="693155987"/>
                    </a:ext>
                  </a:extLst>
                </a:gridCol>
              </a:tblGrid>
              <a:tr h="1188720">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كَانَ</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قَالَ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قَالُوْا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عَرَضَ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 عَلَّمَ</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عَلَّمْتَ</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75936617"/>
                  </a:ext>
                </a:extLst>
              </a:tr>
            </a:tbl>
          </a:graphicData>
        </a:graphic>
      </p:graphicFrame>
      <p:sp>
        <p:nvSpPr>
          <p:cNvPr id="5" name="Freeform 5"/>
          <p:cNvSpPr/>
          <p:nvPr/>
        </p:nvSpPr>
        <p:spPr>
          <a:xfrm>
            <a:off x="10518469" y="183369"/>
            <a:ext cx="1414522" cy="1414522"/>
          </a:xfrm>
          <a:custGeom>
            <a:avLst/>
            <a:gdLst/>
            <a:ahLst/>
            <a:cxnLst/>
            <a:rect l="l" t="t" r="r" b="b"/>
            <a:pathLst>
              <a:path w="2303844" h="2303844">
                <a:moveTo>
                  <a:pt x="0" y="0"/>
                </a:moveTo>
                <a:lnTo>
                  <a:pt x="2303843" y="0"/>
                </a:lnTo>
                <a:lnTo>
                  <a:pt x="2303843" y="2303844"/>
                </a:lnTo>
                <a:lnTo>
                  <a:pt x="0" y="2303844"/>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grpSp>
        <p:nvGrpSpPr>
          <p:cNvPr id="6" name="Group 6"/>
          <p:cNvGrpSpPr/>
          <p:nvPr/>
        </p:nvGrpSpPr>
        <p:grpSpPr>
          <a:xfrm>
            <a:off x="10648119" y="326394"/>
            <a:ext cx="1151087" cy="1151082"/>
            <a:chOff x="50951" y="0"/>
            <a:chExt cx="6350000" cy="6349975"/>
          </a:xfrm>
        </p:grpSpPr>
        <p:sp>
          <p:nvSpPr>
            <p:cNvPr id="7" name="Freeform 7"/>
            <p:cNvSpPr/>
            <p:nvPr/>
          </p:nvSpPr>
          <p:spPr>
            <a:xfrm>
              <a:off x="50951"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4"/>
              <a:stretch>
                <a:fillRect/>
              </a:stretch>
            </a:blipFill>
          </p:spPr>
        </p:sp>
      </p:grpSp>
      <p:sp>
        <p:nvSpPr>
          <p:cNvPr id="18" name="TextBox 27">
            <a:extLst>
              <a:ext uri="{FF2B5EF4-FFF2-40B4-BE49-F238E27FC236}">
                <a16:creationId xmlns:a16="http://schemas.microsoft.com/office/drawing/2014/main" id="{75C2D6E5-3919-4197-A296-D113D205ED78}"/>
              </a:ext>
            </a:extLst>
          </p:cNvPr>
          <p:cNvSpPr txBox="1"/>
          <p:nvPr/>
        </p:nvSpPr>
        <p:spPr>
          <a:xfrm>
            <a:off x="1855899" y="303594"/>
            <a:ext cx="7386664" cy="846386"/>
          </a:xfrm>
          <a:prstGeom prst="rect">
            <a:avLst/>
          </a:prstGeom>
        </p:spPr>
        <p:txBody>
          <a:bodyPr wrap="square" lIns="0" tIns="0" rIns="0" bIns="0" rtlCol="0" anchor="ctr">
            <a:spAutoFit/>
          </a:bodyPr>
          <a:lstStyle/>
          <a:p>
            <a:pPr marL="0" marR="0" lvl="0" indent="0" algn="ctr" defTabSz="609630" rtl="1" eaLnBrk="1" fontAlgn="auto" latinLnBrk="0" hangingPunct="1">
              <a:lnSpc>
                <a:spcPct val="150000"/>
              </a:lnSpc>
              <a:spcBef>
                <a:spcPts val="0"/>
              </a:spcBef>
              <a:spcAft>
                <a:spcPts val="0"/>
              </a:spcAft>
              <a:buClrTx/>
              <a:buSzTx/>
              <a:buFontTx/>
              <a:buNone/>
              <a:tabLst/>
              <a:defRPr/>
            </a:pPr>
            <a:r>
              <a:rPr kumimoji="0" lang="ur-PK" sz="4000" i="0" u="none" strike="noStrike" kern="1200" cap="none" spc="0" normalizeH="0" baseline="0" noProof="0" dirty="0">
                <a:ln>
                  <a:noFill/>
                </a:ln>
                <a:solidFill>
                  <a:srgbClr val="000000"/>
                </a:solidFill>
                <a:uLnTx/>
                <a:uFillTx/>
                <a:latin typeface="Jameel Noori Nastaleeq"/>
                <a:ea typeface="Jameel Noori Nastaleeq"/>
                <a:cs typeface="Jameel Noori Nastaleeq"/>
                <a:sym typeface="Jameel Noori Nastaleeq"/>
                <a:rtl/>
              </a:rPr>
              <a:t>آیت 31 تا 35 کے افعال</a:t>
            </a:r>
          </a:p>
        </p:txBody>
      </p:sp>
    </p:spTree>
    <p:extLst>
      <p:ext uri="{BB962C8B-B14F-4D97-AF65-F5344CB8AC3E}">
        <p14:creationId xmlns:p14="http://schemas.microsoft.com/office/powerpoint/2010/main" val="13089169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grpSp>
        <p:nvGrpSpPr>
          <p:cNvPr id="2" name="Group 2"/>
          <p:cNvGrpSpPr/>
          <p:nvPr/>
        </p:nvGrpSpPr>
        <p:grpSpPr>
          <a:xfrm>
            <a:off x="11194473" y="0"/>
            <a:ext cx="997527" cy="6858000"/>
            <a:chOff x="0" y="0"/>
            <a:chExt cx="400694" cy="3472227"/>
          </a:xfrm>
        </p:grpSpPr>
        <p:sp>
          <p:nvSpPr>
            <p:cNvPr id="3" name="Freeform 3"/>
            <p:cNvSpPr/>
            <p:nvPr/>
          </p:nvSpPr>
          <p:spPr>
            <a:xfrm>
              <a:off x="0" y="0"/>
              <a:ext cx="400694" cy="3472226"/>
            </a:xfrm>
            <a:custGeom>
              <a:avLst/>
              <a:gdLst/>
              <a:ahLst/>
              <a:cxnLst/>
              <a:rect l="l" t="t" r="r" b="b"/>
              <a:pathLst>
                <a:path w="400694" h="3472226">
                  <a:moveTo>
                    <a:pt x="0" y="0"/>
                  </a:moveTo>
                  <a:lnTo>
                    <a:pt x="400694" y="0"/>
                  </a:lnTo>
                  <a:lnTo>
                    <a:pt x="400694" y="3472226"/>
                  </a:lnTo>
                  <a:lnTo>
                    <a:pt x="0" y="3472226"/>
                  </a:lnTo>
                  <a:close/>
                </a:path>
              </a:pathLst>
            </a:custGeom>
            <a:solidFill>
              <a:srgbClr val="106861"/>
            </a:solidFill>
          </p:spPr>
        </p:sp>
        <p:sp>
          <p:nvSpPr>
            <p:cNvPr id="4" name="TextBox 4"/>
            <p:cNvSpPr txBox="1"/>
            <p:nvPr/>
          </p:nvSpPr>
          <p:spPr>
            <a:xfrm>
              <a:off x="0" y="-19050"/>
              <a:ext cx="400694" cy="3491277"/>
            </a:xfrm>
            <a:prstGeom prst="rect">
              <a:avLst/>
            </a:prstGeom>
          </p:spPr>
          <p:txBody>
            <a:bodyPr lIns="33867" tIns="33867" rIns="33867" bIns="33867" rtlCol="0" anchor="ctr"/>
            <a:lstStyle/>
            <a:p>
              <a:pPr marL="0" marR="0" lvl="0" indent="0" algn="ctr" defTabSz="609630" rtl="0" eaLnBrk="1" fontAlgn="auto" latinLnBrk="0" hangingPunct="1">
                <a:lnSpc>
                  <a:spcPts val="1906"/>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8"/>
          <p:cNvGrpSpPr/>
          <p:nvPr/>
        </p:nvGrpSpPr>
        <p:grpSpPr>
          <a:xfrm>
            <a:off x="633781" y="2338011"/>
            <a:ext cx="52659" cy="2374901"/>
            <a:chOff x="0" y="0"/>
            <a:chExt cx="20803" cy="938233"/>
          </a:xfrm>
        </p:grpSpPr>
        <p:sp>
          <p:nvSpPr>
            <p:cNvPr id="9" name="Freeform 9"/>
            <p:cNvSpPr/>
            <p:nvPr/>
          </p:nvSpPr>
          <p:spPr>
            <a:xfrm>
              <a:off x="0" y="0"/>
              <a:ext cx="20803" cy="938233"/>
            </a:xfrm>
            <a:custGeom>
              <a:avLst/>
              <a:gdLst/>
              <a:ahLst/>
              <a:cxnLst/>
              <a:rect l="l" t="t" r="r" b="b"/>
              <a:pathLst>
                <a:path w="20803" h="938233">
                  <a:moveTo>
                    <a:pt x="0" y="0"/>
                  </a:moveTo>
                  <a:lnTo>
                    <a:pt x="20803" y="0"/>
                  </a:lnTo>
                  <a:lnTo>
                    <a:pt x="20803" y="938233"/>
                  </a:lnTo>
                  <a:lnTo>
                    <a:pt x="0" y="938233"/>
                  </a:lnTo>
                  <a:close/>
                </a:path>
              </a:pathLst>
            </a:custGeom>
            <a:solidFill>
              <a:srgbClr val="106861"/>
            </a:solidFill>
            <a:ln cap="sq">
              <a:noFill/>
              <a:prstDash val="solid"/>
              <a:miter/>
            </a:ln>
          </p:spPr>
        </p:sp>
        <p:sp>
          <p:nvSpPr>
            <p:cNvPr id="10" name="TextBox 10"/>
            <p:cNvSpPr txBox="1"/>
            <p:nvPr/>
          </p:nvSpPr>
          <p:spPr>
            <a:xfrm>
              <a:off x="0" y="-19050"/>
              <a:ext cx="20803" cy="957283"/>
            </a:xfrm>
            <a:prstGeom prst="rect">
              <a:avLst/>
            </a:prstGeom>
          </p:spPr>
          <p:txBody>
            <a:bodyPr lIns="33867" tIns="33867" rIns="33867" bIns="33867" rtlCol="0" anchor="ctr"/>
            <a:lstStyle/>
            <a:p>
              <a:pPr marL="0" marR="0" lvl="0" indent="0" algn="ctr" defTabSz="609630" rtl="0" eaLnBrk="1" fontAlgn="auto" latinLnBrk="0" hangingPunct="1">
                <a:lnSpc>
                  <a:spcPts val="1906"/>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graphicFrame>
        <p:nvGraphicFramePr>
          <p:cNvPr id="12" name="Table 11">
            <a:extLst>
              <a:ext uri="{FF2B5EF4-FFF2-40B4-BE49-F238E27FC236}">
                <a16:creationId xmlns:a16="http://schemas.microsoft.com/office/drawing/2014/main" id="{109970D1-B87A-42A3-8F5E-5B160494DBEA}"/>
              </a:ext>
            </a:extLst>
          </p:cNvPr>
          <p:cNvGraphicFramePr>
            <a:graphicFrameLocks noGrp="1"/>
          </p:cNvGraphicFramePr>
          <p:nvPr>
            <p:extLst>
              <p:ext uri="{D42A27DB-BD31-4B8C-83A1-F6EECF244321}">
                <p14:modId xmlns:p14="http://schemas.microsoft.com/office/powerpoint/2010/main" val="2708952330"/>
              </p:ext>
            </p:extLst>
          </p:nvPr>
        </p:nvGraphicFramePr>
        <p:xfrm>
          <a:off x="816092" y="1477476"/>
          <a:ext cx="10058400" cy="1301454"/>
        </p:xfrm>
        <a:graphic>
          <a:graphicData uri="http://schemas.openxmlformats.org/drawingml/2006/table">
            <a:tbl>
              <a:tblPr rtl="1">
                <a:tableStyleId>{5C22544A-7EE6-4342-B048-85BDC9FD1C3A}</a:tableStyleId>
              </a:tblPr>
              <a:tblGrid>
                <a:gridCol w="1684052">
                  <a:extLst>
                    <a:ext uri="{9D8B030D-6E8A-4147-A177-3AD203B41FA5}">
                      <a16:colId xmlns:a16="http://schemas.microsoft.com/office/drawing/2014/main" val="3535652653"/>
                    </a:ext>
                  </a:extLst>
                </a:gridCol>
                <a:gridCol w="1691743">
                  <a:extLst>
                    <a:ext uri="{9D8B030D-6E8A-4147-A177-3AD203B41FA5}">
                      <a16:colId xmlns:a16="http://schemas.microsoft.com/office/drawing/2014/main" val="1313179121"/>
                    </a:ext>
                  </a:extLst>
                </a:gridCol>
                <a:gridCol w="1818582">
                  <a:extLst>
                    <a:ext uri="{9D8B030D-6E8A-4147-A177-3AD203B41FA5}">
                      <a16:colId xmlns:a16="http://schemas.microsoft.com/office/drawing/2014/main" val="692344230"/>
                    </a:ext>
                  </a:extLst>
                </a:gridCol>
                <a:gridCol w="1522721">
                  <a:extLst>
                    <a:ext uri="{9D8B030D-6E8A-4147-A177-3AD203B41FA5}">
                      <a16:colId xmlns:a16="http://schemas.microsoft.com/office/drawing/2014/main" val="540043974"/>
                    </a:ext>
                  </a:extLst>
                </a:gridCol>
                <a:gridCol w="1670651">
                  <a:extLst>
                    <a:ext uri="{9D8B030D-6E8A-4147-A177-3AD203B41FA5}">
                      <a16:colId xmlns:a16="http://schemas.microsoft.com/office/drawing/2014/main" val="4144302105"/>
                    </a:ext>
                  </a:extLst>
                </a:gridCol>
                <a:gridCol w="1670651">
                  <a:extLst>
                    <a:ext uri="{9D8B030D-6E8A-4147-A177-3AD203B41FA5}">
                      <a16:colId xmlns:a16="http://schemas.microsoft.com/office/drawing/2014/main" val="3243573649"/>
                    </a:ext>
                  </a:extLst>
                </a:gridCol>
              </a:tblGrid>
              <a:tr h="1301454">
                <a:tc>
                  <a:txBody>
                    <a:bodyPr/>
                    <a:lstStyle/>
                    <a:p>
                      <a:pPr algn="ctr" rtl="1" fontAlgn="ctr"/>
                      <a:r>
                        <a:rPr lang="ur-PK" sz="5400" b="0" i="0" u="none" strike="noStrike" dirty="0">
                          <a:solidFill>
                            <a:srgbClr val="000000"/>
                          </a:solidFill>
                          <a:effectLst/>
                          <a:latin typeface="Al Qalam Quran Majeed" panose="02010000000000000000" pitchFamily="2" charset="-78"/>
                          <a:cs typeface="Al Qalam Quran Majeed" panose="02010000000000000000" pitchFamily="2" charset="-78"/>
                        </a:rPr>
                        <a:t> بَ</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5400" b="0" i="0" u="none" strike="noStrike" dirty="0">
                          <a:solidFill>
                            <a:srgbClr val="000000"/>
                          </a:solidFill>
                          <a:effectLst/>
                          <a:latin typeface="Al Qalam Quran Majeed" panose="02010000000000000000" pitchFamily="2" charset="-78"/>
                          <a:cs typeface="Al Qalam Quran Majeed" panose="02010000000000000000" pitchFamily="2" charset="-78"/>
                        </a:rPr>
                        <a:t>لَّ</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5400" b="0" i="0" u="none" strike="noStrike" dirty="0">
                          <a:solidFill>
                            <a:srgbClr val="000000"/>
                          </a:solidFill>
                          <a:effectLst/>
                          <a:latin typeface="Al Qalam Quran Majeed" panose="02010000000000000000" pitchFamily="2" charset="-78"/>
                          <a:cs typeface="Al Qalam Quran Majeed" panose="02010000000000000000" pitchFamily="2" charset="-78"/>
                        </a:rPr>
                        <a:t>وَ</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5400" b="0" i="0" u="none" strike="noStrike" dirty="0">
                          <a:solidFill>
                            <a:srgbClr val="000000"/>
                          </a:solidFill>
                          <a:effectLst/>
                          <a:latin typeface="Al Qalam Quran Majeed" panose="02010000000000000000" pitchFamily="2" charset="-78"/>
                          <a:cs typeface="Al Qalam Quran Majeed" panose="02010000000000000000" pitchFamily="2" charset="-78"/>
                        </a:rPr>
                        <a:t>مِنْ</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5400" b="0" i="0" u="none" strike="noStrike" dirty="0">
                          <a:solidFill>
                            <a:srgbClr val="000000"/>
                          </a:solidFill>
                          <a:effectLst/>
                          <a:latin typeface="Al Qalam Quran Majeed" panose="02010000000000000000" pitchFamily="2" charset="-78"/>
                          <a:cs typeface="Al Qalam Quran Majeed" panose="02010000000000000000" pitchFamily="2" charset="-78"/>
                        </a:rPr>
                        <a:t> عَلیٰ</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endParaRPr lang="ur-PK" sz="54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524133"/>
                  </a:ext>
                </a:extLst>
              </a:tr>
            </a:tbl>
          </a:graphicData>
        </a:graphic>
      </p:graphicFrame>
      <p:graphicFrame>
        <p:nvGraphicFramePr>
          <p:cNvPr id="13" name="Table 12">
            <a:extLst>
              <a:ext uri="{FF2B5EF4-FFF2-40B4-BE49-F238E27FC236}">
                <a16:creationId xmlns:a16="http://schemas.microsoft.com/office/drawing/2014/main" id="{B7FED193-5CD7-4F56-A72D-B58446E5DF4E}"/>
              </a:ext>
            </a:extLst>
          </p:cNvPr>
          <p:cNvGraphicFramePr>
            <a:graphicFrameLocks noGrp="1"/>
          </p:cNvGraphicFramePr>
          <p:nvPr>
            <p:extLst>
              <p:ext uri="{D42A27DB-BD31-4B8C-83A1-F6EECF244321}">
                <p14:modId xmlns:p14="http://schemas.microsoft.com/office/powerpoint/2010/main" val="503021849"/>
              </p:ext>
            </p:extLst>
          </p:nvPr>
        </p:nvGraphicFramePr>
        <p:xfrm>
          <a:off x="816091" y="2933942"/>
          <a:ext cx="10058400" cy="1301454"/>
        </p:xfrm>
        <a:graphic>
          <a:graphicData uri="http://schemas.openxmlformats.org/drawingml/2006/table">
            <a:tbl>
              <a:tblPr rtl="1">
                <a:tableStyleId>{5C22544A-7EE6-4342-B048-85BDC9FD1C3A}</a:tableStyleId>
              </a:tblPr>
              <a:tblGrid>
                <a:gridCol w="1676400">
                  <a:extLst>
                    <a:ext uri="{9D8B030D-6E8A-4147-A177-3AD203B41FA5}">
                      <a16:colId xmlns:a16="http://schemas.microsoft.com/office/drawing/2014/main" val="3154289936"/>
                    </a:ext>
                  </a:extLst>
                </a:gridCol>
                <a:gridCol w="1676400">
                  <a:extLst>
                    <a:ext uri="{9D8B030D-6E8A-4147-A177-3AD203B41FA5}">
                      <a16:colId xmlns:a16="http://schemas.microsoft.com/office/drawing/2014/main" val="1283479425"/>
                    </a:ext>
                  </a:extLst>
                </a:gridCol>
                <a:gridCol w="1676400">
                  <a:extLst>
                    <a:ext uri="{9D8B030D-6E8A-4147-A177-3AD203B41FA5}">
                      <a16:colId xmlns:a16="http://schemas.microsoft.com/office/drawing/2014/main" val="2930864550"/>
                    </a:ext>
                  </a:extLst>
                </a:gridCol>
                <a:gridCol w="1676400">
                  <a:extLst>
                    <a:ext uri="{9D8B030D-6E8A-4147-A177-3AD203B41FA5}">
                      <a16:colId xmlns:a16="http://schemas.microsoft.com/office/drawing/2014/main" val="3830390909"/>
                    </a:ext>
                  </a:extLst>
                </a:gridCol>
                <a:gridCol w="1676400">
                  <a:extLst>
                    <a:ext uri="{9D8B030D-6E8A-4147-A177-3AD203B41FA5}">
                      <a16:colId xmlns:a16="http://schemas.microsoft.com/office/drawing/2014/main" val="788720201"/>
                    </a:ext>
                  </a:extLst>
                </a:gridCol>
                <a:gridCol w="1676400">
                  <a:extLst>
                    <a:ext uri="{9D8B030D-6E8A-4147-A177-3AD203B41FA5}">
                      <a16:colId xmlns:a16="http://schemas.microsoft.com/office/drawing/2014/main" val="1675851987"/>
                    </a:ext>
                  </a:extLst>
                </a:gridCol>
              </a:tblGrid>
              <a:tr h="1301454">
                <a:tc>
                  <a:txBody>
                    <a:bodyPr/>
                    <a:lstStyle/>
                    <a:p>
                      <a:pPr algn="ctr"/>
                      <a:r>
                        <a:rPr lang="ur-PK" sz="5400" b="0" i="0" u="none" strike="noStrike" dirty="0">
                          <a:solidFill>
                            <a:srgbClr val="000000"/>
                          </a:solidFill>
                          <a:effectLst/>
                          <a:latin typeface="Al Qalam Quran Majeed" panose="02010000000000000000" pitchFamily="2" charset="-78"/>
                          <a:cs typeface="Al Qalam Quran Majeed" panose="02010000000000000000" pitchFamily="2" charset="-78"/>
                        </a:rPr>
                        <a:t>وَ</a:t>
                      </a:r>
                      <a:endParaRPr lang="en-US" sz="5400" dirty="0"/>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ur-PK" sz="5400" b="0" i="0" u="none" strike="noStrike" dirty="0">
                          <a:solidFill>
                            <a:srgbClr val="000000"/>
                          </a:solidFill>
                          <a:effectLst/>
                          <a:latin typeface="Al Qalam Quran Majeed" panose="02010000000000000000" pitchFamily="2" charset="-78"/>
                          <a:cs typeface="Al Qalam Quran Majeed" panose="02010000000000000000" pitchFamily="2" charset="-78"/>
                        </a:rPr>
                        <a:t>فَ</a:t>
                      </a:r>
                      <a:endParaRPr lang="en-US" sz="5400" dirty="0"/>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ur-PK" sz="5400" b="0" i="0" u="none" strike="noStrike" dirty="0">
                          <a:solidFill>
                            <a:srgbClr val="000000"/>
                          </a:solidFill>
                          <a:effectLst/>
                          <a:latin typeface="Al Qalam Quran Majeed" panose="02010000000000000000" pitchFamily="2" charset="-78"/>
                          <a:cs typeface="Al Qalam Quran Majeed" panose="02010000000000000000" pitchFamily="2" charset="-78"/>
                        </a:rPr>
                        <a:t>ثُمَّ</a:t>
                      </a:r>
                      <a:endParaRPr lang="en-US" sz="5400" dirty="0"/>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5400" b="0" i="0" u="none" strike="noStrike" dirty="0">
                          <a:solidFill>
                            <a:srgbClr val="000000"/>
                          </a:solidFill>
                          <a:effectLst/>
                          <a:latin typeface="Al Qalam Quran Majeed" panose="02010000000000000000" pitchFamily="2" charset="-78"/>
                          <a:cs typeface="Al Qalam Quran Majeed" panose="02010000000000000000" pitchFamily="2" charset="-78"/>
                        </a:rPr>
                        <a:t>لَا</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5400" b="0" i="0" u="none" strike="noStrike" dirty="0">
                          <a:solidFill>
                            <a:srgbClr val="000000"/>
                          </a:solidFill>
                          <a:effectLst/>
                          <a:latin typeface="Al Qalam Quran Majeed" panose="02010000000000000000" pitchFamily="2" charset="-78"/>
                          <a:cs typeface="Al Qalam Quran Majeed" panose="02010000000000000000" pitchFamily="2" charset="-78"/>
                        </a:rPr>
                        <a:t>اَ</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5400" b="0" i="0" u="none" strike="noStrike" dirty="0">
                          <a:solidFill>
                            <a:srgbClr val="000000"/>
                          </a:solidFill>
                          <a:effectLst/>
                          <a:latin typeface="Al Qalam Quran Majeed" panose="02010000000000000000" pitchFamily="2" charset="-78"/>
                          <a:cs typeface="Al Qalam Quran Majeed" panose="02010000000000000000" pitchFamily="2" charset="-78"/>
                        </a:rPr>
                        <a:t>اِنْ</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5033336"/>
                  </a:ext>
                </a:extLst>
              </a:tr>
            </a:tbl>
          </a:graphicData>
        </a:graphic>
      </p:graphicFrame>
      <p:graphicFrame>
        <p:nvGraphicFramePr>
          <p:cNvPr id="14" name="Table 13">
            <a:extLst>
              <a:ext uri="{FF2B5EF4-FFF2-40B4-BE49-F238E27FC236}">
                <a16:creationId xmlns:a16="http://schemas.microsoft.com/office/drawing/2014/main" id="{5E4FA642-354E-4BEC-8D74-3F8D3F853429}"/>
              </a:ext>
            </a:extLst>
          </p:cNvPr>
          <p:cNvGraphicFramePr>
            <a:graphicFrameLocks noGrp="1"/>
          </p:cNvGraphicFramePr>
          <p:nvPr>
            <p:extLst>
              <p:ext uri="{D42A27DB-BD31-4B8C-83A1-F6EECF244321}">
                <p14:modId xmlns:p14="http://schemas.microsoft.com/office/powerpoint/2010/main" val="3598132146"/>
              </p:ext>
            </p:extLst>
          </p:nvPr>
        </p:nvGraphicFramePr>
        <p:xfrm>
          <a:off x="816090" y="4490936"/>
          <a:ext cx="10058401" cy="1301454"/>
        </p:xfrm>
        <a:graphic>
          <a:graphicData uri="http://schemas.openxmlformats.org/drawingml/2006/table">
            <a:tbl>
              <a:tblPr rtl="1">
                <a:tableStyleId>{5C22544A-7EE6-4342-B048-85BDC9FD1C3A}</a:tableStyleId>
              </a:tblPr>
              <a:tblGrid>
                <a:gridCol w="1670837">
                  <a:extLst>
                    <a:ext uri="{9D8B030D-6E8A-4147-A177-3AD203B41FA5}">
                      <a16:colId xmlns:a16="http://schemas.microsoft.com/office/drawing/2014/main" val="2404075751"/>
                    </a:ext>
                  </a:extLst>
                </a:gridCol>
                <a:gridCol w="1659388">
                  <a:extLst>
                    <a:ext uri="{9D8B030D-6E8A-4147-A177-3AD203B41FA5}">
                      <a16:colId xmlns:a16="http://schemas.microsoft.com/office/drawing/2014/main" val="868142866"/>
                    </a:ext>
                  </a:extLst>
                </a:gridCol>
                <a:gridCol w="1682044">
                  <a:extLst>
                    <a:ext uri="{9D8B030D-6E8A-4147-A177-3AD203B41FA5}">
                      <a16:colId xmlns:a16="http://schemas.microsoft.com/office/drawing/2014/main" val="3154289936"/>
                    </a:ext>
                  </a:extLst>
                </a:gridCol>
                <a:gridCol w="1682044">
                  <a:extLst>
                    <a:ext uri="{9D8B030D-6E8A-4147-A177-3AD203B41FA5}">
                      <a16:colId xmlns:a16="http://schemas.microsoft.com/office/drawing/2014/main" val="1283479425"/>
                    </a:ext>
                  </a:extLst>
                </a:gridCol>
                <a:gridCol w="1682044">
                  <a:extLst>
                    <a:ext uri="{9D8B030D-6E8A-4147-A177-3AD203B41FA5}">
                      <a16:colId xmlns:a16="http://schemas.microsoft.com/office/drawing/2014/main" val="2930864550"/>
                    </a:ext>
                  </a:extLst>
                </a:gridCol>
                <a:gridCol w="1682044">
                  <a:extLst>
                    <a:ext uri="{9D8B030D-6E8A-4147-A177-3AD203B41FA5}">
                      <a16:colId xmlns:a16="http://schemas.microsoft.com/office/drawing/2014/main" val="1675851987"/>
                    </a:ext>
                  </a:extLst>
                </a:gridCol>
              </a:tblGrid>
              <a:tr h="1301454">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اِذْ</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اِلَّاۤ</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مَا</a:t>
                      </a:r>
                      <a:endParaRPr lang="en-US" sz="4800" dirty="0"/>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اِنَّ</a:t>
                      </a:r>
                      <a:endParaRPr lang="en-US" sz="4800" dirty="0"/>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لَمَّاۤ</a:t>
                      </a:r>
                      <a:endParaRPr lang="en-US" sz="4800" dirty="0"/>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867598" rtl="1" eaLnBrk="1" fontAlgn="ctr" latinLnBrk="0" hangingPunct="1">
                        <a:lnSpc>
                          <a:spcPct val="100000"/>
                        </a:lnSpc>
                        <a:spcBef>
                          <a:spcPts val="0"/>
                        </a:spcBef>
                        <a:spcAft>
                          <a:spcPts val="0"/>
                        </a:spcAft>
                        <a:buClrTx/>
                        <a:buSzTx/>
                        <a:buFontTx/>
                        <a:buNone/>
                        <a:tabLst/>
                        <a:defRPr/>
                      </a:pP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لَا</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5033336"/>
                  </a:ext>
                </a:extLst>
              </a:tr>
            </a:tbl>
          </a:graphicData>
        </a:graphic>
      </p:graphicFrame>
      <p:sp>
        <p:nvSpPr>
          <p:cNvPr id="5" name="Freeform 5"/>
          <p:cNvSpPr/>
          <p:nvPr/>
        </p:nvSpPr>
        <p:spPr>
          <a:xfrm>
            <a:off x="10518469" y="183369"/>
            <a:ext cx="1414522" cy="1414522"/>
          </a:xfrm>
          <a:custGeom>
            <a:avLst/>
            <a:gdLst/>
            <a:ahLst/>
            <a:cxnLst/>
            <a:rect l="l" t="t" r="r" b="b"/>
            <a:pathLst>
              <a:path w="2303844" h="2303844">
                <a:moveTo>
                  <a:pt x="0" y="0"/>
                </a:moveTo>
                <a:lnTo>
                  <a:pt x="2303843" y="0"/>
                </a:lnTo>
                <a:lnTo>
                  <a:pt x="2303843" y="2303844"/>
                </a:lnTo>
                <a:lnTo>
                  <a:pt x="0" y="2303844"/>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grpSp>
        <p:nvGrpSpPr>
          <p:cNvPr id="6" name="Group 6"/>
          <p:cNvGrpSpPr/>
          <p:nvPr/>
        </p:nvGrpSpPr>
        <p:grpSpPr>
          <a:xfrm>
            <a:off x="10648119" y="326394"/>
            <a:ext cx="1151087" cy="1151082"/>
            <a:chOff x="50951" y="0"/>
            <a:chExt cx="6350000" cy="6349975"/>
          </a:xfrm>
        </p:grpSpPr>
        <p:sp>
          <p:nvSpPr>
            <p:cNvPr id="7" name="Freeform 7"/>
            <p:cNvSpPr/>
            <p:nvPr/>
          </p:nvSpPr>
          <p:spPr>
            <a:xfrm>
              <a:off x="50951"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4"/>
              <a:stretch>
                <a:fillRect/>
              </a:stretch>
            </a:blipFill>
          </p:spPr>
        </p:sp>
      </p:grpSp>
      <p:sp>
        <p:nvSpPr>
          <p:cNvPr id="15" name="TextBox 27">
            <a:extLst>
              <a:ext uri="{FF2B5EF4-FFF2-40B4-BE49-F238E27FC236}">
                <a16:creationId xmlns:a16="http://schemas.microsoft.com/office/drawing/2014/main" id="{017C4B74-85EE-4CC0-8C59-1C55F07912F6}"/>
              </a:ext>
            </a:extLst>
          </p:cNvPr>
          <p:cNvSpPr txBox="1"/>
          <p:nvPr/>
        </p:nvSpPr>
        <p:spPr>
          <a:xfrm>
            <a:off x="1855899" y="303594"/>
            <a:ext cx="7386664" cy="846386"/>
          </a:xfrm>
          <a:prstGeom prst="rect">
            <a:avLst/>
          </a:prstGeom>
        </p:spPr>
        <p:txBody>
          <a:bodyPr wrap="square" lIns="0" tIns="0" rIns="0" bIns="0" rtlCol="0" anchor="ctr">
            <a:spAutoFit/>
          </a:bodyPr>
          <a:lstStyle/>
          <a:p>
            <a:pPr marL="0" marR="0" lvl="0" indent="0" algn="ctr" defTabSz="609630" rtl="1" eaLnBrk="1" fontAlgn="auto" latinLnBrk="0" hangingPunct="1">
              <a:lnSpc>
                <a:spcPct val="150000"/>
              </a:lnSpc>
              <a:spcBef>
                <a:spcPts val="0"/>
              </a:spcBef>
              <a:spcAft>
                <a:spcPts val="0"/>
              </a:spcAft>
              <a:buClrTx/>
              <a:buSzTx/>
              <a:buFontTx/>
              <a:buNone/>
              <a:tabLst/>
              <a:defRPr/>
            </a:pPr>
            <a:r>
              <a:rPr kumimoji="0" lang="ur-PK" sz="4000" i="0" u="none" strike="noStrike" kern="1200" cap="none" spc="0" normalizeH="0" baseline="0" noProof="0" dirty="0">
                <a:ln>
                  <a:noFill/>
                </a:ln>
                <a:solidFill>
                  <a:srgbClr val="000000"/>
                </a:solidFill>
                <a:uLnTx/>
                <a:uFillTx/>
                <a:latin typeface="Jameel Noori Nastaleeq"/>
                <a:ea typeface="Jameel Noori Nastaleeq"/>
                <a:cs typeface="Jameel Noori Nastaleeq"/>
                <a:sym typeface="Jameel Noori Nastaleeq"/>
                <a:rtl/>
              </a:rPr>
              <a:t>آیت 31 تا 35 کے حروف</a:t>
            </a:r>
          </a:p>
        </p:txBody>
      </p:sp>
    </p:spTree>
    <p:extLst>
      <p:ext uri="{BB962C8B-B14F-4D97-AF65-F5344CB8AC3E}">
        <p14:creationId xmlns:p14="http://schemas.microsoft.com/office/powerpoint/2010/main" val="17585115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532E4C65-0E82-47DF-9662-6CC0EB2FAC2B}"/>
              </a:ext>
            </a:extLst>
          </p:cNvPr>
          <p:cNvGraphicFramePr>
            <a:graphicFrameLocks noGrp="1"/>
          </p:cNvGraphicFramePr>
          <p:nvPr/>
        </p:nvGraphicFramePr>
        <p:xfrm>
          <a:off x="1243502" y="1099822"/>
          <a:ext cx="9563483" cy="2377201"/>
        </p:xfrm>
        <a:graphic>
          <a:graphicData uri="http://schemas.openxmlformats.org/drawingml/2006/table">
            <a:tbl>
              <a:tblPr rtl="1">
                <a:tableStyleId>{5C22544A-7EE6-4342-B048-85BDC9FD1C3A}</a:tableStyleId>
              </a:tblPr>
              <a:tblGrid>
                <a:gridCol w="1853871">
                  <a:extLst>
                    <a:ext uri="{9D8B030D-6E8A-4147-A177-3AD203B41FA5}">
                      <a16:colId xmlns:a16="http://schemas.microsoft.com/office/drawing/2014/main" val="4174183585"/>
                    </a:ext>
                  </a:extLst>
                </a:gridCol>
                <a:gridCol w="1732436">
                  <a:extLst>
                    <a:ext uri="{9D8B030D-6E8A-4147-A177-3AD203B41FA5}">
                      <a16:colId xmlns:a16="http://schemas.microsoft.com/office/drawing/2014/main" val="2081268159"/>
                    </a:ext>
                  </a:extLst>
                </a:gridCol>
                <a:gridCol w="1662688">
                  <a:extLst>
                    <a:ext uri="{9D8B030D-6E8A-4147-A177-3AD203B41FA5}">
                      <a16:colId xmlns:a16="http://schemas.microsoft.com/office/drawing/2014/main" val="3305461434"/>
                    </a:ext>
                  </a:extLst>
                </a:gridCol>
                <a:gridCol w="1973899">
                  <a:extLst>
                    <a:ext uri="{9D8B030D-6E8A-4147-A177-3AD203B41FA5}">
                      <a16:colId xmlns:a16="http://schemas.microsoft.com/office/drawing/2014/main" val="2096589802"/>
                    </a:ext>
                  </a:extLst>
                </a:gridCol>
                <a:gridCol w="2340589">
                  <a:extLst>
                    <a:ext uri="{9D8B030D-6E8A-4147-A177-3AD203B41FA5}">
                      <a16:colId xmlns:a16="http://schemas.microsoft.com/office/drawing/2014/main" val="564386052"/>
                    </a:ext>
                  </a:extLst>
                </a:gridCol>
              </a:tblGrid>
              <a:tr h="1125922">
                <a:tc gridSpan="5">
                  <a:txBody>
                    <a:bodyPr/>
                    <a:lstStyle/>
                    <a:p>
                      <a:pPr algn="ctr" rtl="1" fontAlgn="t"/>
                      <a:r>
                        <a:rPr lang="ur-PK" sz="5600" b="0" i="0" u="none" strike="noStrike" dirty="0">
                          <a:solidFill>
                            <a:schemeClr val="tx1"/>
                          </a:solidFill>
                          <a:effectLst>
                            <a:glow rad="139700">
                              <a:schemeClr val="accent2">
                                <a:satMod val="175000"/>
                                <a:alpha val="40000"/>
                              </a:schemeClr>
                            </a:glow>
                          </a:effectLst>
                          <a:latin typeface="Al Qalam Quran Majeed" panose="02010000000000000000" pitchFamily="2" charset="-78"/>
                          <a:cs typeface="Al Qalam Quran Majeed" panose="02010000000000000000" pitchFamily="2" charset="-78"/>
                        </a:rPr>
                        <a:t>بِسْمِ اللّٰهِ الرَّحْمٰنِ الرَّحِیْمِ۝</a:t>
                      </a:r>
                    </a:p>
                  </a:txBody>
                  <a:tcPr marL="8837" marR="8837" marT="8837"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64013700"/>
                  </a:ext>
                </a:extLst>
              </a:tr>
              <a:tr h="1251279">
                <a:tc>
                  <a:txBody>
                    <a:bodyPr/>
                    <a:lstStyle/>
                    <a:p>
                      <a:pPr algn="ctr" rtl="1" fontAlgn="ctr"/>
                      <a:r>
                        <a:rPr lang="en-US" sz="4700" b="0" i="0" u="none" strike="noStrike" dirty="0">
                          <a:solidFill>
                            <a:schemeClr val="tx1"/>
                          </a:solidFill>
                          <a:effectLst/>
                          <a:latin typeface="Al Qalam Quran Majeed" panose="02010000000000000000" pitchFamily="2" charset="-78"/>
                          <a:cs typeface="Al Qalam Quran Majeed" panose="02010000000000000000" pitchFamily="2" charset="-78"/>
                        </a:rPr>
                        <a:t> </a:t>
                      </a:r>
                      <a:r>
                        <a:rPr lang="ur-PK" sz="4700" b="0" i="0" u="none" strike="noStrike" dirty="0">
                          <a:solidFill>
                            <a:schemeClr val="tx1"/>
                          </a:solidFill>
                          <a:effectLst/>
                          <a:latin typeface="Al Qalam Quran Majeed" panose="02010000000000000000" pitchFamily="2" charset="-78"/>
                          <a:cs typeface="Al Qalam Quran Majeed" panose="02010000000000000000" pitchFamily="2" charset="-78"/>
                        </a:rPr>
                        <a:t>بِ </a:t>
                      </a:r>
                    </a:p>
                  </a:txBody>
                  <a:tcPr marL="8837" marR="8837" marT="88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fontAlgn="ctr"/>
                      <a:r>
                        <a:rPr lang="ur-PK" sz="4700" b="0" i="0" u="none" strike="noStrike" dirty="0">
                          <a:solidFill>
                            <a:schemeClr val="tx1"/>
                          </a:solidFill>
                          <a:effectLst/>
                          <a:latin typeface="Al Qalam Quran Majeed" panose="02010000000000000000" pitchFamily="2" charset="-78"/>
                          <a:cs typeface="Al Qalam Quran Majeed" panose="02010000000000000000" pitchFamily="2" charset="-78"/>
                        </a:rPr>
                        <a:t>اِسْمِ</a:t>
                      </a:r>
                    </a:p>
                  </a:txBody>
                  <a:tcPr marL="8837" marR="8837" marT="88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fontAlgn="ctr"/>
                      <a:r>
                        <a:rPr lang="ur-PK" sz="4700" b="0" i="0" u="none" strike="noStrike" dirty="0">
                          <a:solidFill>
                            <a:schemeClr val="tx1"/>
                          </a:solidFill>
                          <a:effectLst/>
                          <a:latin typeface="Al Qalam Quran Majeed" panose="02010000000000000000" pitchFamily="2" charset="-78"/>
                          <a:cs typeface="Al Qalam Quran Majeed" panose="02010000000000000000" pitchFamily="2" charset="-78"/>
                        </a:rPr>
                        <a:t>اللّٰهِ</a:t>
                      </a:r>
                    </a:p>
                  </a:txBody>
                  <a:tcPr marL="8837" marR="8837" marT="88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fontAlgn="ctr"/>
                      <a:r>
                        <a:rPr lang="ur-PK" sz="4700" b="0" i="0" u="none" strike="noStrike" dirty="0">
                          <a:solidFill>
                            <a:schemeClr val="tx1"/>
                          </a:solidFill>
                          <a:effectLst/>
                          <a:latin typeface="Al Qalam Quran Majeed" panose="02010000000000000000" pitchFamily="2" charset="-78"/>
                          <a:cs typeface="Al Qalam Quran Majeed" panose="02010000000000000000" pitchFamily="2" charset="-78"/>
                        </a:rPr>
                        <a:t>الرَّحْمٰنِ</a:t>
                      </a:r>
                    </a:p>
                  </a:txBody>
                  <a:tcPr marL="8837" marR="8837" marT="88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fontAlgn="ctr"/>
                      <a:r>
                        <a:rPr lang="ur-PK" sz="4700" b="0" i="0" u="none" strike="noStrike" dirty="0">
                          <a:solidFill>
                            <a:schemeClr val="tx1"/>
                          </a:solidFill>
                          <a:effectLst/>
                          <a:latin typeface="Al Qalam Quran Majeed" panose="02010000000000000000" pitchFamily="2" charset="-78"/>
                          <a:cs typeface="Al Qalam Quran Majeed" panose="02010000000000000000" pitchFamily="2" charset="-78"/>
                        </a:rPr>
                        <a:t>الرَّحِیْمِ</a:t>
                      </a:r>
                    </a:p>
                  </a:txBody>
                  <a:tcPr marL="8837" marR="8837" marT="88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50527990"/>
                  </a:ext>
                </a:extLst>
              </a:tr>
            </a:tbl>
          </a:graphicData>
        </a:graphic>
      </p:graphicFrame>
      <p:graphicFrame>
        <p:nvGraphicFramePr>
          <p:cNvPr id="5" name="Table 4">
            <a:extLst>
              <a:ext uri="{FF2B5EF4-FFF2-40B4-BE49-F238E27FC236}">
                <a16:creationId xmlns:a16="http://schemas.microsoft.com/office/drawing/2014/main" id="{0B133CBF-2791-4214-8442-CF14F9DE2EC4}"/>
              </a:ext>
            </a:extLst>
          </p:cNvPr>
          <p:cNvGraphicFramePr>
            <a:graphicFrameLocks noGrp="1"/>
          </p:cNvGraphicFramePr>
          <p:nvPr/>
        </p:nvGraphicFramePr>
        <p:xfrm>
          <a:off x="1243500" y="3512103"/>
          <a:ext cx="9563487" cy="2102912"/>
        </p:xfrm>
        <a:graphic>
          <a:graphicData uri="http://schemas.openxmlformats.org/drawingml/2006/table">
            <a:tbl>
              <a:tblPr rtl="1">
                <a:tableStyleId>{5C22544A-7EE6-4342-B048-85BDC9FD1C3A}</a:tableStyleId>
              </a:tblPr>
              <a:tblGrid>
                <a:gridCol w="1851448">
                  <a:extLst>
                    <a:ext uri="{9D8B030D-6E8A-4147-A177-3AD203B41FA5}">
                      <a16:colId xmlns:a16="http://schemas.microsoft.com/office/drawing/2014/main" val="4174183585"/>
                    </a:ext>
                  </a:extLst>
                </a:gridCol>
                <a:gridCol w="1734861">
                  <a:extLst>
                    <a:ext uri="{9D8B030D-6E8A-4147-A177-3AD203B41FA5}">
                      <a16:colId xmlns:a16="http://schemas.microsoft.com/office/drawing/2014/main" val="2081268159"/>
                    </a:ext>
                  </a:extLst>
                </a:gridCol>
                <a:gridCol w="1660115">
                  <a:extLst>
                    <a:ext uri="{9D8B030D-6E8A-4147-A177-3AD203B41FA5}">
                      <a16:colId xmlns:a16="http://schemas.microsoft.com/office/drawing/2014/main" val="3305461434"/>
                    </a:ext>
                  </a:extLst>
                </a:gridCol>
                <a:gridCol w="1981279">
                  <a:extLst>
                    <a:ext uri="{9D8B030D-6E8A-4147-A177-3AD203B41FA5}">
                      <a16:colId xmlns:a16="http://schemas.microsoft.com/office/drawing/2014/main" val="2096589802"/>
                    </a:ext>
                  </a:extLst>
                </a:gridCol>
                <a:gridCol w="2335784">
                  <a:extLst>
                    <a:ext uri="{9D8B030D-6E8A-4147-A177-3AD203B41FA5}">
                      <a16:colId xmlns:a16="http://schemas.microsoft.com/office/drawing/2014/main" val="564386052"/>
                    </a:ext>
                  </a:extLst>
                </a:gridCol>
              </a:tblGrid>
              <a:tr h="1229883">
                <a:tc>
                  <a:txBody>
                    <a:bodyPr/>
                    <a:lstStyle/>
                    <a:p>
                      <a:pPr algn="ctr" rtl="1" fontAlgn="ctr"/>
                      <a:r>
                        <a:rPr lang="ur-PK" sz="3600" b="0" i="0" u="none" strike="noStrike" dirty="0">
                          <a:solidFill>
                            <a:schemeClr val="tx1"/>
                          </a:solidFill>
                          <a:effectLst/>
                          <a:latin typeface="Jameel Noori Nastaleeq" panose="02000503000000020004" pitchFamily="2" charset="-78"/>
                          <a:cs typeface="Jameel Noori Nastaleeq" panose="02000503000000020004" pitchFamily="2" charset="-78"/>
                        </a:rPr>
                        <a:t>ساتھ </a:t>
                      </a:r>
                    </a:p>
                  </a:txBody>
                  <a:tcPr marL="8837" marR="8837" marT="88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3600" b="0" i="0" u="none" strike="noStrike" dirty="0">
                          <a:solidFill>
                            <a:schemeClr val="tx1"/>
                          </a:solidFill>
                          <a:effectLst/>
                          <a:latin typeface="Jameel Noori Nastaleeq" panose="02000503000000020004" pitchFamily="2" charset="-78"/>
                          <a:cs typeface="Jameel Noori Nastaleeq" panose="02000503000000020004" pitchFamily="2" charset="-78"/>
                        </a:rPr>
                        <a:t>نام </a:t>
                      </a:r>
                    </a:p>
                  </a:txBody>
                  <a:tcPr marL="8837" marR="8837" marT="88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3600" b="0" i="0" u="none" strike="noStrike" dirty="0">
                          <a:solidFill>
                            <a:schemeClr val="tx1"/>
                          </a:solidFill>
                          <a:effectLst/>
                          <a:latin typeface="Jameel Noori Nastaleeq" panose="02000503000000020004" pitchFamily="2" charset="-78"/>
                          <a:cs typeface="Jameel Noori Nastaleeq" panose="02000503000000020004" pitchFamily="2" charset="-78"/>
                        </a:rPr>
                        <a:t>اللہ </a:t>
                      </a:r>
                    </a:p>
                  </a:txBody>
                  <a:tcPr marL="8837" marR="8837" marT="88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3600" b="0" i="0" u="none" strike="noStrike" dirty="0">
                          <a:solidFill>
                            <a:schemeClr val="tx1"/>
                          </a:solidFill>
                          <a:effectLst/>
                          <a:latin typeface="Jameel Noori Nastaleeq" panose="02000503000000020004" pitchFamily="2" charset="-78"/>
                          <a:cs typeface="Jameel Noori Nastaleeq" panose="02000503000000020004" pitchFamily="2" charset="-78"/>
                        </a:rPr>
                        <a:t>نہایت مہربان </a:t>
                      </a:r>
                    </a:p>
                  </a:txBody>
                  <a:tcPr marL="8837" marR="8837" marT="88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3600" b="0" i="0" u="none" strike="noStrike" dirty="0">
                          <a:solidFill>
                            <a:schemeClr val="tx1"/>
                          </a:solidFill>
                          <a:effectLst/>
                          <a:latin typeface="Jameel Noori Nastaleeq" panose="02000503000000020004" pitchFamily="2" charset="-78"/>
                          <a:cs typeface="Jameel Noori Nastaleeq" panose="02000503000000020004" pitchFamily="2" charset="-78"/>
                        </a:rPr>
                        <a:t>ہمیشہ رحم فرمانے والا </a:t>
                      </a:r>
                    </a:p>
                  </a:txBody>
                  <a:tcPr marL="8837" marR="8837" marT="88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4707317"/>
                  </a:ext>
                </a:extLst>
              </a:tr>
              <a:tr h="873029">
                <a:tc gridSpan="5">
                  <a:txBody>
                    <a:bodyPr/>
                    <a:lstStyle/>
                    <a:p>
                      <a:pPr algn="ctr" rtl="1"/>
                      <a:r>
                        <a:rPr lang="ur-PK" sz="3600" b="0" i="0" kern="1200" dirty="0">
                          <a:solidFill>
                            <a:schemeClr val="tx1"/>
                          </a:solidFill>
                          <a:effectLst/>
                          <a:latin typeface="Jameel Noori Nastaleeq" panose="02000503000000020004" pitchFamily="2" charset="-78"/>
                          <a:ea typeface="+mn-ea"/>
                          <a:cs typeface="Jameel Noori Nastaleeq" panose="02000503000000020004" pitchFamily="2" charset="-78"/>
                        </a:rPr>
                        <a:t>اللہ کے نام سے شروع جو نہایت مہربان ہمیشہ رحم فرمانے والا ہے</a:t>
                      </a:r>
                    </a:p>
                  </a:txBody>
                  <a:tcPr marL="8837" marR="8837" marT="88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228535534"/>
                  </a:ext>
                </a:extLst>
              </a:tr>
            </a:tbl>
          </a:graphicData>
        </a:graphic>
      </p:graphicFrame>
      <p:pic>
        <p:nvPicPr>
          <p:cNvPr id="6" name="001_000">
            <a:hlinkClick r:id="" action="ppaction://media"/>
            <a:extLst>
              <a:ext uri="{FF2B5EF4-FFF2-40B4-BE49-F238E27FC236}">
                <a16:creationId xmlns:a16="http://schemas.microsoft.com/office/drawing/2014/main" id="{8AD1ECA0-F156-4D05-8ACF-ADB540F966FC}"/>
              </a:ext>
            </a:extLst>
          </p:cNvPr>
          <p:cNvPicPr>
            <a:picLocks noChangeAspect="1"/>
          </p:cNvPicPr>
          <p:nvPr>
            <a:audioFile r:link="rId2"/>
            <p:extLst>
              <p:ext uri="{DAA4B4D4-6D71-4841-9C94-3DE7FCFB9230}">
                <p14:media xmlns:p14="http://schemas.microsoft.com/office/powerpoint/2010/main" r:embed="rId1"/>
              </p:ext>
            </p:extLst>
          </p:nvPr>
        </p:nvPicPr>
        <p:blipFill>
          <a:blip r:embed="rId5">
            <a:biLevel thresh="75000"/>
            <a:extLst>
              <a:ext uri="{BEBA8EAE-BF5A-486C-A8C5-ECC9F3942E4B}">
                <a14:imgProps xmlns:a14="http://schemas.microsoft.com/office/drawing/2010/main">
                  <a14:imgLayer r:embed="rId6">
                    <a14:imgEffect>
                      <a14:brightnessContrast bright="-40000" contrast="-40000"/>
                    </a14:imgEffect>
                  </a14:imgLayer>
                </a14:imgProps>
              </a:ext>
            </a:extLst>
          </a:blip>
          <a:stretch>
            <a:fillRect/>
          </a:stretch>
        </p:blipFill>
        <p:spPr>
          <a:xfrm>
            <a:off x="10107784" y="1453796"/>
            <a:ext cx="565260" cy="565232"/>
          </a:xfrm>
          <a:prstGeom prst="rect">
            <a:avLst/>
          </a:prstGeom>
        </p:spPr>
      </p:pic>
    </p:spTree>
    <p:extLst>
      <p:ext uri="{BB962C8B-B14F-4D97-AF65-F5344CB8AC3E}">
        <p14:creationId xmlns:p14="http://schemas.microsoft.com/office/powerpoint/2010/main" val="3686526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112" fill="hold"/>
                                        <p:tgtEl>
                                          <p:spTgt spid="6"/>
                                        </p:tgtEl>
                                      </p:cBhvr>
                                    </p:cmd>
                                  </p:childTnLst>
                                </p:cTn>
                              </p:par>
                            </p:childTnLst>
                          </p:cTn>
                        </p:par>
                      </p:childTnLst>
                    </p:cTn>
                  </p:par>
                  <p:par>
                    <p:cTn id="7" fill="hold">
                      <p:stCondLst>
                        <p:cond delay="indefinite"/>
                      </p:stCondLst>
                      <p:childTnLst>
                        <p:par>
                          <p:cTn id="8" fill="hold">
                            <p:stCondLst>
                              <p:cond delay="0"/>
                            </p:stCondLst>
                            <p:childTnLst>
                              <p:par>
                                <p:cTn id="9" presetID="22" presetClass="entr" presetSubtype="2"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right)">
                                      <p:cBhvr>
                                        <p:cTn id="11"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12" fill="hold" display="0">
                  <p:stCondLst>
                    <p:cond delay="indefinite"/>
                  </p:stCondLst>
                  <p:endCondLst>
                    <p:cond evt="onStopAudio" delay="0">
                      <p:tgtEl>
                        <p:sldTgt/>
                      </p:tgtEl>
                    </p:cond>
                  </p:endCondLst>
                </p:cTn>
                <p:tgtEl>
                  <p:spTgt spid="6"/>
                </p:tgtEl>
              </p:cMediaNode>
            </p:audio>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4">
            <a:alphaModFix amt="40000"/>
            <a:lum/>
          </a:blip>
          <a:srcRect/>
          <a:tile tx="0" ty="0" sx="100000" sy="100000" flip="none" algn="tl"/>
        </a:blipFill>
        <a:effectLst/>
      </p:bgPr>
    </p:bg>
    <p:spTree>
      <p:nvGrpSpPr>
        <p:cNvPr id="1" name="">
          <a:extLst>
            <a:ext uri="{FF2B5EF4-FFF2-40B4-BE49-F238E27FC236}">
              <a16:creationId xmlns:a16="http://schemas.microsoft.com/office/drawing/2014/main" id="{90AF8C26-8D4E-0290-0E56-477172A955DF}"/>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CCC54C5-4E74-C4A9-6833-C45E0061D7D9}"/>
              </a:ext>
            </a:extLst>
          </p:cNvPr>
          <p:cNvGraphicFramePr>
            <a:graphicFrameLocks noGrp="1"/>
          </p:cNvGraphicFramePr>
          <p:nvPr>
            <p:extLst/>
          </p:nvPr>
        </p:nvGraphicFramePr>
        <p:xfrm>
          <a:off x="1045297" y="1003848"/>
          <a:ext cx="10431613" cy="2472524"/>
        </p:xfrm>
        <a:graphic>
          <a:graphicData uri="http://schemas.openxmlformats.org/drawingml/2006/table">
            <a:tbl>
              <a:tblPr rtl="1">
                <a:tableStyleId>{5C22544A-7EE6-4342-B048-85BDC9FD1C3A}</a:tableStyleId>
              </a:tblPr>
              <a:tblGrid>
                <a:gridCol w="2052593">
                  <a:extLst>
                    <a:ext uri="{9D8B030D-6E8A-4147-A177-3AD203B41FA5}">
                      <a16:colId xmlns:a16="http://schemas.microsoft.com/office/drawing/2014/main" val="4174183585"/>
                    </a:ext>
                  </a:extLst>
                </a:gridCol>
                <a:gridCol w="2094755">
                  <a:extLst>
                    <a:ext uri="{9D8B030D-6E8A-4147-A177-3AD203B41FA5}">
                      <a16:colId xmlns:a16="http://schemas.microsoft.com/office/drawing/2014/main" val="1594425781"/>
                    </a:ext>
                  </a:extLst>
                </a:gridCol>
                <a:gridCol w="2094755">
                  <a:extLst>
                    <a:ext uri="{9D8B030D-6E8A-4147-A177-3AD203B41FA5}">
                      <a16:colId xmlns:a16="http://schemas.microsoft.com/office/drawing/2014/main" val="579746991"/>
                    </a:ext>
                  </a:extLst>
                </a:gridCol>
                <a:gridCol w="2094755">
                  <a:extLst>
                    <a:ext uri="{9D8B030D-6E8A-4147-A177-3AD203B41FA5}">
                      <a16:colId xmlns:a16="http://schemas.microsoft.com/office/drawing/2014/main" val="1229496556"/>
                    </a:ext>
                  </a:extLst>
                </a:gridCol>
                <a:gridCol w="2094755">
                  <a:extLst>
                    <a:ext uri="{9D8B030D-6E8A-4147-A177-3AD203B41FA5}">
                      <a16:colId xmlns:a16="http://schemas.microsoft.com/office/drawing/2014/main" val="1147820617"/>
                    </a:ext>
                  </a:extLst>
                </a:gridCol>
              </a:tblGrid>
              <a:tr h="1171070">
                <a:tc gridSpan="5">
                  <a:txBody>
                    <a:bodyPr/>
                    <a:lstStyle/>
                    <a:p>
                      <a:pPr algn="ctr" rtl="1" fontAlgn="t"/>
                      <a:r>
                        <a:rPr lang="ur-PK" sz="5400" b="0" i="0" u="none" strike="noStrike" dirty="0">
                          <a:solidFill>
                            <a:srgbClr val="000000"/>
                          </a:solidFill>
                          <a:effectLst>
                            <a:glow rad="228600">
                              <a:schemeClr val="accent4">
                                <a:satMod val="175000"/>
                                <a:alpha val="40000"/>
                              </a:schemeClr>
                            </a:glow>
                          </a:effectLst>
                          <a:latin typeface="Al Qalam Quran Majeed" panose="02010000000000000000" pitchFamily="2" charset="-78"/>
                          <a:cs typeface="Al Qalam Quran Majeed" panose="02010000000000000000" pitchFamily="2" charset="-78"/>
                        </a:rPr>
                        <a:t>وَ عَلَّمَ اٰدَمَ الْاَسْمَآءَ كُلَّهَا</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4013700"/>
                  </a:ext>
                </a:extLst>
              </a:tr>
              <a:tr h="1301454">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وَ</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عَلَّمَ</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اٰدَمَ</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الْاَسْمَآءَ</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كُلَّ هَا</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0527990"/>
                  </a:ext>
                </a:extLst>
              </a:tr>
            </a:tbl>
          </a:graphicData>
        </a:graphic>
      </p:graphicFrame>
      <p:graphicFrame>
        <p:nvGraphicFramePr>
          <p:cNvPr id="10" name="Table 9">
            <a:extLst>
              <a:ext uri="{FF2B5EF4-FFF2-40B4-BE49-F238E27FC236}">
                <a16:creationId xmlns:a16="http://schemas.microsoft.com/office/drawing/2014/main" id="{0C8125FD-E986-48C3-B244-53B6FC3CB6F5}"/>
              </a:ext>
            </a:extLst>
          </p:cNvPr>
          <p:cNvGraphicFramePr>
            <a:graphicFrameLocks noGrp="1"/>
          </p:cNvGraphicFramePr>
          <p:nvPr>
            <p:extLst/>
          </p:nvPr>
        </p:nvGraphicFramePr>
        <p:xfrm>
          <a:off x="1038494" y="3508139"/>
          <a:ext cx="10431612" cy="2920368"/>
        </p:xfrm>
        <a:graphic>
          <a:graphicData uri="http://schemas.openxmlformats.org/drawingml/2006/table">
            <a:tbl>
              <a:tblPr rtl="1">
                <a:tableStyleId>{5C22544A-7EE6-4342-B048-85BDC9FD1C3A}</a:tableStyleId>
              </a:tblPr>
              <a:tblGrid>
                <a:gridCol w="2068364">
                  <a:extLst>
                    <a:ext uri="{9D8B030D-6E8A-4147-A177-3AD203B41FA5}">
                      <a16:colId xmlns:a16="http://schemas.microsoft.com/office/drawing/2014/main" val="4174183585"/>
                    </a:ext>
                  </a:extLst>
                </a:gridCol>
                <a:gridCol w="2090812">
                  <a:extLst>
                    <a:ext uri="{9D8B030D-6E8A-4147-A177-3AD203B41FA5}">
                      <a16:colId xmlns:a16="http://schemas.microsoft.com/office/drawing/2014/main" val="1594425781"/>
                    </a:ext>
                  </a:extLst>
                </a:gridCol>
                <a:gridCol w="2090812">
                  <a:extLst>
                    <a:ext uri="{9D8B030D-6E8A-4147-A177-3AD203B41FA5}">
                      <a16:colId xmlns:a16="http://schemas.microsoft.com/office/drawing/2014/main" val="4058562501"/>
                    </a:ext>
                  </a:extLst>
                </a:gridCol>
                <a:gridCol w="2090812">
                  <a:extLst>
                    <a:ext uri="{9D8B030D-6E8A-4147-A177-3AD203B41FA5}">
                      <a16:colId xmlns:a16="http://schemas.microsoft.com/office/drawing/2014/main" val="190637340"/>
                    </a:ext>
                  </a:extLst>
                </a:gridCol>
                <a:gridCol w="2090812">
                  <a:extLst>
                    <a:ext uri="{9D8B030D-6E8A-4147-A177-3AD203B41FA5}">
                      <a16:colId xmlns:a16="http://schemas.microsoft.com/office/drawing/2014/main" val="1212249600"/>
                    </a:ext>
                  </a:extLst>
                </a:gridCol>
              </a:tblGrid>
              <a:tr h="1495185">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اور</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اُس نے سکھا دیئے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آدم</a:t>
                      </a:r>
                      <a:r>
                        <a:rPr lang="en-US" sz="4000" b="0" i="0" u="none" strike="noStrike" dirty="0">
                          <a:solidFill>
                            <a:srgbClr val="000000"/>
                          </a:solidFill>
                          <a:effectLst/>
                          <a:latin typeface="Jameel Noori Nastaleeq" panose="02000503000000020004" pitchFamily="2" charset="-78"/>
                          <a:cs typeface="Jameel Noori Nastaleeq" panose="02000503000000020004" pitchFamily="2" charset="-78"/>
                        </a:rPr>
                        <a:t> </a:t>
                      </a:r>
                      <a:endPar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endParaRPr>
                    </a:p>
                    <a:p>
                      <a:pPr algn="ctr" rtl="1" fontAlgn="ctr"/>
                      <a:r>
                        <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rPr>
                        <a:t>(علیہ السلام) </a:t>
                      </a:r>
                      <a:endPar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نام</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تمام ا  شیاء  کے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4707317"/>
                  </a:ext>
                </a:extLst>
              </a:tr>
              <a:tr h="1425183">
                <a:tc gridSpan="5">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اور اللہ نے آدم (علیہ السلام) کو تمام (اشیاء کے) نام سکھا دیئے</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28535534"/>
                  </a:ext>
                </a:extLst>
              </a:tr>
            </a:tbl>
          </a:graphicData>
        </a:graphic>
      </p:graphicFrame>
      <p:pic>
        <p:nvPicPr>
          <p:cNvPr id="4" name="002031">
            <a:hlinkClick r:id="" action="ppaction://media"/>
          </p:cNvPr>
          <p:cNvPicPr>
            <a:picLocks noChangeAspect="1"/>
          </p:cNvPicPr>
          <p:nvPr>
            <a:audioFile r:link="rId1"/>
            <p:extLst>
              <p:ext uri="{DAA4B4D4-6D71-4841-9C94-3DE7FCFB9230}">
                <p14:media xmlns:p14="http://schemas.microsoft.com/office/powerpoint/2010/main" r:embed="rId2">
                  <p14:trim end="22002.625"/>
                </p14:media>
              </p:ext>
            </p:extLst>
          </p:nvPr>
        </p:nvPicPr>
        <p:blipFill>
          <a:blip r:embed="rId5"/>
          <a:stretch>
            <a:fillRect/>
          </a:stretch>
        </p:blipFill>
        <p:spPr>
          <a:xfrm>
            <a:off x="10614024" y="1230116"/>
            <a:ext cx="694245" cy="694245"/>
          </a:xfrm>
          <a:prstGeom prst="rect">
            <a:avLst/>
          </a:prstGeom>
        </p:spPr>
      </p:pic>
    </p:spTree>
    <p:extLst>
      <p:ext uri="{BB962C8B-B14F-4D97-AF65-F5344CB8AC3E}">
        <p14:creationId xmlns:p14="http://schemas.microsoft.com/office/powerpoint/2010/main" val="1980579610"/>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243" fill="hold"/>
                                        <p:tgtEl>
                                          <p:spTgt spid="4"/>
                                        </p:tgtEl>
                                      </p:cBhvr>
                                    </p:cmd>
                                  </p:childTnLst>
                                </p:cTn>
                              </p:par>
                            </p:childTnLst>
                          </p:cTn>
                        </p:par>
                      </p:childTnLst>
                    </p:cTn>
                  </p:par>
                  <p:par>
                    <p:cTn id="7" fill="hold">
                      <p:stCondLst>
                        <p:cond delay="indefinite"/>
                      </p:stCondLst>
                      <p:childTnLst>
                        <p:par>
                          <p:cTn id="8" fill="hold">
                            <p:stCondLst>
                              <p:cond delay="0"/>
                            </p:stCondLst>
                            <p:childTnLst>
                              <p:par>
                                <p:cTn id="9" presetID="22" presetClass="entr" presetSubtype="2"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right)">
                                      <p:cBhvr>
                                        <p:cTn id="11"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12" fill="hold" display="0">
                  <p:stCondLst>
                    <p:cond delay="indefinite"/>
                  </p:stCondLst>
                  <p:endCondLst>
                    <p:cond evt="onStopAudio" delay="0">
                      <p:tgtEl>
                        <p:sldTgt/>
                      </p:tgtEl>
                    </p:cond>
                  </p:endCondLst>
                </p:cTn>
                <p:tgtEl>
                  <p:spTgt spid="4"/>
                </p:tgtEl>
              </p:cMediaNode>
            </p:audio>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4">
            <a:alphaModFix amt="40000"/>
            <a:lum/>
          </a:blip>
          <a:srcRect/>
          <a:tile tx="0" ty="0" sx="100000" sy="100000" flip="none" algn="tl"/>
        </a:blipFill>
        <a:effectLst/>
      </p:bgPr>
    </p:bg>
    <p:spTree>
      <p:nvGrpSpPr>
        <p:cNvPr id="1" name="">
          <a:extLst>
            <a:ext uri="{FF2B5EF4-FFF2-40B4-BE49-F238E27FC236}">
              <a16:creationId xmlns:a16="http://schemas.microsoft.com/office/drawing/2014/main" id="{90AF8C26-8D4E-0290-0E56-477172A955DF}"/>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CCC54C5-4E74-C4A9-6833-C45E0061D7D9}"/>
              </a:ext>
            </a:extLst>
          </p:cNvPr>
          <p:cNvGraphicFramePr>
            <a:graphicFrameLocks noGrp="1"/>
          </p:cNvGraphicFramePr>
          <p:nvPr>
            <p:extLst>
              <p:ext uri="{D42A27DB-BD31-4B8C-83A1-F6EECF244321}">
                <p14:modId xmlns:p14="http://schemas.microsoft.com/office/powerpoint/2010/main" val="2005281958"/>
              </p:ext>
            </p:extLst>
          </p:nvPr>
        </p:nvGraphicFramePr>
        <p:xfrm>
          <a:off x="1045297" y="1128543"/>
          <a:ext cx="10431613" cy="2472524"/>
        </p:xfrm>
        <a:graphic>
          <a:graphicData uri="http://schemas.openxmlformats.org/drawingml/2006/table">
            <a:tbl>
              <a:tblPr rtl="1">
                <a:tableStyleId>{5C22544A-7EE6-4342-B048-85BDC9FD1C3A}</a:tableStyleId>
              </a:tblPr>
              <a:tblGrid>
                <a:gridCol w="1709343">
                  <a:extLst>
                    <a:ext uri="{9D8B030D-6E8A-4147-A177-3AD203B41FA5}">
                      <a16:colId xmlns:a16="http://schemas.microsoft.com/office/drawing/2014/main" val="4174183585"/>
                    </a:ext>
                  </a:extLst>
                </a:gridCol>
                <a:gridCol w="1744454">
                  <a:extLst>
                    <a:ext uri="{9D8B030D-6E8A-4147-A177-3AD203B41FA5}">
                      <a16:colId xmlns:a16="http://schemas.microsoft.com/office/drawing/2014/main" val="1594425781"/>
                    </a:ext>
                  </a:extLst>
                </a:gridCol>
                <a:gridCol w="1744454">
                  <a:extLst>
                    <a:ext uri="{9D8B030D-6E8A-4147-A177-3AD203B41FA5}">
                      <a16:colId xmlns:a16="http://schemas.microsoft.com/office/drawing/2014/main" val="2419698681"/>
                    </a:ext>
                  </a:extLst>
                </a:gridCol>
                <a:gridCol w="1744454">
                  <a:extLst>
                    <a:ext uri="{9D8B030D-6E8A-4147-A177-3AD203B41FA5}">
                      <a16:colId xmlns:a16="http://schemas.microsoft.com/office/drawing/2014/main" val="579746991"/>
                    </a:ext>
                  </a:extLst>
                </a:gridCol>
                <a:gridCol w="1744454">
                  <a:extLst>
                    <a:ext uri="{9D8B030D-6E8A-4147-A177-3AD203B41FA5}">
                      <a16:colId xmlns:a16="http://schemas.microsoft.com/office/drawing/2014/main" val="1229496556"/>
                    </a:ext>
                  </a:extLst>
                </a:gridCol>
                <a:gridCol w="1744454">
                  <a:extLst>
                    <a:ext uri="{9D8B030D-6E8A-4147-A177-3AD203B41FA5}">
                      <a16:colId xmlns:a16="http://schemas.microsoft.com/office/drawing/2014/main" val="1147820617"/>
                    </a:ext>
                  </a:extLst>
                </a:gridCol>
              </a:tblGrid>
              <a:tr h="1171070">
                <a:tc gridSpan="6">
                  <a:txBody>
                    <a:bodyPr/>
                    <a:lstStyle/>
                    <a:p>
                      <a:pPr algn="ctr" rtl="1" fontAlgn="t"/>
                      <a:r>
                        <a:rPr lang="ur-PK" sz="5400" b="0" i="0" u="none" strike="noStrike" dirty="0">
                          <a:solidFill>
                            <a:srgbClr val="000000"/>
                          </a:solidFill>
                          <a:effectLst>
                            <a:glow rad="228600">
                              <a:schemeClr val="accent4">
                                <a:satMod val="175000"/>
                                <a:alpha val="40000"/>
                              </a:schemeClr>
                            </a:glow>
                          </a:effectLst>
                          <a:latin typeface="Al Qalam Quran Majeed" panose="02010000000000000000" pitchFamily="2" charset="-78"/>
                          <a:cs typeface="Al Qalam Quran Majeed" panose="02010000000000000000" pitchFamily="2" charset="-78"/>
                        </a:rPr>
                        <a:t>ثُمَّ عَرَضَهُمْ عَلَی الْمَلٰٓىِٕكَةِ ۙ فَقَالَ</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4013700"/>
                  </a:ext>
                </a:extLst>
              </a:tr>
              <a:tr h="1301454">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ثُمَّ</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عَرَضَ</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هُمْ</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عَلَی</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الْمَلٰٓىِٕكَةِ</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فَقَالَ</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0527990"/>
                  </a:ext>
                </a:extLst>
              </a:tr>
            </a:tbl>
          </a:graphicData>
        </a:graphic>
      </p:graphicFrame>
      <p:graphicFrame>
        <p:nvGraphicFramePr>
          <p:cNvPr id="10" name="Table 9">
            <a:extLst>
              <a:ext uri="{FF2B5EF4-FFF2-40B4-BE49-F238E27FC236}">
                <a16:creationId xmlns:a16="http://schemas.microsoft.com/office/drawing/2014/main" id="{0C8125FD-E986-48C3-B244-53B6FC3CB6F5}"/>
              </a:ext>
            </a:extLst>
          </p:cNvPr>
          <p:cNvGraphicFramePr>
            <a:graphicFrameLocks noGrp="1"/>
          </p:cNvGraphicFramePr>
          <p:nvPr>
            <p:extLst/>
          </p:nvPr>
        </p:nvGraphicFramePr>
        <p:xfrm>
          <a:off x="1038492" y="3632834"/>
          <a:ext cx="10431614" cy="2541671"/>
        </p:xfrm>
        <a:graphic>
          <a:graphicData uri="http://schemas.openxmlformats.org/drawingml/2006/table">
            <a:tbl>
              <a:tblPr rtl="1">
                <a:tableStyleId>{5C22544A-7EE6-4342-B048-85BDC9FD1C3A}</a:tableStyleId>
              </a:tblPr>
              <a:tblGrid>
                <a:gridCol w="1723019">
                  <a:extLst>
                    <a:ext uri="{9D8B030D-6E8A-4147-A177-3AD203B41FA5}">
                      <a16:colId xmlns:a16="http://schemas.microsoft.com/office/drawing/2014/main" val="4174183585"/>
                    </a:ext>
                  </a:extLst>
                </a:gridCol>
                <a:gridCol w="1741719">
                  <a:extLst>
                    <a:ext uri="{9D8B030D-6E8A-4147-A177-3AD203B41FA5}">
                      <a16:colId xmlns:a16="http://schemas.microsoft.com/office/drawing/2014/main" val="1594425781"/>
                    </a:ext>
                  </a:extLst>
                </a:gridCol>
                <a:gridCol w="1741719">
                  <a:extLst>
                    <a:ext uri="{9D8B030D-6E8A-4147-A177-3AD203B41FA5}">
                      <a16:colId xmlns:a16="http://schemas.microsoft.com/office/drawing/2014/main" val="1698507927"/>
                    </a:ext>
                  </a:extLst>
                </a:gridCol>
                <a:gridCol w="1741719">
                  <a:extLst>
                    <a:ext uri="{9D8B030D-6E8A-4147-A177-3AD203B41FA5}">
                      <a16:colId xmlns:a16="http://schemas.microsoft.com/office/drawing/2014/main" val="4058562501"/>
                    </a:ext>
                  </a:extLst>
                </a:gridCol>
                <a:gridCol w="1741719">
                  <a:extLst>
                    <a:ext uri="{9D8B030D-6E8A-4147-A177-3AD203B41FA5}">
                      <a16:colId xmlns:a16="http://schemas.microsoft.com/office/drawing/2014/main" val="190637340"/>
                    </a:ext>
                  </a:extLst>
                </a:gridCol>
                <a:gridCol w="1741719">
                  <a:extLst>
                    <a:ext uri="{9D8B030D-6E8A-4147-A177-3AD203B41FA5}">
                      <a16:colId xmlns:a16="http://schemas.microsoft.com/office/drawing/2014/main" val="1212249600"/>
                    </a:ext>
                  </a:extLst>
                </a:gridCol>
              </a:tblGrid>
              <a:tr h="1386755">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پھر</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اُس نے پیش کیا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انہیں</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پر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فرشتے</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پس ، اُس نے فرمایا</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4707317"/>
                  </a:ext>
                </a:extLst>
              </a:tr>
              <a:tr h="1154916">
                <a:tc gridSpan="6">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پھر انہیں فرشتوں کے سامنے پیش کیا، اور فرمایا:</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28535534"/>
                  </a:ext>
                </a:extLst>
              </a:tr>
            </a:tbl>
          </a:graphicData>
        </a:graphic>
      </p:graphicFrame>
      <p:pic>
        <p:nvPicPr>
          <p:cNvPr id="13" name="002031">
            <a:hlinkClick r:id="" action="ppaction://media"/>
          </p:cNvPr>
          <p:cNvPicPr>
            <a:picLocks noChangeAspect="1"/>
          </p:cNvPicPr>
          <p:nvPr>
            <a:audioFile r:link="rId1"/>
            <p:extLst>
              <p:ext uri="{DAA4B4D4-6D71-4841-9C94-3DE7FCFB9230}">
                <p14:media xmlns:p14="http://schemas.microsoft.com/office/powerpoint/2010/main" r:embed="rId2">
                  <p14:trim st="5242" end="16691.625"/>
                </p14:media>
              </p:ext>
            </p:extLst>
          </p:nvPr>
        </p:nvPicPr>
        <p:blipFill>
          <a:blip r:embed="rId5"/>
          <a:stretch>
            <a:fillRect/>
          </a:stretch>
        </p:blipFill>
        <p:spPr>
          <a:xfrm>
            <a:off x="10595170" y="1414021"/>
            <a:ext cx="651743" cy="651743"/>
          </a:xfrm>
          <a:prstGeom prst="rect">
            <a:avLst/>
          </a:prstGeom>
        </p:spPr>
      </p:pic>
    </p:spTree>
    <p:extLst>
      <p:ext uri="{BB962C8B-B14F-4D97-AF65-F5344CB8AC3E}">
        <p14:creationId xmlns:p14="http://schemas.microsoft.com/office/powerpoint/2010/main" val="711955553"/>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312" fill="hold"/>
                                        <p:tgtEl>
                                          <p:spTgt spid="13"/>
                                        </p:tgtEl>
                                      </p:cBhvr>
                                    </p:cmd>
                                  </p:childTnLst>
                                </p:cTn>
                              </p:par>
                            </p:childTnLst>
                          </p:cTn>
                        </p:par>
                      </p:childTnLst>
                    </p:cTn>
                  </p:par>
                  <p:par>
                    <p:cTn id="7" fill="hold">
                      <p:stCondLst>
                        <p:cond delay="indefinite"/>
                      </p:stCondLst>
                      <p:childTnLst>
                        <p:par>
                          <p:cTn id="8" fill="hold">
                            <p:stCondLst>
                              <p:cond delay="0"/>
                            </p:stCondLst>
                            <p:childTnLst>
                              <p:par>
                                <p:cTn id="9" presetID="22" presetClass="entr" presetSubtype="2"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right)">
                                      <p:cBhvr>
                                        <p:cTn id="11"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12" fill="hold" display="0">
                  <p:stCondLst>
                    <p:cond delay="indefinite"/>
                  </p:stCondLst>
                  <p:endCondLst>
                    <p:cond evt="onStopAudio" delay="0">
                      <p:tgtEl>
                        <p:sldTgt/>
                      </p:tgtEl>
                    </p:cond>
                  </p:endCondLst>
                </p:cTn>
                <p:tgtEl>
                  <p:spTgt spid="13"/>
                </p:tgtEl>
              </p:cMediaNode>
            </p:audio>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4">
            <a:alphaModFix amt="40000"/>
            <a:lum/>
          </a:blip>
          <a:srcRect/>
          <a:tile tx="0" ty="0" sx="100000" sy="100000" flip="none" algn="tl"/>
        </a:blipFill>
        <a:effectLst/>
      </p:bgPr>
    </p:bg>
    <p:spTree>
      <p:nvGrpSpPr>
        <p:cNvPr id="1" name="">
          <a:extLst>
            <a:ext uri="{FF2B5EF4-FFF2-40B4-BE49-F238E27FC236}">
              <a16:creationId xmlns:a16="http://schemas.microsoft.com/office/drawing/2014/main" id="{90AF8C26-8D4E-0290-0E56-477172A955DF}"/>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CCC54C5-4E74-C4A9-6833-C45E0061D7D9}"/>
              </a:ext>
            </a:extLst>
          </p:cNvPr>
          <p:cNvGraphicFramePr>
            <a:graphicFrameLocks noGrp="1"/>
          </p:cNvGraphicFramePr>
          <p:nvPr>
            <p:extLst/>
          </p:nvPr>
        </p:nvGraphicFramePr>
        <p:xfrm>
          <a:off x="1045297" y="1003848"/>
          <a:ext cx="10431613" cy="2472524"/>
        </p:xfrm>
        <a:graphic>
          <a:graphicData uri="http://schemas.openxmlformats.org/drawingml/2006/table">
            <a:tbl>
              <a:tblPr rtl="1">
                <a:tableStyleId>{5C22544A-7EE6-4342-B048-85BDC9FD1C3A}</a:tableStyleId>
              </a:tblPr>
              <a:tblGrid>
                <a:gridCol w="1709343">
                  <a:extLst>
                    <a:ext uri="{9D8B030D-6E8A-4147-A177-3AD203B41FA5}">
                      <a16:colId xmlns:a16="http://schemas.microsoft.com/office/drawing/2014/main" val="4174183585"/>
                    </a:ext>
                  </a:extLst>
                </a:gridCol>
                <a:gridCol w="1744454">
                  <a:extLst>
                    <a:ext uri="{9D8B030D-6E8A-4147-A177-3AD203B41FA5}">
                      <a16:colId xmlns:a16="http://schemas.microsoft.com/office/drawing/2014/main" val="1594425781"/>
                    </a:ext>
                  </a:extLst>
                </a:gridCol>
                <a:gridCol w="1744454">
                  <a:extLst>
                    <a:ext uri="{9D8B030D-6E8A-4147-A177-3AD203B41FA5}">
                      <a16:colId xmlns:a16="http://schemas.microsoft.com/office/drawing/2014/main" val="579746991"/>
                    </a:ext>
                  </a:extLst>
                </a:gridCol>
                <a:gridCol w="1744454">
                  <a:extLst>
                    <a:ext uri="{9D8B030D-6E8A-4147-A177-3AD203B41FA5}">
                      <a16:colId xmlns:a16="http://schemas.microsoft.com/office/drawing/2014/main" val="1229496556"/>
                    </a:ext>
                  </a:extLst>
                </a:gridCol>
                <a:gridCol w="1744454">
                  <a:extLst>
                    <a:ext uri="{9D8B030D-6E8A-4147-A177-3AD203B41FA5}">
                      <a16:colId xmlns:a16="http://schemas.microsoft.com/office/drawing/2014/main" val="1147820617"/>
                    </a:ext>
                  </a:extLst>
                </a:gridCol>
                <a:gridCol w="1744454">
                  <a:extLst>
                    <a:ext uri="{9D8B030D-6E8A-4147-A177-3AD203B41FA5}">
                      <a16:colId xmlns:a16="http://schemas.microsoft.com/office/drawing/2014/main" val="1227438580"/>
                    </a:ext>
                  </a:extLst>
                </a:gridCol>
              </a:tblGrid>
              <a:tr h="1171070">
                <a:tc gridSpan="6">
                  <a:txBody>
                    <a:bodyPr/>
                    <a:lstStyle/>
                    <a:p>
                      <a:pPr algn="ctr" rtl="1" fontAlgn="t"/>
                      <a:r>
                        <a:rPr lang="ur-PK" sz="5400" b="0" i="0" u="none" strike="noStrike" dirty="0">
                          <a:solidFill>
                            <a:srgbClr val="000000"/>
                          </a:solidFill>
                          <a:effectLst>
                            <a:glow rad="228600">
                              <a:schemeClr val="accent4">
                                <a:satMod val="175000"/>
                                <a:alpha val="40000"/>
                              </a:schemeClr>
                            </a:glow>
                          </a:effectLst>
                          <a:latin typeface="Al Qalam Quran Majeed" panose="02010000000000000000" pitchFamily="2" charset="-78"/>
                          <a:cs typeface="Al Qalam Quran Majeed" panose="02010000000000000000" pitchFamily="2" charset="-78"/>
                        </a:rPr>
                        <a:t>اَنْۢبِـُٔوْنِیْ بِاَسْمَآءِ هٰۤؤُلَآءِ اِنْ كُنْتُمْ صٰدِقِیْنَ۝۳۱</a:t>
                      </a:r>
                    </a:p>
                  </a:txBody>
                  <a:tcPr marL="7620" marR="7620" marT="762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4013700"/>
                  </a:ext>
                </a:extLst>
              </a:tr>
              <a:tr h="1301454">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اَنْۢبِـُٔوْنِیْ</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بِاَسْمَآءِ</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هٰۤؤُلَآءِ</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اِنْ</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كُنْتُمْ</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صٰدِقِیْنَ</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0527990"/>
                  </a:ext>
                </a:extLst>
              </a:tr>
            </a:tbl>
          </a:graphicData>
        </a:graphic>
      </p:graphicFrame>
      <p:graphicFrame>
        <p:nvGraphicFramePr>
          <p:cNvPr id="10" name="Table 9">
            <a:extLst>
              <a:ext uri="{FF2B5EF4-FFF2-40B4-BE49-F238E27FC236}">
                <a16:creationId xmlns:a16="http://schemas.microsoft.com/office/drawing/2014/main" id="{0C8125FD-E986-48C3-B244-53B6FC3CB6F5}"/>
              </a:ext>
            </a:extLst>
          </p:cNvPr>
          <p:cNvGraphicFramePr>
            <a:graphicFrameLocks noGrp="1"/>
          </p:cNvGraphicFramePr>
          <p:nvPr>
            <p:extLst>
              <p:ext uri="{D42A27DB-BD31-4B8C-83A1-F6EECF244321}">
                <p14:modId xmlns:p14="http://schemas.microsoft.com/office/powerpoint/2010/main" val="133187242"/>
              </p:ext>
            </p:extLst>
          </p:nvPr>
        </p:nvGraphicFramePr>
        <p:xfrm>
          <a:off x="1038492" y="3508139"/>
          <a:ext cx="10431614" cy="2541671"/>
        </p:xfrm>
        <a:graphic>
          <a:graphicData uri="http://schemas.openxmlformats.org/drawingml/2006/table">
            <a:tbl>
              <a:tblPr rtl="1">
                <a:tableStyleId>{5C22544A-7EE6-4342-B048-85BDC9FD1C3A}</a:tableStyleId>
              </a:tblPr>
              <a:tblGrid>
                <a:gridCol w="1723019">
                  <a:extLst>
                    <a:ext uri="{9D8B030D-6E8A-4147-A177-3AD203B41FA5}">
                      <a16:colId xmlns:a16="http://schemas.microsoft.com/office/drawing/2014/main" val="4174183585"/>
                    </a:ext>
                  </a:extLst>
                </a:gridCol>
                <a:gridCol w="1741719">
                  <a:extLst>
                    <a:ext uri="{9D8B030D-6E8A-4147-A177-3AD203B41FA5}">
                      <a16:colId xmlns:a16="http://schemas.microsoft.com/office/drawing/2014/main" val="1594425781"/>
                    </a:ext>
                  </a:extLst>
                </a:gridCol>
                <a:gridCol w="1741719">
                  <a:extLst>
                    <a:ext uri="{9D8B030D-6E8A-4147-A177-3AD203B41FA5}">
                      <a16:colId xmlns:a16="http://schemas.microsoft.com/office/drawing/2014/main" val="4058562501"/>
                    </a:ext>
                  </a:extLst>
                </a:gridCol>
                <a:gridCol w="1741719">
                  <a:extLst>
                    <a:ext uri="{9D8B030D-6E8A-4147-A177-3AD203B41FA5}">
                      <a16:colId xmlns:a16="http://schemas.microsoft.com/office/drawing/2014/main" val="190637340"/>
                    </a:ext>
                  </a:extLst>
                </a:gridCol>
                <a:gridCol w="1741719">
                  <a:extLst>
                    <a:ext uri="{9D8B030D-6E8A-4147-A177-3AD203B41FA5}">
                      <a16:colId xmlns:a16="http://schemas.microsoft.com/office/drawing/2014/main" val="1212249600"/>
                    </a:ext>
                  </a:extLst>
                </a:gridCol>
                <a:gridCol w="1741719">
                  <a:extLst>
                    <a:ext uri="{9D8B030D-6E8A-4147-A177-3AD203B41FA5}">
                      <a16:colId xmlns:a16="http://schemas.microsoft.com/office/drawing/2014/main" val="3849666239"/>
                    </a:ext>
                  </a:extLst>
                </a:gridCol>
              </a:tblGrid>
              <a:tr h="1386755">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تم سب مجھے</a:t>
                      </a:r>
                    </a:p>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  بتا ؤ</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ساتھ ، نام</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یہ سب</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اگر</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تم ہو</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سچے</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4707317"/>
                  </a:ext>
                </a:extLst>
              </a:tr>
              <a:tr h="1154916">
                <a:tc gridSpan="6">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مجھے ان اشیاء کے نام بتا دو اگر تم (اپنے خیال میں) سچے ہو</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28535534"/>
                  </a:ext>
                </a:extLst>
              </a:tr>
            </a:tbl>
          </a:graphicData>
        </a:graphic>
      </p:graphicFrame>
      <p:pic>
        <p:nvPicPr>
          <p:cNvPr id="13" name="002031">
            <a:hlinkClick r:id="" action="ppaction://media"/>
          </p:cNvPr>
          <p:cNvPicPr>
            <a:picLocks noChangeAspect="1"/>
          </p:cNvPicPr>
          <p:nvPr>
            <a:audioFile r:link="rId1"/>
            <p:extLst>
              <p:ext uri="{DAA4B4D4-6D71-4841-9C94-3DE7FCFB9230}">
                <p14:media xmlns:p14="http://schemas.microsoft.com/office/powerpoint/2010/main" r:embed="rId2">
                  <p14:trim st="13614" end="0.625"/>
                </p14:media>
              </p:ext>
            </p:extLst>
          </p:nvPr>
        </p:nvPicPr>
        <p:blipFill>
          <a:blip r:embed="rId5"/>
          <a:stretch>
            <a:fillRect/>
          </a:stretch>
        </p:blipFill>
        <p:spPr>
          <a:xfrm>
            <a:off x="10787346" y="1304722"/>
            <a:ext cx="644258" cy="644258"/>
          </a:xfrm>
          <a:prstGeom prst="rect">
            <a:avLst/>
          </a:prstGeom>
        </p:spPr>
      </p:pic>
    </p:spTree>
    <p:extLst>
      <p:ext uri="{BB962C8B-B14F-4D97-AF65-F5344CB8AC3E}">
        <p14:creationId xmlns:p14="http://schemas.microsoft.com/office/powerpoint/2010/main" val="3133534759"/>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3631" fill="hold"/>
                                        <p:tgtEl>
                                          <p:spTgt spid="13"/>
                                        </p:tgtEl>
                                      </p:cBhvr>
                                    </p:cmd>
                                  </p:childTnLst>
                                </p:cTn>
                              </p:par>
                            </p:childTnLst>
                          </p:cTn>
                        </p:par>
                      </p:childTnLst>
                    </p:cTn>
                  </p:par>
                  <p:par>
                    <p:cTn id="7" fill="hold">
                      <p:stCondLst>
                        <p:cond delay="indefinite"/>
                      </p:stCondLst>
                      <p:childTnLst>
                        <p:par>
                          <p:cTn id="8" fill="hold">
                            <p:stCondLst>
                              <p:cond delay="0"/>
                            </p:stCondLst>
                            <p:childTnLst>
                              <p:par>
                                <p:cTn id="9" presetID="22" presetClass="entr" presetSubtype="2"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right)">
                                      <p:cBhvr>
                                        <p:cTn id="11"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12" fill="hold" display="0">
                  <p:stCondLst>
                    <p:cond delay="indefinite"/>
                  </p:stCondLst>
                  <p:endCondLst>
                    <p:cond evt="onStopAudio" delay="0">
                      <p:tgtEl>
                        <p:sldTgt/>
                      </p:tgtEl>
                    </p:cond>
                  </p:endCondLst>
                </p:cTn>
                <p:tgtEl>
                  <p:spTgt spid="13"/>
                </p:tgtEl>
              </p:cMediaNode>
            </p:audio>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4">
            <a:alphaModFix amt="40000"/>
            <a:lum/>
          </a:blip>
          <a:srcRect/>
          <a:tile tx="0" ty="0" sx="100000" sy="100000" flip="none" algn="tl"/>
        </a:blipFill>
        <a:effectLst/>
      </p:bgPr>
    </p:bg>
    <p:spTree>
      <p:nvGrpSpPr>
        <p:cNvPr id="1" name="">
          <a:extLst>
            <a:ext uri="{FF2B5EF4-FFF2-40B4-BE49-F238E27FC236}">
              <a16:creationId xmlns:a16="http://schemas.microsoft.com/office/drawing/2014/main" id="{90AF8C26-8D4E-0290-0E56-477172A955DF}"/>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CCC54C5-4E74-C4A9-6833-C45E0061D7D9}"/>
              </a:ext>
            </a:extLst>
          </p:cNvPr>
          <p:cNvGraphicFramePr>
            <a:graphicFrameLocks noGrp="1"/>
          </p:cNvGraphicFramePr>
          <p:nvPr>
            <p:extLst/>
          </p:nvPr>
        </p:nvGraphicFramePr>
        <p:xfrm>
          <a:off x="1045297" y="1003848"/>
          <a:ext cx="10431613" cy="2520000"/>
        </p:xfrm>
        <a:graphic>
          <a:graphicData uri="http://schemas.openxmlformats.org/drawingml/2006/table">
            <a:tbl>
              <a:tblPr rtl="1">
                <a:tableStyleId>{5C22544A-7EE6-4342-B048-85BDC9FD1C3A}</a:tableStyleId>
              </a:tblPr>
              <a:tblGrid>
                <a:gridCol w="1709343">
                  <a:extLst>
                    <a:ext uri="{9D8B030D-6E8A-4147-A177-3AD203B41FA5}">
                      <a16:colId xmlns:a16="http://schemas.microsoft.com/office/drawing/2014/main" val="4174183585"/>
                    </a:ext>
                  </a:extLst>
                </a:gridCol>
                <a:gridCol w="1744454">
                  <a:extLst>
                    <a:ext uri="{9D8B030D-6E8A-4147-A177-3AD203B41FA5}">
                      <a16:colId xmlns:a16="http://schemas.microsoft.com/office/drawing/2014/main" val="1594425781"/>
                    </a:ext>
                  </a:extLst>
                </a:gridCol>
                <a:gridCol w="1744454">
                  <a:extLst>
                    <a:ext uri="{9D8B030D-6E8A-4147-A177-3AD203B41FA5}">
                      <a16:colId xmlns:a16="http://schemas.microsoft.com/office/drawing/2014/main" val="579746991"/>
                    </a:ext>
                  </a:extLst>
                </a:gridCol>
                <a:gridCol w="1744454">
                  <a:extLst>
                    <a:ext uri="{9D8B030D-6E8A-4147-A177-3AD203B41FA5}">
                      <a16:colId xmlns:a16="http://schemas.microsoft.com/office/drawing/2014/main" val="1229496556"/>
                    </a:ext>
                  </a:extLst>
                </a:gridCol>
                <a:gridCol w="1744454">
                  <a:extLst>
                    <a:ext uri="{9D8B030D-6E8A-4147-A177-3AD203B41FA5}">
                      <a16:colId xmlns:a16="http://schemas.microsoft.com/office/drawing/2014/main" val="1147820617"/>
                    </a:ext>
                  </a:extLst>
                </a:gridCol>
                <a:gridCol w="1744454">
                  <a:extLst>
                    <a:ext uri="{9D8B030D-6E8A-4147-A177-3AD203B41FA5}">
                      <a16:colId xmlns:a16="http://schemas.microsoft.com/office/drawing/2014/main" val="1579585620"/>
                    </a:ext>
                  </a:extLst>
                </a:gridCol>
              </a:tblGrid>
              <a:tr h="1270685">
                <a:tc gridSpan="6">
                  <a:txBody>
                    <a:bodyPr/>
                    <a:lstStyle/>
                    <a:p>
                      <a:pPr algn="ctr" rtl="1" fontAlgn="t"/>
                      <a:r>
                        <a:rPr lang="ur-PK" sz="5400" b="0" i="0" u="none" strike="noStrike" dirty="0">
                          <a:solidFill>
                            <a:srgbClr val="000000"/>
                          </a:solidFill>
                          <a:effectLst>
                            <a:glow rad="228600">
                              <a:schemeClr val="accent4">
                                <a:satMod val="175000"/>
                                <a:alpha val="40000"/>
                              </a:schemeClr>
                            </a:glow>
                          </a:effectLst>
                          <a:latin typeface="Al Qalam Quran Majeed" panose="02010000000000000000" pitchFamily="2" charset="-78"/>
                          <a:cs typeface="Al Qalam Quran Majeed" panose="02010000000000000000" pitchFamily="2" charset="-78"/>
                        </a:rPr>
                        <a:t>قَالُوْا سُبْحٰنَكَ لَا عِلْمَ لَنَاۤ اِلَّا</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4013700"/>
                  </a:ext>
                </a:extLst>
              </a:tr>
              <a:tr h="1249315">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قَالُوْا</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سُبْحٰنَكَ</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لَا</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عِلْمَ</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لَنَاۤ</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اِلَّا</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0527990"/>
                  </a:ext>
                </a:extLst>
              </a:tr>
            </a:tbl>
          </a:graphicData>
        </a:graphic>
      </p:graphicFrame>
      <p:graphicFrame>
        <p:nvGraphicFramePr>
          <p:cNvPr id="10" name="Table 9">
            <a:extLst>
              <a:ext uri="{FF2B5EF4-FFF2-40B4-BE49-F238E27FC236}">
                <a16:creationId xmlns:a16="http://schemas.microsoft.com/office/drawing/2014/main" id="{0C8125FD-E986-48C3-B244-53B6FC3CB6F5}"/>
              </a:ext>
            </a:extLst>
          </p:cNvPr>
          <p:cNvGraphicFramePr>
            <a:graphicFrameLocks noGrp="1"/>
          </p:cNvGraphicFramePr>
          <p:nvPr>
            <p:extLst/>
          </p:nvPr>
        </p:nvGraphicFramePr>
        <p:xfrm>
          <a:off x="1059152" y="3555679"/>
          <a:ext cx="10431614" cy="2520000"/>
        </p:xfrm>
        <a:graphic>
          <a:graphicData uri="http://schemas.openxmlformats.org/drawingml/2006/table">
            <a:tbl>
              <a:tblPr rtl="1">
                <a:tableStyleId>{5C22544A-7EE6-4342-B048-85BDC9FD1C3A}</a:tableStyleId>
              </a:tblPr>
              <a:tblGrid>
                <a:gridCol w="1723019">
                  <a:extLst>
                    <a:ext uri="{9D8B030D-6E8A-4147-A177-3AD203B41FA5}">
                      <a16:colId xmlns:a16="http://schemas.microsoft.com/office/drawing/2014/main" val="4174183585"/>
                    </a:ext>
                  </a:extLst>
                </a:gridCol>
                <a:gridCol w="1741719">
                  <a:extLst>
                    <a:ext uri="{9D8B030D-6E8A-4147-A177-3AD203B41FA5}">
                      <a16:colId xmlns:a16="http://schemas.microsoft.com/office/drawing/2014/main" val="1594425781"/>
                    </a:ext>
                  </a:extLst>
                </a:gridCol>
                <a:gridCol w="1741719">
                  <a:extLst>
                    <a:ext uri="{9D8B030D-6E8A-4147-A177-3AD203B41FA5}">
                      <a16:colId xmlns:a16="http://schemas.microsoft.com/office/drawing/2014/main" val="4058562501"/>
                    </a:ext>
                  </a:extLst>
                </a:gridCol>
                <a:gridCol w="1741719">
                  <a:extLst>
                    <a:ext uri="{9D8B030D-6E8A-4147-A177-3AD203B41FA5}">
                      <a16:colId xmlns:a16="http://schemas.microsoft.com/office/drawing/2014/main" val="190637340"/>
                    </a:ext>
                  </a:extLst>
                </a:gridCol>
                <a:gridCol w="1741719">
                  <a:extLst>
                    <a:ext uri="{9D8B030D-6E8A-4147-A177-3AD203B41FA5}">
                      <a16:colId xmlns:a16="http://schemas.microsoft.com/office/drawing/2014/main" val="1212249600"/>
                    </a:ext>
                  </a:extLst>
                </a:gridCol>
                <a:gridCol w="1741719">
                  <a:extLst>
                    <a:ext uri="{9D8B030D-6E8A-4147-A177-3AD203B41FA5}">
                      <a16:colId xmlns:a16="http://schemas.microsoft.com/office/drawing/2014/main" val="1113399155"/>
                    </a:ext>
                  </a:extLst>
                </a:gridCol>
              </a:tblGrid>
              <a:tr h="1255660">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اُن سب نے کہا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پاکیزگی تیری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نہیں</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علم</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ہمارے لیے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مگر</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4707317"/>
                  </a:ext>
                </a:extLst>
              </a:tr>
              <a:tr h="1264340">
                <a:tc gridSpan="6">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فرشتوں نے عرض کیا: تیری ذات (ہر نقص سے) پاک ہے ہمیں کچھ علم نہیں مگر</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28535534"/>
                  </a:ext>
                </a:extLst>
              </a:tr>
            </a:tbl>
          </a:graphicData>
        </a:graphic>
      </p:graphicFrame>
      <p:pic>
        <p:nvPicPr>
          <p:cNvPr id="4" name="002032">
            <a:hlinkClick r:id="" action="ppaction://media"/>
          </p:cNvPr>
          <p:cNvPicPr>
            <a:picLocks noChangeAspect="1"/>
          </p:cNvPicPr>
          <p:nvPr>
            <a:audioFile r:link="rId1"/>
            <p:extLst>
              <p:ext uri="{DAA4B4D4-6D71-4841-9C94-3DE7FCFB9230}">
                <p14:media xmlns:p14="http://schemas.microsoft.com/office/powerpoint/2010/main" r:embed="rId2">
                  <p14:trim end="8326.375"/>
                </p14:media>
              </p:ext>
            </p:extLst>
          </p:nvPr>
        </p:nvPicPr>
        <p:blipFill>
          <a:blip r:embed="rId5"/>
          <a:stretch>
            <a:fillRect/>
          </a:stretch>
        </p:blipFill>
        <p:spPr>
          <a:xfrm>
            <a:off x="10558195" y="1379059"/>
            <a:ext cx="666557" cy="666557"/>
          </a:xfrm>
          <a:prstGeom prst="rect">
            <a:avLst/>
          </a:prstGeom>
        </p:spPr>
      </p:pic>
    </p:spTree>
    <p:extLst>
      <p:ext uri="{BB962C8B-B14F-4D97-AF65-F5344CB8AC3E}">
        <p14:creationId xmlns:p14="http://schemas.microsoft.com/office/powerpoint/2010/main" val="2170168170"/>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858" fill="hold"/>
                                        <p:tgtEl>
                                          <p:spTgt spid="4"/>
                                        </p:tgtEl>
                                      </p:cBhvr>
                                    </p:cmd>
                                  </p:childTnLst>
                                </p:cTn>
                              </p:par>
                            </p:childTnLst>
                          </p:cTn>
                        </p:par>
                      </p:childTnLst>
                    </p:cTn>
                  </p:par>
                  <p:par>
                    <p:cTn id="7" fill="hold">
                      <p:stCondLst>
                        <p:cond delay="indefinite"/>
                      </p:stCondLst>
                      <p:childTnLst>
                        <p:par>
                          <p:cTn id="8" fill="hold">
                            <p:stCondLst>
                              <p:cond delay="0"/>
                            </p:stCondLst>
                            <p:childTnLst>
                              <p:par>
                                <p:cTn id="9" presetID="22" presetClass="entr" presetSubtype="2"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right)">
                                      <p:cBhvr>
                                        <p:cTn id="11"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12" fill="hold" display="0">
                  <p:stCondLst>
                    <p:cond delay="indefinite"/>
                  </p:stCondLst>
                  <p:endCondLst>
                    <p:cond evt="onStopAudio" delay="0">
                      <p:tgtEl>
                        <p:sldTgt/>
                      </p:tgtEl>
                    </p:cond>
                  </p:endCondLst>
                </p:cTn>
                <p:tgtEl>
                  <p:spTgt spid="4"/>
                </p:tgtEl>
              </p:cMediaNode>
            </p:audio>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4">
            <a:alphaModFix amt="40000"/>
            <a:lum/>
          </a:blip>
          <a:srcRect/>
          <a:tile tx="0" ty="0" sx="100000" sy="100000" flip="none" algn="tl"/>
        </a:blipFill>
        <a:effectLst/>
      </p:bgPr>
    </p:bg>
    <p:spTree>
      <p:nvGrpSpPr>
        <p:cNvPr id="1" name="">
          <a:extLst>
            <a:ext uri="{FF2B5EF4-FFF2-40B4-BE49-F238E27FC236}">
              <a16:creationId xmlns:a16="http://schemas.microsoft.com/office/drawing/2014/main" id="{90AF8C26-8D4E-0290-0E56-477172A955DF}"/>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CCC54C5-4E74-C4A9-6833-C45E0061D7D9}"/>
              </a:ext>
            </a:extLst>
          </p:cNvPr>
          <p:cNvGraphicFramePr>
            <a:graphicFrameLocks noGrp="1"/>
          </p:cNvGraphicFramePr>
          <p:nvPr>
            <p:extLst/>
          </p:nvPr>
        </p:nvGraphicFramePr>
        <p:xfrm>
          <a:off x="1045297" y="1003848"/>
          <a:ext cx="10431613" cy="2520000"/>
        </p:xfrm>
        <a:graphic>
          <a:graphicData uri="http://schemas.openxmlformats.org/drawingml/2006/table">
            <a:tbl>
              <a:tblPr rtl="1">
                <a:tableStyleId>{5C22544A-7EE6-4342-B048-85BDC9FD1C3A}</a:tableStyleId>
              </a:tblPr>
              <a:tblGrid>
                <a:gridCol w="1709343">
                  <a:extLst>
                    <a:ext uri="{9D8B030D-6E8A-4147-A177-3AD203B41FA5}">
                      <a16:colId xmlns:a16="http://schemas.microsoft.com/office/drawing/2014/main" val="4174183585"/>
                    </a:ext>
                  </a:extLst>
                </a:gridCol>
                <a:gridCol w="1744454">
                  <a:extLst>
                    <a:ext uri="{9D8B030D-6E8A-4147-A177-3AD203B41FA5}">
                      <a16:colId xmlns:a16="http://schemas.microsoft.com/office/drawing/2014/main" val="1594425781"/>
                    </a:ext>
                  </a:extLst>
                </a:gridCol>
                <a:gridCol w="1744454">
                  <a:extLst>
                    <a:ext uri="{9D8B030D-6E8A-4147-A177-3AD203B41FA5}">
                      <a16:colId xmlns:a16="http://schemas.microsoft.com/office/drawing/2014/main" val="579746991"/>
                    </a:ext>
                  </a:extLst>
                </a:gridCol>
                <a:gridCol w="1744454">
                  <a:extLst>
                    <a:ext uri="{9D8B030D-6E8A-4147-A177-3AD203B41FA5}">
                      <a16:colId xmlns:a16="http://schemas.microsoft.com/office/drawing/2014/main" val="1229496556"/>
                    </a:ext>
                  </a:extLst>
                </a:gridCol>
                <a:gridCol w="1744454">
                  <a:extLst>
                    <a:ext uri="{9D8B030D-6E8A-4147-A177-3AD203B41FA5}">
                      <a16:colId xmlns:a16="http://schemas.microsoft.com/office/drawing/2014/main" val="1147820617"/>
                    </a:ext>
                  </a:extLst>
                </a:gridCol>
                <a:gridCol w="1744454">
                  <a:extLst>
                    <a:ext uri="{9D8B030D-6E8A-4147-A177-3AD203B41FA5}">
                      <a16:colId xmlns:a16="http://schemas.microsoft.com/office/drawing/2014/main" val="770784288"/>
                    </a:ext>
                  </a:extLst>
                </a:gridCol>
              </a:tblGrid>
              <a:tr h="1193556">
                <a:tc gridSpan="6">
                  <a:txBody>
                    <a:bodyPr/>
                    <a:lstStyle/>
                    <a:p>
                      <a:pPr algn="ctr" rtl="1" fontAlgn="t"/>
                      <a:r>
                        <a:rPr lang="ur-PK" sz="5400" b="0" i="0" u="none" strike="noStrike" dirty="0">
                          <a:solidFill>
                            <a:srgbClr val="000000"/>
                          </a:solidFill>
                          <a:effectLst>
                            <a:glow rad="228600">
                              <a:schemeClr val="accent4">
                                <a:satMod val="175000"/>
                                <a:alpha val="40000"/>
                              </a:schemeClr>
                            </a:glow>
                          </a:effectLst>
                          <a:latin typeface="Al Qalam Quran Majeed" panose="02010000000000000000" pitchFamily="2" charset="-78"/>
                          <a:cs typeface="Al Qalam Quran Majeed" panose="02010000000000000000" pitchFamily="2" charset="-78"/>
                        </a:rPr>
                        <a:t>مَا عَلَّمْتَنَا ؕ اِنَّكَ اَنْتَ الْعَلِیْمُ الْحَكِیْمُ۝۳۲</a:t>
                      </a:r>
                    </a:p>
                  </a:txBody>
                  <a:tcPr marL="7620" marR="7620" marT="762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4013700"/>
                  </a:ext>
                </a:extLst>
              </a:tr>
              <a:tr h="1326444">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مَا</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عَلَّمْتَ نَا</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اِنَّكَ</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اَنْتَ</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الْعَلِیْمُ</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الْحَكِیْمُ</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0527990"/>
                  </a:ext>
                </a:extLst>
              </a:tr>
            </a:tbl>
          </a:graphicData>
        </a:graphic>
      </p:graphicFrame>
      <p:graphicFrame>
        <p:nvGraphicFramePr>
          <p:cNvPr id="10" name="Table 9">
            <a:extLst>
              <a:ext uri="{FF2B5EF4-FFF2-40B4-BE49-F238E27FC236}">
                <a16:creationId xmlns:a16="http://schemas.microsoft.com/office/drawing/2014/main" id="{0C8125FD-E986-48C3-B244-53B6FC3CB6F5}"/>
              </a:ext>
            </a:extLst>
          </p:cNvPr>
          <p:cNvGraphicFramePr>
            <a:graphicFrameLocks noGrp="1"/>
          </p:cNvGraphicFramePr>
          <p:nvPr>
            <p:extLst/>
          </p:nvPr>
        </p:nvGraphicFramePr>
        <p:xfrm>
          <a:off x="1066202" y="3563559"/>
          <a:ext cx="10431614" cy="2520000"/>
        </p:xfrm>
        <a:graphic>
          <a:graphicData uri="http://schemas.openxmlformats.org/drawingml/2006/table">
            <a:tbl>
              <a:tblPr rtl="1">
                <a:tableStyleId>{5C22544A-7EE6-4342-B048-85BDC9FD1C3A}</a:tableStyleId>
              </a:tblPr>
              <a:tblGrid>
                <a:gridCol w="1723019">
                  <a:extLst>
                    <a:ext uri="{9D8B030D-6E8A-4147-A177-3AD203B41FA5}">
                      <a16:colId xmlns:a16="http://schemas.microsoft.com/office/drawing/2014/main" val="4174183585"/>
                    </a:ext>
                  </a:extLst>
                </a:gridCol>
                <a:gridCol w="1741719">
                  <a:extLst>
                    <a:ext uri="{9D8B030D-6E8A-4147-A177-3AD203B41FA5}">
                      <a16:colId xmlns:a16="http://schemas.microsoft.com/office/drawing/2014/main" val="1594425781"/>
                    </a:ext>
                  </a:extLst>
                </a:gridCol>
                <a:gridCol w="1741719">
                  <a:extLst>
                    <a:ext uri="{9D8B030D-6E8A-4147-A177-3AD203B41FA5}">
                      <a16:colId xmlns:a16="http://schemas.microsoft.com/office/drawing/2014/main" val="4058562501"/>
                    </a:ext>
                  </a:extLst>
                </a:gridCol>
                <a:gridCol w="1741719">
                  <a:extLst>
                    <a:ext uri="{9D8B030D-6E8A-4147-A177-3AD203B41FA5}">
                      <a16:colId xmlns:a16="http://schemas.microsoft.com/office/drawing/2014/main" val="190637340"/>
                    </a:ext>
                  </a:extLst>
                </a:gridCol>
                <a:gridCol w="1741719">
                  <a:extLst>
                    <a:ext uri="{9D8B030D-6E8A-4147-A177-3AD203B41FA5}">
                      <a16:colId xmlns:a16="http://schemas.microsoft.com/office/drawing/2014/main" val="1212249600"/>
                    </a:ext>
                  </a:extLst>
                </a:gridCol>
                <a:gridCol w="1741719">
                  <a:extLst>
                    <a:ext uri="{9D8B030D-6E8A-4147-A177-3AD203B41FA5}">
                      <a16:colId xmlns:a16="http://schemas.microsoft.com/office/drawing/2014/main" val="2336017085"/>
                    </a:ext>
                  </a:extLst>
                </a:gridCol>
              </a:tblGrid>
              <a:tr h="1292598">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جو</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تو نے سکھایا ہمیں</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بیشک تو</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تو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جاننے والا</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حکمت والا</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4707317"/>
                  </a:ext>
                </a:extLst>
              </a:tr>
              <a:tr h="1227402">
                <a:tc gridSpan="6">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اسی قدر جو تو نے ہمیں سکھایا ہے، بیشک تو ہی (سب کچھ) جاننے والا حکمت والا ہے</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28535534"/>
                  </a:ext>
                </a:extLst>
              </a:tr>
            </a:tbl>
          </a:graphicData>
        </a:graphic>
      </p:graphicFrame>
      <p:pic>
        <p:nvPicPr>
          <p:cNvPr id="13" name="002032">
            <a:hlinkClick r:id="" action="ppaction://media"/>
          </p:cNvPr>
          <p:cNvPicPr>
            <a:picLocks noChangeAspect="1"/>
          </p:cNvPicPr>
          <p:nvPr>
            <a:audioFile r:link="rId1"/>
            <p:extLst>
              <p:ext uri="{DAA4B4D4-6D71-4841-9C94-3DE7FCFB9230}">
                <p14:media xmlns:p14="http://schemas.microsoft.com/office/powerpoint/2010/main" r:embed="rId2">
                  <p14:trim st="5857" end="0.375"/>
                </p14:media>
              </p:ext>
            </p:extLst>
          </p:nvPr>
        </p:nvPicPr>
        <p:blipFill>
          <a:blip r:embed="rId5"/>
          <a:stretch>
            <a:fillRect/>
          </a:stretch>
        </p:blipFill>
        <p:spPr>
          <a:xfrm>
            <a:off x="10803292" y="1176982"/>
            <a:ext cx="723641" cy="723641"/>
          </a:xfrm>
          <a:prstGeom prst="rect">
            <a:avLst/>
          </a:prstGeom>
        </p:spPr>
      </p:pic>
    </p:spTree>
    <p:extLst>
      <p:ext uri="{BB962C8B-B14F-4D97-AF65-F5344CB8AC3E}">
        <p14:creationId xmlns:p14="http://schemas.microsoft.com/office/powerpoint/2010/main" val="2425580027"/>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8327" fill="hold"/>
                                        <p:tgtEl>
                                          <p:spTgt spid="13"/>
                                        </p:tgtEl>
                                      </p:cBhvr>
                                    </p:cmd>
                                  </p:childTnLst>
                                </p:cTn>
                              </p:par>
                            </p:childTnLst>
                          </p:cTn>
                        </p:par>
                      </p:childTnLst>
                    </p:cTn>
                  </p:par>
                  <p:par>
                    <p:cTn id="7" fill="hold">
                      <p:stCondLst>
                        <p:cond delay="indefinite"/>
                      </p:stCondLst>
                      <p:childTnLst>
                        <p:par>
                          <p:cTn id="8" fill="hold">
                            <p:stCondLst>
                              <p:cond delay="0"/>
                            </p:stCondLst>
                            <p:childTnLst>
                              <p:par>
                                <p:cTn id="9" presetID="22" presetClass="entr" presetSubtype="2"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right)">
                                      <p:cBhvr>
                                        <p:cTn id="11"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12" fill="hold" display="0">
                  <p:stCondLst>
                    <p:cond delay="indefinite"/>
                  </p:stCondLst>
                  <p:endCondLst>
                    <p:cond evt="onStopAudio" delay="0">
                      <p:tgtEl>
                        <p:sldTgt/>
                      </p:tgtEl>
                    </p:cond>
                  </p:endCondLst>
                </p:cTn>
                <p:tgtEl>
                  <p:spTgt spid="13"/>
                </p:tgtEl>
              </p:cMediaNode>
            </p:audio>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4">
            <a:alphaModFix amt="40000"/>
            <a:lum/>
          </a:blip>
          <a:srcRect/>
          <a:tile tx="0" ty="0" sx="100000" sy="100000" flip="none" algn="tl"/>
        </a:blipFill>
        <a:effectLst/>
      </p:bgPr>
    </p:bg>
    <p:spTree>
      <p:nvGrpSpPr>
        <p:cNvPr id="1" name="">
          <a:extLst>
            <a:ext uri="{FF2B5EF4-FFF2-40B4-BE49-F238E27FC236}">
              <a16:creationId xmlns:a16="http://schemas.microsoft.com/office/drawing/2014/main" id="{90AF8C26-8D4E-0290-0E56-477172A955DF}"/>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CCC54C5-4E74-C4A9-6833-C45E0061D7D9}"/>
              </a:ext>
            </a:extLst>
          </p:cNvPr>
          <p:cNvGraphicFramePr>
            <a:graphicFrameLocks noGrp="1"/>
          </p:cNvGraphicFramePr>
          <p:nvPr>
            <p:extLst/>
          </p:nvPr>
        </p:nvGraphicFramePr>
        <p:xfrm>
          <a:off x="959572" y="1003848"/>
          <a:ext cx="10431613" cy="2520000"/>
        </p:xfrm>
        <a:graphic>
          <a:graphicData uri="http://schemas.openxmlformats.org/drawingml/2006/table">
            <a:tbl>
              <a:tblPr rtl="1">
                <a:tableStyleId>{5C22544A-7EE6-4342-B048-85BDC9FD1C3A}</a:tableStyleId>
              </a:tblPr>
              <a:tblGrid>
                <a:gridCol w="1709343">
                  <a:extLst>
                    <a:ext uri="{9D8B030D-6E8A-4147-A177-3AD203B41FA5}">
                      <a16:colId xmlns:a16="http://schemas.microsoft.com/office/drawing/2014/main" val="4174183585"/>
                    </a:ext>
                  </a:extLst>
                </a:gridCol>
                <a:gridCol w="1744454">
                  <a:extLst>
                    <a:ext uri="{9D8B030D-6E8A-4147-A177-3AD203B41FA5}">
                      <a16:colId xmlns:a16="http://schemas.microsoft.com/office/drawing/2014/main" val="1594425781"/>
                    </a:ext>
                  </a:extLst>
                </a:gridCol>
                <a:gridCol w="1744454">
                  <a:extLst>
                    <a:ext uri="{9D8B030D-6E8A-4147-A177-3AD203B41FA5}">
                      <a16:colId xmlns:a16="http://schemas.microsoft.com/office/drawing/2014/main" val="579746991"/>
                    </a:ext>
                  </a:extLst>
                </a:gridCol>
                <a:gridCol w="1744454">
                  <a:extLst>
                    <a:ext uri="{9D8B030D-6E8A-4147-A177-3AD203B41FA5}">
                      <a16:colId xmlns:a16="http://schemas.microsoft.com/office/drawing/2014/main" val="2590067819"/>
                    </a:ext>
                  </a:extLst>
                </a:gridCol>
                <a:gridCol w="1744454">
                  <a:extLst>
                    <a:ext uri="{9D8B030D-6E8A-4147-A177-3AD203B41FA5}">
                      <a16:colId xmlns:a16="http://schemas.microsoft.com/office/drawing/2014/main" val="1229496556"/>
                    </a:ext>
                  </a:extLst>
                </a:gridCol>
                <a:gridCol w="1744454">
                  <a:extLst>
                    <a:ext uri="{9D8B030D-6E8A-4147-A177-3AD203B41FA5}">
                      <a16:colId xmlns:a16="http://schemas.microsoft.com/office/drawing/2014/main" val="1147820617"/>
                    </a:ext>
                  </a:extLst>
                </a:gridCol>
              </a:tblGrid>
              <a:tr h="1193556">
                <a:tc gridSpan="6">
                  <a:txBody>
                    <a:bodyPr/>
                    <a:lstStyle/>
                    <a:p>
                      <a:pPr algn="ctr" rtl="1" fontAlgn="t"/>
                      <a:r>
                        <a:rPr lang="ur-PK" sz="5400" b="0" i="0" u="none" strike="noStrike" dirty="0">
                          <a:solidFill>
                            <a:srgbClr val="000000"/>
                          </a:solidFill>
                          <a:effectLst>
                            <a:glow rad="228600">
                              <a:schemeClr val="accent4">
                                <a:satMod val="175000"/>
                                <a:alpha val="40000"/>
                              </a:schemeClr>
                            </a:glow>
                          </a:effectLst>
                          <a:latin typeface="Al Qalam Quran Majeed" panose="02010000000000000000" pitchFamily="2" charset="-78"/>
                          <a:cs typeface="Al Qalam Quran Majeed" panose="02010000000000000000" pitchFamily="2" charset="-78"/>
                        </a:rPr>
                        <a:t>قَالَ یٰۤاٰدَمُ اَنْۢبِئْهُمْ بِاَسْمَآىِٕهِمْ ۚ</a:t>
                      </a:r>
                    </a:p>
                  </a:txBody>
                  <a:tcPr marL="7620" marR="7620" marT="762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PK"/>
                    </a:p>
                  </a:txBody>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4013700"/>
                  </a:ext>
                </a:extLst>
              </a:tr>
              <a:tr h="1326444">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قَالَ</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یٰۤاٰدَمُ</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اَنْۢبِئْ</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هُمْ</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بِاَسْمَآءِ</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هِمْ</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0527990"/>
                  </a:ext>
                </a:extLst>
              </a:tr>
            </a:tbl>
          </a:graphicData>
        </a:graphic>
      </p:graphicFrame>
      <p:graphicFrame>
        <p:nvGraphicFramePr>
          <p:cNvPr id="10" name="Table 9">
            <a:extLst>
              <a:ext uri="{FF2B5EF4-FFF2-40B4-BE49-F238E27FC236}">
                <a16:creationId xmlns:a16="http://schemas.microsoft.com/office/drawing/2014/main" id="{0C8125FD-E986-48C3-B244-53B6FC3CB6F5}"/>
              </a:ext>
            </a:extLst>
          </p:cNvPr>
          <p:cNvGraphicFramePr>
            <a:graphicFrameLocks noGrp="1"/>
          </p:cNvGraphicFramePr>
          <p:nvPr>
            <p:extLst/>
          </p:nvPr>
        </p:nvGraphicFramePr>
        <p:xfrm>
          <a:off x="959571" y="3551558"/>
          <a:ext cx="10431614" cy="2520000"/>
        </p:xfrm>
        <a:graphic>
          <a:graphicData uri="http://schemas.openxmlformats.org/drawingml/2006/table">
            <a:tbl>
              <a:tblPr rtl="1">
                <a:tableStyleId>{5C22544A-7EE6-4342-B048-85BDC9FD1C3A}</a:tableStyleId>
              </a:tblPr>
              <a:tblGrid>
                <a:gridCol w="1723019">
                  <a:extLst>
                    <a:ext uri="{9D8B030D-6E8A-4147-A177-3AD203B41FA5}">
                      <a16:colId xmlns:a16="http://schemas.microsoft.com/office/drawing/2014/main" val="4174183585"/>
                    </a:ext>
                  </a:extLst>
                </a:gridCol>
                <a:gridCol w="1741719">
                  <a:extLst>
                    <a:ext uri="{9D8B030D-6E8A-4147-A177-3AD203B41FA5}">
                      <a16:colId xmlns:a16="http://schemas.microsoft.com/office/drawing/2014/main" val="1594425781"/>
                    </a:ext>
                  </a:extLst>
                </a:gridCol>
                <a:gridCol w="1741719">
                  <a:extLst>
                    <a:ext uri="{9D8B030D-6E8A-4147-A177-3AD203B41FA5}">
                      <a16:colId xmlns:a16="http://schemas.microsoft.com/office/drawing/2014/main" val="4058562501"/>
                    </a:ext>
                  </a:extLst>
                </a:gridCol>
                <a:gridCol w="1741719">
                  <a:extLst>
                    <a:ext uri="{9D8B030D-6E8A-4147-A177-3AD203B41FA5}">
                      <a16:colId xmlns:a16="http://schemas.microsoft.com/office/drawing/2014/main" val="1428185760"/>
                    </a:ext>
                  </a:extLst>
                </a:gridCol>
                <a:gridCol w="1741719">
                  <a:extLst>
                    <a:ext uri="{9D8B030D-6E8A-4147-A177-3AD203B41FA5}">
                      <a16:colId xmlns:a16="http://schemas.microsoft.com/office/drawing/2014/main" val="190637340"/>
                    </a:ext>
                  </a:extLst>
                </a:gridCol>
                <a:gridCol w="1741719">
                  <a:extLst>
                    <a:ext uri="{9D8B030D-6E8A-4147-A177-3AD203B41FA5}">
                      <a16:colId xmlns:a16="http://schemas.microsoft.com/office/drawing/2014/main" val="1212249600"/>
                    </a:ext>
                  </a:extLst>
                </a:gridCol>
              </a:tblGrid>
              <a:tr h="1225317">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اُس نے کہا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اے آدم!</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تو بتا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انہیں</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ساتھ ، نام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ان کے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4707317"/>
                  </a:ext>
                </a:extLst>
              </a:tr>
              <a:tr h="1294683">
                <a:tc gridSpan="6">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اللہ نے فرمایا: اے آدم! (اب تم) انہیں ان اشیاء کے ناموں سے آگاہ کرو</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PK"/>
                    </a:p>
                  </a:txBody>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28535534"/>
                  </a:ext>
                </a:extLst>
              </a:tr>
            </a:tbl>
          </a:graphicData>
        </a:graphic>
      </p:graphicFrame>
      <p:pic>
        <p:nvPicPr>
          <p:cNvPr id="3" name="002033">
            <a:hlinkClick r:id="" action="ppaction://media"/>
          </p:cNvPr>
          <p:cNvPicPr>
            <a:picLocks noChangeAspect="1"/>
          </p:cNvPicPr>
          <p:nvPr>
            <a:audioFile r:link="rId1"/>
            <p:extLst>
              <p:ext uri="{DAA4B4D4-6D71-4841-9C94-3DE7FCFB9230}">
                <p14:media xmlns:p14="http://schemas.microsoft.com/office/powerpoint/2010/main" r:embed="rId2">
                  <p14:trim end="25992.625"/>
                </p14:media>
              </p:ext>
            </p:extLst>
          </p:nvPr>
        </p:nvPicPr>
        <p:blipFill>
          <a:blip r:embed="rId5"/>
          <a:stretch>
            <a:fillRect/>
          </a:stretch>
        </p:blipFill>
        <p:spPr>
          <a:xfrm>
            <a:off x="10609366" y="1317330"/>
            <a:ext cx="614064" cy="614064"/>
          </a:xfrm>
          <a:prstGeom prst="rect">
            <a:avLst/>
          </a:prstGeom>
        </p:spPr>
      </p:pic>
    </p:spTree>
    <p:extLst>
      <p:ext uri="{BB962C8B-B14F-4D97-AF65-F5344CB8AC3E}">
        <p14:creationId xmlns:p14="http://schemas.microsoft.com/office/powerpoint/2010/main" val="3535169879"/>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9142"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22" presetClass="entr" presetSubtype="2"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right)">
                                      <p:cBhvr>
                                        <p:cTn id="11"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12" fill="hold" display="0">
                  <p:stCondLst>
                    <p:cond delay="indefinite"/>
                  </p:stCondLst>
                  <p:endCondLst>
                    <p:cond evt="onStopAudio" delay="0">
                      <p:tgtEl>
                        <p:sldTgt/>
                      </p:tgtEl>
                    </p:cond>
                  </p:endCondLst>
                </p:cTn>
                <p:tgtEl>
                  <p:spTgt spid="3"/>
                </p:tgtEl>
              </p:cMediaNode>
            </p:audi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4">
            <a:alphaModFix amt="40000"/>
            <a:lum/>
          </a:blip>
          <a:srcRect/>
          <a:tile tx="0" ty="0" sx="100000" sy="100000" flip="none" algn="tl"/>
        </a:blipFill>
        <a:effectLst/>
      </p:bgPr>
    </p:bg>
    <p:spTree>
      <p:nvGrpSpPr>
        <p:cNvPr id="1" name="">
          <a:extLst>
            <a:ext uri="{FF2B5EF4-FFF2-40B4-BE49-F238E27FC236}">
              <a16:creationId xmlns:a16="http://schemas.microsoft.com/office/drawing/2014/main" id="{90AF8C26-8D4E-0290-0E56-477172A955DF}"/>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CCC54C5-4E74-C4A9-6833-C45E0061D7D9}"/>
              </a:ext>
            </a:extLst>
          </p:cNvPr>
          <p:cNvGraphicFramePr>
            <a:graphicFrameLocks noGrp="1"/>
          </p:cNvGraphicFramePr>
          <p:nvPr>
            <p:extLst/>
          </p:nvPr>
        </p:nvGraphicFramePr>
        <p:xfrm>
          <a:off x="861101" y="1030268"/>
          <a:ext cx="10799999" cy="2473200"/>
        </p:xfrm>
        <a:graphic>
          <a:graphicData uri="http://schemas.openxmlformats.org/drawingml/2006/table">
            <a:tbl>
              <a:tblPr rtl="1">
                <a:tableStyleId>{5C22544A-7EE6-4342-B048-85BDC9FD1C3A}</a:tableStyleId>
              </a:tblPr>
              <a:tblGrid>
                <a:gridCol w="2125079">
                  <a:extLst>
                    <a:ext uri="{9D8B030D-6E8A-4147-A177-3AD203B41FA5}">
                      <a16:colId xmlns:a16="http://schemas.microsoft.com/office/drawing/2014/main" val="4174183585"/>
                    </a:ext>
                  </a:extLst>
                </a:gridCol>
                <a:gridCol w="2168730">
                  <a:extLst>
                    <a:ext uri="{9D8B030D-6E8A-4147-A177-3AD203B41FA5}">
                      <a16:colId xmlns:a16="http://schemas.microsoft.com/office/drawing/2014/main" val="1594425781"/>
                    </a:ext>
                  </a:extLst>
                </a:gridCol>
                <a:gridCol w="2168730">
                  <a:extLst>
                    <a:ext uri="{9D8B030D-6E8A-4147-A177-3AD203B41FA5}">
                      <a16:colId xmlns:a16="http://schemas.microsoft.com/office/drawing/2014/main" val="579746991"/>
                    </a:ext>
                  </a:extLst>
                </a:gridCol>
                <a:gridCol w="2168730">
                  <a:extLst>
                    <a:ext uri="{9D8B030D-6E8A-4147-A177-3AD203B41FA5}">
                      <a16:colId xmlns:a16="http://schemas.microsoft.com/office/drawing/2014/main" val="1229496556"/>
                    </a:ext>
                  </a:extLst>
                </a:gridCol>
                <a:gridCol w="2168730">
                  <a:extLst>
                    <a:ext uri="{9D8B030D-6E8A-4147-A177-3AD203B41FA5}">
                      <a16:colId xmlns:a16="http://schemas.microsoft.com/office/drawing/2014/main" val="1147820617"/>
                    </a:ext>
                  </a:extLst>
                </a:gridCol>
              </a:tblGrid>
              <a:tr h="1246978">
                <a:tc gridSpan="5">
                  <a:txBody>
                    <a:bodyPr/>
                    <a:lstStyle/>
                    <a:p>
                      <a:pPr algn="ctr" rtl="1" fontAlgn="t"/>
                      <a:r>
                        <a:rPr lang="ur-PK" sz="5400" b="0" i="0" u="none" strike="noStrike" dirty="0">
                          <a:solidFill>
                            <a:srgbClr val="000000"/>
                          </a:solidFill>
                          <a:effectLst>
                            <a:glow rad="228600">
                              <a:schemeClr val="accent4">
                                <a:satMod val="175000"/>
                                <a:alpha val="40000"/>
                              </a:schemeClr>
                            </a:glow>
                          </a:effectLst>
                          <a:latin typeface="Al Qalam Quran Majeed" panose="02010000000000000000" pitchFamily="2" charset="-78"/>
                          <a:cs typeface="Al Qalam Quran Majeed" panose="02010000000000000000" pitchFamily="2" charset="-78"/>
                        </a:rPr>
                        <a:t>فَلَمَّاۤ اَنْۢبَاَهُمْ بِاَسْمَآىِٕهِمْ ۙ</a:t>
                      </a:r>
                    </a:p>
                  </a:txBody>
                  <a:tcPr marL="7620" marR="7620" marT="762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4013700"/>
                  </a:ext>
                </a:extLst>
              </a:tr>
              <a:tr h="1226222">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فَلَمَّاۤ</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اَنْۢبَاَ</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هُمْ</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بِاَسْمَآءِ</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هِمْ</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0527990"/>
                  </a:ext>
                </a:extLst>
              </a:tr>
            </a:tbl>
          </a:graphicData>
        </a:graphic>
      </p:graphicFrame>
      <p:graphicFrame>
        <p:nvGraphicFramePr>
          <p:cNvPr id="10" name="Table 9">
            <a:extLst>
              <a:ext uri="{FF2B5EF4-FFF2-40B4-BE49-F238E27FC236}">
                <a16:creationId xmlns:a16="http://schemas.microsoft.com/office/drawing/2014/main" id="{0C8125FD-E986-48C3-B244-53B6FC3CB6F5}"/>
              </a:ext>
            </a:extLst>
          </p:cNvPr>
          <p:cNvGraphicFramePr>
            <a:graphicFrameLocks noGrp="1"/>
          </p:cNvGraphicFramePr>
          <p:nvPr>
            <p:extLst/>
          </p:nvPr>
        </p:nvGraphicFramePr>
        <p:xfrm>
          <a:off x="861102" y="3558888"/>
          <a:ext cx="10799999" cy="2473200"/>
        </p:xfrm>
        <a:graphic>
          <a:graphicData uri="http://schemas.openxmlformats.org/drawingml/2006/table">
            <a:tbl>
              <a:tblPr rtl="1">
                <a:tableStyleId>{5C22544A-7EE6-4342-B048-85BDC9FD1C3A}</a:tableStyleId>
              </a:tblPr>
              <a:tblGrid>
                <a:gridCol w="2141407">
                  <a:extLst>
                    <a:ext uri="{9D8B030D-6E8A-4147-A177-3AD203B41FA5}">
                      <a16:colId xmlns:a16="http://schemas.microsoft.com/office/drawing/2014/main" val="4174183585"/>
                    </a:ext>
                  </a:extLst>
                </a:gridCol>
                <a:gridCol w="2164648">
                  <a:extLst>
                    <a:ext uri="{9D8B030D-6E8A-4147-A177-3AD203B41FA5}">
                      <a16:colId xmlns:a16="http://schemas.microsoft.com/office/drawing/2014/main" val="1594425781"/>
                    </a:ext>
                  </a:extLst>
                </a:gridCol>
                <a:gridCol w="2164648">
                  <a:extLst>
                    <a:ext uri="{9D8B030D-6E8A-4147-A177-3AD203B41FA5}">
                      <a16:colId xmlns:a16="http://schemas.microsoft.com/office/drawing/2014/main" val="4058562501"/>
                    </a:ext>
                  </a:extLst>
                </a:gridCol>
                <a:gridCol w="2164648">
                  <a:extLst>
                    <a:ext uri="{9D8B030D-6E8A-4147-A177-3AD203B41FA5}">
                      <a16:colId xmlns:a16="http://schemas.microsoft.com/office/drawing/2014/main" val="190637340"/>
                    </a:ext>
                  </a:extLst>
                </a:gridCol>
                <a:gridCol w="2164648">
                  <a:extLst>
                    <a:ext uri="{9D8B030D-6E8A-4147-A177-3AD203B41FA5}">
                      <a16:colId xmlns:a16="http://schemas.microsoft.com/office/drawing/2014/main" val="1212249600"/>
                    </a:ext>
                  </a:extLst>
                </a:gridCol>
              </a:tblGrid>
              <a:tr h="1232341">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پس جب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اُس نے بتایا</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انہیں</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ساتھ نام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ان کے</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4707317"/>
                  </a:ext>
                </a:extLst>
              </a:tr>
              <a:tr h="1240859">
                <a:tc gridSpan="5">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پس جب آدم (علیہ السلام) نے انہیں ان اشیاء کے ناموں سے آگاہ کیا</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28535534"/>
                  </a:ext>
                </a:extLst>
              </a:tr>
            </a:tbl>
          </a:graphicData>
        </a:graphic>
      </p:graphicFrame>
      <p:pic>
        <p:nvPicPr>
          <p:cNvPr id="7" name="002033">
            <a:hlinkClick r:id="" action="ppaction://media"/>
          </p:cNvPr>
          <p:cNvPicPr>
            <a:picLocks noChangeAspect="1"/>
          </p:cNvPicPr>
          <p:nvPr>
            <a:audioFile r:link="rId1"/>
            <p:extLst>
              <p:ext uri="{DAA4B4D4-6D71-4841-9C94-3DE7FCFB9230}">
                <p14:media xmlns:p14="http://schemas.microsoft.com/office/powerpoint/2010/main" r:embed="rId2">
                  <p14:trim st="8975" end="18135.625"/>
                </p14:media>
              </p:ext>
            </p:extLst>
          </p:nvPr>
        </p:nvPicPr>
        <p:blipFill>
          <a:blip r:embed="rId5"/>
          <a:stretch>
            <a:fillRect/>
          </a:stretch>
        </p:blipFill>
        <p:spPr>
          <a:xfrm>
            <a:off x="10845799" y="1298286"/>
            <a:ext cx="662577" cy="662577"/>
          </a:xfrm>
          <a:prstGeom prst="rect">
            <a:avLst/>
          </a:prstGeom>
        </p:spPr>
      </p:pic>
    </p:spTree>
    <p:extLst>
      <p:ext uri="{BB962C8B-B14F-4D97-AF65-F5344CB8AC3E}">
        <p14:creationId xmlns:p14="http://schemas.microsoft.com/office/powerpoint/2010/main" val="527115157"/>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8024" fill="hold"/>
                                        <p:tgtEl>
                                          <p:spTgt spid="7"/>
                                        </p:tgtEl>
                                      </p:cBhvr>
                                    </p:cmd>
                                  </p:childTnLst>
                                </p:cTn>
                              </p:par>
                            </p:childTnLst>
                          </p:cTn>
                        </p:par>
                      </p:childTnLst>
                    </p:cTn>
                  </p:par>
                  <p:par>
                    <p:cTn id="7" fill="hold">
                      <p:stCondLst>
                        <p:cond delay="indefinite"/>
                      </p:stCondLst>
                      <p:childTnLst>
                        <p:par>
                          <p:cTn id="8" fill="hold">
                            <p:stCondLst>
                              <p:cond delay="0"/>
                            </p:stCondLst>
                            <p:childTnLst>
                              <p:par>
                                <p:cTn id="9" presetID="22" presetClass="entr" presetSubtype="2"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right)">
                                      <p:cBhvr>
                                        <p:cTn id="11"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12" fill="hold" display="0">
                  <p:stCondLst>
                    <p:cond delay="indefinite"/>
                  </p:stCondLst>
                  <p:endCondLst>
                    <p:cond evt="onStopAudio" delay="0">
                      <p:tgtEl>
                        <p:sldTgt/>
                      </p:tgtEl>
                    </p:cond>
                  </p:endCondLst>
                </p:cTn>
                <p:tgtEl>
                  <p:spTgt spid="7"/>
                </p:tgtEl>
              </p:cMediaNode>
            </p:audio>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4">
            <a:alphaModFix amt="40000"/>
            <a:lum/>
          </a:blip>
          <a:srcRect/>
          <a:tile tx="0" ty="0" sx="100000" sy="100000" flip="none" algn="tl"/>
        </a:blipFill>
        <a:effectLst/>
      </p:bgPr>
    </p:bg>
    <p:spTree>
      <p:nvGrpSpPr>
        <p:cNvPr id="1" name="">
          <a:extLst>
            <a:ext uri="{FF2B5EF4-FFF2-40B4-BE49-F238E27FC236}">
              <a16:creationId xmlns:a16="http://schemas.microsoft.com/office/drawing/2014/main" id="{90AF8C26-8D4E-0290-0E56-477172A955DF}"/>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CCC54C5-4E74-C4A9-6833-C45E0061D7D9}"/>
              </a:ext>
            </a:extLst>
          </p:cNvPr>
          <p:cNvGraphicFramePr>
            <a:graphicFrameLocks noGrp="1"/>
          </p:cNvGraphicFramePr>
          <p:nvPr>
            <p:extLst/>
          </p:nvPr>
        </p:nvGraphicFramePr>
        <p:xfrm>
          <a:off x="1045297" y="1003848"/>
          <a:ext cx="10431613" cy="2520000"/>
        </p:xfrm>
        <a:graphic>
          <a:graphicData uri="http://schemas.openxmlformats.org/drawingml/2006/table">
            <a:tbl>
              <a:tblPr rtl="1">
                <a:tableStyleId>{5C22544A-7EE6-4342-B048-85BDC9FD1C3A}</a:tableStyleId>
              </a:tblPr>
              <a:tblGrid>
                <a:gridCol w="2052593">
                  <a:extLst>
                    <a:ext uri="{9D8B030D-6E8A-4147-A177-3AD203B41FA5}">
                      <a16:colId xmlns:a16="http://schemas.microsoft.com/office/drawing/2014/main" val="4174183585"/>
                    </a:ext>
                  </a:extLst>
                </a:gridCol>
                <a:gridCol w="2094755">
                  <a:extLst>
                    <a:ext uri="{9D8B030D-6E8A-4147-A177-3AD203B41FA5}">
                      <a16:colId xmlns:a16="http://schemas.microsoft.com/office/drawing/2014/main" val="1594425781"/>
                    </a:ext>
                  </a:extLst>
                </a:gridCol>
                <a:gridCol w="2094755">
                  <a:extLst>
                    <a:ext uri="{9D8B030D-6E8A-4147-A177-3AD203B41FA5}">
                      <a16:colId xmlns:a16="http://schemas.microsoft.com/office/drawing/2014/main" val="579746991"/>
                    </a:ext>
                  </a:extLst>
                </a:gridCol>
                <a:gridCol w="2094755">
                  <a:extLst>
                    <a:ext uri="{9D8B030D-6E8A-4147-A177-3AD203B41FA5}">
                      <a16:colId xmlns:a16="http://schemas.microsoft.com/office/drawing/2014/main" val="1229496556"/>
                    </a:ext>
                  </a:extLst>
                </a:gridCol>
                <a:gridCol w="2094755">
                  <a:extLst>
                    <a:ext uri="{9D8B030D-6E8A-4147-A177-3AD203B41FA5}">
                      <a16:colId xmlns:a16="http://schemas.microsoft.com/office/drawing/2014/main" val="1147820617"/>
                    </a:ext>
                  </a:extLst>
                </a:gridCol>
              </a:tblGrid>
              <a:tr h="1193556">
                <a:tc gridSpan="5">
                  <a:txBody>
                    <a:bodyPr/>
                    <a:lstStyle/>
                    <a:p>
                      <a:pPr algn="ctr" rtl="1" fontAlgn="t"/>
                      <a:r>
                        <a:rPr lang="ur-PK" sz="5400" b="0" i="0" u="none" strike="noStrike" dirty="0">
                          <a:solidFill>
                            <a:srgbClr val="000000"/>
                          </a:solidFill>
                          <a:effectLst>
                            <a:glow rad="228600">
                              <a:schemeClr val="accent4">
                                <a:satMod val="175000"/>
                                <a:alpha val="40000"/>
                              </a:schemeClr>
                            </a:glow>
                          </a:effectLst>
                          <a:latin typeface="Al Qalam Quran Majeed" panose="02010000000000000000" pitchFamily="2" charset="-78"/>
                          <a:cs typeface="Al Qalam Quran Majeed" panose="02010000000000000000" pitchFamily="2" charset="-78"/>
                        </a:rPr>
                        <a:t>قَالَ</a:t>
                      </a:r>
                      <a:r>
                        <a:rPr lang="en-US" sz="5400" b="0" i="0" u="none" strike="noStrike" dirty="0">
                          <a:solidFill>
                            <a:srgbClr val="000000"/>
                          </a:solidFill>
                          <a:effectLst>
                            <a:glow rad="228600">
                              <a:schemeClr val="accent4">
                                <a:satMod val="175000"/>
                                <a:alpha val="40000"/>
                              </a:schemeClr>
                            </a:glow>
                          </a:effectLst>
                          <a:latin typeface="Al Qalam Quran Majeed" panose="02010000000000000000" pitchFamily="2" charset="-78"/>
                          <a:cs typeface="Al Qalam Quran Majeed" panose="02010000000000000000" pitchFamily="2" charset="-78"/>
                        </a:rPr>
                        <a:t> </a:t>
                      </a:r>
                      <a:r>
                        <a:rPr lang="ur-PK" sz="5400" b="0" i="0" u="none" strike="noStrike" dirty="0">
                          <a:solidFill>
                            <a:srgbClr val="000000"/>
                          </a:solidFill>
                          <a:effectLst>
                            <a:glow rad="228600">
                              <a:schemeClr val="accent4">
                                <a:satMod val="175000"/>
                                <a:alpha val="40000"/>
                              </a:schemeClr>
                            </a:glow>
                          </a:effectLst>
                          <a:latin typeface="Al Qalam Quran Majeed" panose="02010000000000000000" pitchFamily="2" charset="-78"/>
                          <a:cs typeface="Al Qalam Quran Majeed" panose="02010000000000000000" pitchFamily="2" charset="-78"/>
                        </a:rPr>
                        <a:t>اَلَمْ اَقُلْ لَّكُمْ اِنِّیْۤ</a:t>
                      </a:r>
                    </a:p>
                  </a:txBody>
                  <a:tcPr marL="7620" marR="7620" marT="762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4013700"/>
                  </a:ext>
                </a:extLst>
              </a:tr>
              <a:tr h="1326444">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قَالَ</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اَلَمْ</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اَقُلْ</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لَّكُمْ</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اِنِّیْۤ</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0527990"/>
                  </a:ext>
                </a:extLst>
              </a:tr>
            </a:tbl>
          </a:graphicData>
        </a:graphic>
      </p:graphicFrame>
      <p:graphicFrame>
        <p:nvGraphicFramePr>
          <p:cNvPr id="10" name="Table 9">
            <a:extLst>
              <a:ext uri="{FF2B5EF4-FFF2-40B4-BE49-F238E27FC236}">
                <a16:creationId xmlns:a16="http://schemas.microsoft.com/office/drawing/2014/main" id="{0C8125FD-E986-48C3-B244-53B6FC3CB6F5}"/>
              </a:ext>
            </a:extLst>
          </p:cNvPr>
          <p:cNvGraphicFramePr>
            <a:graphicFrameLocks noGrp="1"/>
          </p:cNvGraphicFramePr>
          <p:nvPr>
            <p:extLst/>
          </p:nvPr>
        </p:nvGraphicFramePr>
        <p:xfrm>
          <a:off x="1066204" y="3563559"/>
          <a:ext cx="10431612" cy="2520000"/>
        </p:xfrm>
        <a:graphic>
          <a:graphicData uri="http://schemas.openxmlformats.org/drawingml/2006/table">
            <a:tbl>
              <a:tblPr rtl="1">
                <a:tableStyleId>{5C22544A-7EE6-4342-B048-85BDC9FD1C3A}</a:tableStyleId>
              </a:tblPr>
              <a:tblGrid>
                <a:gridCol w="2068364">
                  <a:extLst>
                    <a:ext uri="{9D8B030D-6E8A-4147-A177-3AD203B41FA5}">
                      <a16:colId xmlns:a16="http://schemas.microsoft.com/office/drawing/2014/main" val="4174183585"/>
                    </a:ext>
                  </a:extLst>
                </a:gridCol>
                <a:gridCol w="2090812">
                  <a:extLst>
                    <a:ext uri="{9D8B030D-6E8A-4147-A177-3AD203B41FA5}">
                      <a16:colId xmlns:a16="http://schemas.microsoft.com/office/drawing/2014/main" val="1594425781"/>
                    </a:ext>
                  </a:extLst>
                </a:gridCol>
                <a:gridCol w="2090812">
                  <a:extLst>
                    <a:ext uri="{9D8B030D-6E8A-4147-A177-3AD203B41FA5}">
                      <a16:colId xmlns:a16="http://schemas.microsoft.com/office/drawing/2014/main" val="4058562501"/>
                    </a:ext>
                  </a:extLst>
                </a:gridCol>
                <a:gridCol w="2090812">
                  <a:extLst>
                    <a:ext uri="{9D8B030D-6E8A-4147-A177-3AD203B41FA5}">
                      <a16:colId xmlns:a16="http://schemas.microsoft.com/office/drawing/2014/main" val="190637340"/>
                    </a:ext>
                  </a:extLst>
                </a:gridCol>
                <a:gridCol w="2090812">
                  <a:extLst>
                    <a:ext uri="{9D8B030D-6E8A-4147-A177-3AD203B41FA5}">
                      <a16:colId xmlns:a16="http://schemas.microsoft.com/office/drawing/2014/main" val="1212249600"/>
                    </a:ext>
                  </a:extLst>
                </a:gridCol>
              </a:tblGrid>
              <a:tr h="1374931">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اُس نے کہا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کیا</a:t>
                      </a:r>
                      <a:r>
                        <a:rPr lang="en-US" sz="4000" b="0" i="0" u="none" strike="noStrike" dirty="0">
                          <a:solidFill>
                            <a:srgbClr val="000000"/>
                          </a:solidFill>
                          <a:effectLst/>
                          <a:latin typeface="Jameel Noori Nastaleeq" panose="02000503000000020004" pitchFamily="2" charset="-78"/>
                          <a:cs typeface="Jameel Noori Nastaleeq" panose="02000503000000020004" pitchFamily="2" charset="-78"/>
                        </a:rPr>
                        <a:t> </a:t>
                      </a: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نہیں</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میں نے  کہا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تمہارے لیے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بے شک میں</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4707317"/>
                  </a:ext>
                </a:extLst>
              </a:tr>
              <a:tr h="1145069">
                <a:tc gridSpan="5">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تو (اللہ نے) فرمایا: کیا میں نے تم سے نہیں کہا تھا کہ</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28535534"/>
                  </a:ext>
                </a:extLst>
              </a:tr>
            </a:tbl>
          </a:graphicData>
        </a:graphic>
      </p:graphicFrame>
      <p:pic>
        <p:nvPicPr>
          <p:cNvPr id="9" name="002033">
            <a:hlinkClick r:id="" action="ppaction://media"/>
          </p:cNvPr>
          <p:cNvPicPr>
            <a:picLocks noChangeAspect="1"/>
          </p:cNvPicPr>
          <p:nvPr>
            <a:audioFile r:link="rId1"/>
            <p:extLst>
              <p:ext uri="{DAA4B4D4-6D71-4841-9C94-3DE7FCFB9230}">
                <p14:media xmlns:p14="http://schemas.microsoft.com/office/powerpoint/2010/main" r:embed="rId2">
                  <p14:trim st="16998" end="12019.625"/>
                </p14:media>
              </p:ext>
            </p:extLst>
          </p:nvPr>
        </p:nvPicPr>
        <p:blipFill>
          <a:blip r:embed="rId5"/>
          <a:stretch>
            <a:fillRect/>
          </a:stretch>
        </p:blipFill>
        <p:spPr>
          <a:xfrm>
            <a:off x="10733445" y="1298702"/>
            <a:ext cx="631110" cy="631110"/>
          </a:xfrm>
          <a:prstGeom prst="rect">
            <a:avLst/>
          </a:prstGeom>
        </p:spPr>
      </p:pic>
    </p:spTree>
    <p:extLst>
      <p:ext uri="{BB962C8B-B14F-4D97-AF65-F5344CB8AC3E}">
        <p14:creationId xmlns:p14="http://schemas.microsoft.com/office/powerpoint/2010/main" val="3739756429"/>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117" fill="hold"/>
                                        <p:tgtEl>
                                          <p:spTgt spid="9"/>
                                        </p:tgtEl>
                                      </p:cBhvr>
                                    </p:cmd>
                                  </p:childTnLst>
                                </p:cTn>
                              </p:par>
                            </p:childTnLst>
                          </p:cTn>
                        </p:par>
                      </p:childTnLst>
                    </p:cTn>
                  </p:par>
                  <p:par>
                    <p:cTn id="7" fill="hold">
                      <p:stCondLst>
                        <p:cond delay="indefinite"/>
                      </p:stCondLst>
                      <p:childTnLst>
                        <p:par>
                          <p:cTn id="8" fill="hold">
                            <p:stCondLst>
                              <p:cond delay="0"/>
                            </p:stCondLst>
                            <p:childTnLst>
                              <p:par>
                                <p:cTn id="9" presetID="22" presetClass="entr" presetSubtype="2"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right)">
                                      <p:cBhvr>
                                        <p:cTn id="11"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12" fill="hold" display="0">
                  <p:stCondLst>
                    <p:cond delay="indefinite"/>
                  </p:stCondLst>
                  <p:endCondLst>
                    <p:cond evt="onStopAudio" delay="0">
                      <p:tgtEl>
                        <p:sldTgt/>
                      </p:tgtEl>
                    </p:cond>
                  </p:endCondLst>
                </p:cTn>
                <p:tgtEl>
                  <p:spTgt spid="9"/>
                </p:tgtEl>
              </p:cMediaNode>
            </p:audi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4">
            <a:alphaModFix amt="40000"/>
            <a:lum/>
          </a:blip>
          <a:srcRect/>
          <a:tile tx="0" ty="0" sx="100000" sy="100000" flip="none" algn="tl"/>
        </a:blipFill>
        <a:effectLst/>
      </p:bgPr>
    </p:bg>
    <p:spTree>
      <p:nvGrpSpPr>
        <p:cNvPr id="1" name="">
          <a:extLst>
            <a:ext uri="{FF2B5EF4-FFF2-40B4-BE49-F238E27FC236}">
              <a16:creationId xmlns:a16="http://schemas.microsoft.com/office/drawing/2014/main" id="{90AF8C26-8D4E-0290-0E56-477172A955DF}"/>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CCC54C5-4E74-C4A9-6833-C45E0061D7D9}"/>
              </a:ext>
            </a:extLst>
          </p:cNvPr>
          <p:cNvGraphicFramePr>
            <a:graphicFrameLocks noGrp="1"/>
          </p:cNvGraphicFramePr>
          <p:nvPr>
            <p:extLst/>
          </p:nvPr>
        </p:nvGraphicFramePr>
        <p:xfrm>
          <a:off x="1045297" y="1003848"/>
          <a:ext cx="10431613" cy="2520000"/>
        </p:xfrm>
        <a:graphic>
          <a:graphicData uri="http://schemas.openxmlformats.org/drawingml/2006/table">
            <a:tbl>
              <a:tblPr rtl="1">
                <a:tableStyleId>{5C22544A-7EE6-4342-B048-85BDC9FD1C3A}</a:tableStyleId>
              </a:tblPr>
              <a:tblGrid>
                <a:gridCol w="2052593">
                  <a:extLst>
                    <a:ext uri="{9D8B030D-6E8A-4147-A177-3AD203B41FA5}">
                      <a16:colId xmlns:a16="http://schemas.microsoft.com/office/drawing/2014/main" val="4174183585"/>
                    </a:ext>
                  </a:extLst>
                </a:gridCol>
                <a:gridCol w="2094755">
                  <a:extLst>
                    <a:ext uri="{9D8B030D-6E8A-4147-A177-3AD203B41FA5}">
                      <a16:colId xmlns:a16="http://schemas.microsoft.com/office/drawing/2014/main" val="1594425781"/>
                    </a:ext>
                  </a:extLst>
                </a:gridCol>
                <a:gridCol w="2094755">
                  <a:extLst>
                    <a:ext uri="{9D8B030D-6E8A-4147-A177-3AD203B41FA5}">
                      <a16:colId xmlns:a16="http://schemas.microsoft.com/office/drawing/2014/main" val="579746991"/>
                    </a:ext>
                  </a:extLst>
                </a:gridCol>
                <a:gridCol w="2094755">
                  <a:extLst>
                    <a:ext uri="{9D8B030D-6E8A-4147-A177-3AD203B41FA5}">
                      <a16:colId xmlns:a16="http://schemas.microsoft.com/office/drawing/2014/main" val="1229496556"/>
                    </a:ext>
                  </a:extLst>
                </a:gridCol>
                <a:gridCol w="2094755">
                  <a:extLst>
                    <a:ext uri="{9D8B030D-6E8A-4147-A177-3AD203B41FA5}">
                      <a16:colId xmlns:a16="http://schemas.microsoft.com/office/drawing/2014/main" val="1147820617"/>
                    </a:ext>
                  </a:extLst>
                </a:gridCol>
              </a:tblGrid>
              <a:tr h="1193556">
                <a:tc gridSpan="5">
                  <a:txBody>
                    <a:bodyPr/>
                    <a:lstStyle/>
                    <a:p>
                      <a:pPr algn="ctr" rtl="1" fontAlgn="t"/>
                      <a:r>
                        <a:rPr lang="ur-PK" sz="5400" b="0" i="0" u="none" strike="noStrike" dirty="0">
                          <a:solidFill>
                            <a:srgbClr val="000000"/>
                          </a:solidFill>
                          <a:effectLst>
                            <a:glow rad="228600">
                              <a:schemeClr val="accent4">
                                <a:satMod val="175000"/>
                                <a:alpha val="40000"/>
                              </a:schemeClr>
                            </a:glow>
                          </a:effectLst>
                          <a:latin typeface="Al Qalam Quran Majeed" panose="02010000000000000000" pitchFamily="2" charset="-78"/>
                          <a:cs typeface="Al Qalam Quran Majeed" panose="02010000000000000000" pitchFamily="2" charset="-78"/>
                        </a:rPr>
                        <a:t>اَعْلَمُ غَیْبَ السَّمٰوٰتِ وَ الْاَرْضِ ۙ وَ</a:t>
                      </a:r>
                    </a:p>
                  </a:txBody>
                  <a:tcPr marL="7620" marR="7620" marT="762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4013700"/>
                  </a:ext>
                </a:extLst>
              </a:tr>
              <a:tr h="1326444">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اَعْلَمُ</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غَیْبَ</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السَّمٰوٰتِ</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وَ الْاَرْضِ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وَ</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0527990"/>
                  </a:ext>
                </a:extLst>
              </a:tr>
            </a:tbl>
          </a:graphicData>
        </a:graphic>
      </p:graphicFrame>
      <p:graphicFrame>
        <p:nvGraphicFramePr>
          <p:cNvPr id="10" name="Table 9">
            <a:extLst>
              <a:ext uri="{FF2B5EF4-FFF2-40B4-BE49-F238E27FC236}">
                <a16:creationId xmlns:a16="http://schemas.microsoft.com/office/drawing/2014/main" id="{0C8125FD-E986-48C3-B244-53B6FC3CB6F5}"/>
              </a:ext>
            </a:extLst>
          </p:cNvPr>
          <p:cNvGraphicFramePr>
            <a:graphicFrameLocks noGrp="1"/>
          </p:cNvGraphicFramePr>
          <p:nvPr>
            <p:extLst/>
          </p:nvPr>
        </p:nvGraphicFramePr>
        <p:xfrm>
          <a:off x="1066204" y="3563559"/>
          <a:ext cx="10431612" cy="2520000"/>
        </p:xfrm>
        <a:graphic>
          <a:graphicData uri="http://schemas.openxmlformats.org/drawingml/2006/table">
            <a:tbl>
              <a:tblPr rtl="1">
                <a:tableStyleId>{5C22544A-7EE6-4342-B048-85BDC9FD1C3A}</a:tableStyleId>
              </a:tblPr>
              <a:tblGrid>
                <a:gridCol w="2068364">
                  <a:extLst>
                    <a:ext uri="{9D8B030D-6E8A-4147-A177-3AD203B41FA5}">
                      <a16:colId xmlns:a16="http://schemas.microsoft.com/office/drawing/2014/main" val="4174183585"/>
                    </a:ext>
                  </a:extLst>
                </a:gridCol>
                <a:gridCol w="2090812">
                  <a:extLst>
                    <a:ext uri="{9D8B030D-6E8A-4147-A177-3AD203B41FA5}">
                      <a16:colId xmlns:a16="http://schemas.microsoft.com/office/drawing/2014/main" val="1594425781"/>
                    </a:ext>
                  </a:extLst>
                </a:gridCol>
                <a:gridCol w="2090812">
                  <a:extLst>
                    <a:ext uri="{9D8B030D-6E8A-4147-A177-3AD203B41FA5}">
                      <a16:colId xmlns:a16="http://schemas.microsoft.com/office/drawing/2014/main" val="4058562501"/>
                    </a:ext>
                  </a:extLst>
                </a:gridCol>
                <a:gridCol w="2090812">
                  <a:extLst>
                    <a:ext uri="{9D8B030D-6E8A-4147-A177-3AD203B41FA5}">
                      <a16:colId xmlns:a16="http://schemas.microsoft.com/office/drawing/2014/main" val="190637340"/>
                    </a:ext>
                  </a:extLst>
                </a:gridCol>
                <a:gridCol w="2090812">
                  <a:extLst>
                    <a:ext uri="{9D8B030D-6E8A-4147-A177-3AD203B41FA5}">
                      <a16:colId xmlns:a16="http://schemas.microsoft.com/office/drawing/2014/main" val="1212249600"/>
                    </a:ext>
                  </a:extLst>
                </a:gridCol>
              </a:tblGrid>
              <a:tr h="1256684">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میں علم رکھتا ہوں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غیب</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تمام آسمان</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اور زمین</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اور</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4707317"/>
                  </a:ext>
                </a:extLst>
              </a:tr>
              <a:tr h="1263316">
                <a:tc gridSpan="5">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کہا تھا کہ میں آسمانوں اور زمین کی (سب) مخفی حقیقتوں کو جانتا ہوں، اور</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28535534"/>
                  </a:ext>
                </a:extLst>
              </a:tr>
            </a:tbl>
          </a:graphicData>
        </a:graphic>
      </p:graphicFrame>
      <p:pic>
        <p:nvPicPr>
          <p:cNvPr id="9" name="002033">
            <a:hlinkClick r:id="" action="ppaction://media"/>
          </p:cNvPr>
          <p:cNvPicPr>
            <a:picLocks noChangeAspect="1"/>
          </p:cNvPicPr>
          <p:nvPr>
            <a:audioFile r:link="rId1"/>
            <p:extLst>
              <p:ext uri="{DAA4B4D4-6D71-4841-9C94-3DE7FCFB9230}">
                <p14:media xmlns:p14="http://schemas.microsoft.com/office/powerpoint/2010/main" r:embed="rId2">
                  <p14:trim st="24569" end="6734.625"/>
                </p14:media>
              </p:ext>
            </p:extLst>
          </p:nvPr>
        </p:nvPicPr>
        <p:blipFill>
          <a:blip r:embed="rId5"/>
          <a:stretch>
            <a:fillRect/>
          </a:stretch>
        </p:blipFill>
        <p:spPr>
          <a:xfrm>
            <a:off x="10566400" y="1411057"/>
            <a:ext cx="685800" cy="685800"/>
          </a:xfrm>
          <a:prstGeom prst="rect">
            <a:avLst/>
          </a:prstGeom>
        </p:spPr>
      </p:pic>
    </p:spTree>
    <p:extLst>
      <p:ext uri="{BB962C8B-B14F-4D97-AF65-F5344CB8AC3E}">
        <p14:creationId xmlns:p14="http://schemas.microsoft.com/office/powerpoint/2010/main" val="2486182663"/>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31" fill="hold"/>
                                        <p:tgtEl>
                                          <p:spTgt spid="9"/>
                                        </p:tgtEl>
                                      </p:cBhvr>
                                    </p:cmd>
                                  </p:childTnLst>
                                </p:cTn>
                              </p:par>
                            </p:childTnLst>
                          </p:cTn>
                        </p:par>
                      </p:childTnLst>
                    </p:cTn>
                  </p:par>
                  <p:par>
                    <p:cTn id="7" fill="hold">
                      <p:stCondLst>
                        <p:cond delay="indefinite"/>
                      </p:stCondLst>
                      <p:childTnLst>
                        <p:par>
                          <p:cTn id="8" fill="hold">
                            <p:stCondLst>
                              <p:cond delay="0"/>
                            </p:stCondLst>
                            <p:childTnLst>
                              <p:par>
                                <p:cTn id="9" presetID="22" presetClass="entr" presetSubtype="2"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right)">
                                      <p:cBhvr>
                                        <p:cTn id="11"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12" fill="hold" display="0">
                  <p:stCondLst>
                    <p:cond delay="indefinite"/>
                  </p:stCondLst>
                  <p:endCondLst>
                    <p:cond evt="onStopAudio" delay="0">
                      <p:tgtEl>
                        <p:sldTgt/>
                      </p:tgtEl>
                    </p:cond>
                  </p:endCondLst>
                </p:cTn>
                <p:tgtEl>
                  <p:spTgt spid="9"/>
                </p:tgtEl>
              </p:cMediaNode>
            </p:audio>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4">
            <a:alphaModFix amt="40000"/>
            <a:lum/>
          </a:blip>
          <a:srcRect/>
          <a:tile tx="0" ty="0" sx="100000" sy="100000" flip="none" algn="tl"/>
        </a:blipFill>
        <a:effectLst/>
      </p:bgPr>
    </p:bg>
    <p:spTree>
      <p:nvGrpSpPr>
        <p:cNvPr id="1" name="">
          <a:extLst>
            <a:ext uri="{FF2B5EF4-FFF2-40B4-BE49-F238E27FC236}">
              <a16:creationId xmlns:a16="http://schemas.microsoft.com/office/drawing/2014/main" id="{90AF8C26-8D4E-0290-0E56-477172A955DF}"/>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CCC54C5-4E74-C4A9-6833-C45E0061D7D9}"/>
              </a:ext>
            </a:extLst>
          </p:cNvPr>
          <p:cNvGraphicFramePr>
            <a:graphicFrameLocks noGrp="1"/>
          </p:cNvGraphicFramePr>
          <p:nvPr>
            <p:extLst/>
          </p:nvPr>
        </p:nvGraphicFramePr>
        <p:xfrm>
          <a:off x="1045297" y="1003848"/>
          <a:ext cx="10431613" cy="2520000"/>
        </p:xfrm>
        <a:graphic>
          <a:graphicData uri="http://schemas.openxmlformats.org/drawingml/2006/table">
            <a:tbl>
              <a:tblPr rtl="1">
                <a:tableStyleId>{5C22544A-7EE6-4342-B048-85BDC9FD1C3A}</a:tableStyleId>
              </a:tblPr>
              <a:tblGrid>
                <a:gridCol w="1709343">
                  <a:extLst>
                    <a:ext uri="{9D8B030D-6E8A-4147-A177-3AD203B41FA5}">
                      <a16:colId xmlns:a16="http://schemas.microsoft.com/office/drawing/2014/main" val="4174183585"/>
                    </a:ext>
                  </a:extLst>
                </a:gridCol>
                <a:gridCol w="1744454">
                  <a:extLst>
                    <a:ext uri="{9D8B030D-6E8A-4147-A177-3AD203B41FA5}">
                      <a16:colId xmlns:a16="http://schemas.microsoft.com/office/drawing/2014/main" val="1594425781"/>
                    </a:ext>
                  </a:extLst>
                </a:gridCol>
                <a:gridCol w="1744454">
                  <a:extLst>
                    <a:ext uri="{9D8B030D-6E8A-4147-A177-3AD203B41FA5}">
                      <a16:colId xmlns:a16="http://schemas.microsoft.com/office/drawing/2014/main" val="579746991"/>
                    </a:ext>
                  </a:extLst>
                </a:gridCol>
                <a:gridCol w="1744454">
                  <a:extLst>
                    <a:ext uri="{9D8B030D-6E8A-4147-A177-3AD203B41FA5}">
                      <a16:colId xmlns:a16="http://schemas.microsoft.com/office/drawing/2014/main" val="1229496556"/>
                    </a:ext>
                  </a:extLst>
                </a:gridCol>
                <a:gridCol w="1744454">
                  <a:extLst>
                    <a:ext uri="{9D8B030D-6E8A-4147-A177-3AD203B41FA5}">
                      <a16:colId xmlns:a16="http://schemas.microsoft.com/office/drawing/2014/main" val="1147820617"/>
                    </a:ext>
                  </a:extLst>
                </a:gridCol>
                <a:gridCol w="1744454">
                  <a:extLst>
                    <a:ext uri="{9D8B030D-6E8A-4147-A177-3AD203B41FA5}">
                      <a16:colId xmlns:a16="http://schemas.microsoft.com/office/drawing/2014/main" val="1692962344"/>
                    </a:ext>
                  </a:extLst>
                </a:gridCol>
              </a:tblGrid>
              <a:tr h="1193556">
                <a:tc gridSpan="6">
                  <a:txBody>
                    <a:bodyPr/>
                    <a:lstStyle/>
                    <a:p>
                      <a:pPr algn="ctr" rtl="1" fontAlgn="t"/>
                      <a:r>
                        <a:rPr lang="ur-PK" sz="5400" b="0" i="0" u="none" strike="noStrike" dirty="0">
                          <a:solidFill>
                            <a:srgbClr val="000000"/>
                          </a:solidFill>
                          <a:effectLst>
                            <a:glow rad="228600">
                              <a:schemeClr val="accent4">
                                <a:satMod val="175000"/>
                                <a:alpha val="40000"/>
                              </a:schemeClr>
                            </a:glow>
                          </a:effectLst>
                          <a:latin typeface="Al Qalam Quran Majeed" panose="02010000000000000000" pitchFamily="2" charset="-78"/>
                          <a:cs typeface="Al Qalam Quran Majeed" panose="02010000000000000000" pitchFamily="2" charset="-78"/>
                        </a:rPr>
                        <a:t>اَعْلَمُ مَا تُبْدُوْنَ وَ مَا كُنْتُمْ تَكْتُمُوْنَ۝۳۳</a:t>
                      </a:r>
                    </a:p>
                  </a:txBody>
                  <a:tcPr marL="7620" marR="7620" marT="762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4013700"/>
                  </a:ext>
                </a:extLst>
              </a:tr>
              <a:tr h="1326444">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اَعْلَمُ</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مَا</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تُبْدُوْنَ</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وَ مَا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كُنْتُمْ</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تَكْتُمُوْنَ</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0527990"/>
                  </a:ext>
                </a:extLst>
              </a:tr>
            </a:tbl>
          </a:graphicData>
        </a:graphic>
      </p:graphicFrame>
      <p:graphicFrame>
        <p:nvGraphicFramePr>
          <p:cNvPr id="10" name="Table 9">
            <a:extLst>
              <a:ext uri="{FF2B5EF4-FFF2-40B4-BE49-F238E27FC236}">
                <a16:creationId xmlns:a16="http://schemas.microsoft.com/office/drawing/2014/main" id="{0C8125FD-E986-48C3-B244-53B6FC3CB6F5}"/>
              </a:ext>
            </a:extLst>
          </p:cNvPr>
          <p:cNvGraphicFramePr>
            <a:graphicFrameLocks noGrp="1"/>
          </p:cNvGraphicFramePr>
          <p:nvPr>
            <p:extLst/>
          </p:nvPr>
        </p:nvGraphicFramePr>
        <p:xfrm>
          <a:off x="1045299" y="3563559"/>
          <a:ext cx="10452517" cy="2520000"/>
        </p:xfrm>
        <a:graphic>
          <a:graphicData uri="http://schemas.openxmlformats.org/drawingml/2006/table">
            <a:tbl>
              <a:tblPr rtl="1">
                <a:tableStyleId>{5C22544A-7EE6-4342-B048-85BDC9FD1C3A}</a:tableStyleId>
              </a:tblPr>
              <a:tblGrid>
                <a:gridCol w="1726472">
                  <a:extLst>
                    <a:ext uri="{9D8B030D-6E8A-4147-A177-3AD203B41FA5}">
                      <a16:colId xmlns:a16="http://schemas.microsoft.com/office/drawing/2014/main" val="4174183585"/>
                    </a:ext>
                  </a:extLst>
                </a:gridCol>
                <a:gridCol w="1745209">
                  <a:extLst>
                    <a:ext uri="{9D8B030D-6E8A-4147-A177-3AD203B41FA5}">
                      <a16:colId xmlns:a16="http://schemas.microsoft.com/office/drawing/2014/main" val="1594425781"/>
                    </a:ext>
                  </a:extLst>
                </a:gridCol>
                <a:gridCol w="1745209">
                  <a:extLst>
                    <a:ext uri="{9D8B030D-6E8A-4147-A177-3AD203B41FA5}">
                      <a16:colId xmlns:a16="http://schemas.microsoft.com/office/drawing/2014/main" val="4058562501"/>
                    </a:ext>
                  </a:extLst>
                </a:gridCol>
                <a:gridCol w="1745209">
                  <a:extLst>
                    <a:ext uri="{9D8B030D-6E8A-4147-A177-3AD203B41FA5}">
                      <a16:colId xmlns:a16="http://schemas.microsoft.com/office/drawing/2014/main" val="190637340"/>
                    </a:ext>
                  </a:extLst>
                </a:gridCol>
                <a:gridCol w="1745209">
                  <a:extLst>
                    <a:ext uri="{9D8B030D-6E8A-4147-A177-3AD203B41FA5}">
                      <a16:colId xmlns:a16="http://schemas.microsoft.com/office/drawing/2014/main" val="1212249600"/>
                    </a:ext>
                  </a:extLst>
                </a:gridCol>
                <a:gridCol w="1745209">
                  <a:extLst>
                    <a:ext uri="{9D8B030D-6E8A-4147-A177-3AD203B41FA5}">
                      <a16:colId xmlns:a16="http://schemas.microsoft.com/office/drawing/2014/main" val="990901261"/>
                    </a:ext>
                  </a:extLst>
                </a:gridCol>
              </a:tblGrid>
              <a:tr h="1374931">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میں علم رکھتا ہوں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جو</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تم سب ظاہر کرتے ہو</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اور جو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تم سب</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تم سب</a:t>
                      </a:r>
                    </a:p>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 چھپاتے ہو</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4707317"/>
                  </a:ext>
                </a:extLst>
              </a:tr>
              <a:tr h="1145069">
                <a:tc gridSpan="6">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میں وہ بھی جانتا ہوں جو تم ظاہر کرتے ہو اور جو تم چھپاتے ہو</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28535534"/>
                  </a:ext>
                </a:extLst>
              </a:tr>
            </a:tbl>
          </a:graphicData>
        </a:graphic>
      </p:graphicFrame>
      <p:pic>
        <p:nvPicPr>
          <p:cNvPr id="9" name="002033">
            <a:hlinkClick r:id="" action="ppaction://media"/>
          </p:cNvPr>
          <p:cNvPicPr>
            <a:picLocks noChangeAspect="1"/>
          </p:cNvPicPr>
          <p:nvPr>
            <a:audioFile r:link="rId1"/>
            <p:extLst>
              <p:ext uri="{DAA4B4D4-6D71-4841-9C94-3DE7FCFB9230}">
                <p14:media xmlns:p14="http://schemas.microsoft.com/office/powerpoint/2010/main" r:embed="rId2">
                  <p14:trim st="28399" end="0.625"/>
                </p14:media>
              </p:ext>
            </p:extLst>
          </p:nvPr>
        </p:nvPicPr>
        <p:blipFill>
          <a:blip r:embed="rId5"/>
          <a:stretch>
            <a:fillRect/>
          </a:stretch>
        </p:blipFill>
        <p:spPr>
          <a:xfrm>
            <a:off x="10631055" y="1294448"/>
            <a:ext cx="639618" cy="639618"/>
          </a:xfrm>
          <a:prstGeom prst="rect">
            <a:avLst/>
          </a:prstGeom>
        </p:spPr>
      </p:pic>
    </p:spTree>
    <p:extLst>
      <p:ext uri="{BB962C8B-B14F-4D97-AF65-F5344CB8AC3E}">
        <p14:creationId xmlns:p14="http://schemas.microsoft.com/office/powerpoint/2010/main" val="3936403630"/>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735" fill="hold"/>
                                        <p:tgtEl>
                                          <p:spTgt spid="9"/>
                                        </p:tgtEl>
                                      </p:cBhvr>
                                    </p:cmd>
                                  </p:childTnLst>
                                </p:cTn>
                              </p:par>
                            </p:childTnLst>
                          </p:cTn>
                        </p:par>
                      </p:childTnLst>
                    </p:cTn>
                  </p:par>
                  <p:par>
                    <p:cTn id="7" fill="hold">
                      <p:stCondLst>
                        <p:cond delay="indefinite"/>
                      </p:stCondLst>
                      <p:childTnLst>
                        <p:par>
                          <p:cTn id="8" fill="hold">
                            <p:stCondLst>
                              <p:cond delay="0"/>
                            </p:stCondLst>
                            <p:childTnLst>
                              <p:par>
                                <p:cTn id="9" presetID="22" presetClass="entr" presetSubtype="2"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right)">
                                      <p:cBhvr>
                                        <p:cTn id="11"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12" fill="hold" display="0">
                  <p:stCondLst>
                    <p:cond delay="indefinite"/>
                  </p:stCondLst>
                  <p:endCondLst>
                    <p:cond evt="onStopAudio" delay="0">
                      <p:tgtEl>
                        <p:sldTgt/>
                      </p:tgtEl>
                    </p:cond>
                  </p:endCondLst>
                </p:cTn>
                <p:tgtEl>
                  <p:spTgt spid="9"/>
                </p:tgtEl>
              </p:cMediaNode>
            </p:audio>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4">
            <a:alphaModFix amt="40000"/>
            <a:lum/>
          </a:blip>
          <a:srcRect/>
          <a:tile tx="0" ty="0" sx="100000" sy="100000" flip="none" algn="tl"/>
        </a:blipFill>
        <a:effectLst/>
      </p:bgPr>
    </p:bg>
    <p:spTree>
      <p:nvGrpSpPr>
        <p:cNvPr id="1" name="">
          <a:extLst>
            <a:ext uri="{FF2B5EF4-FFF2-40B4-BE49-F238E27FC236}">
              <a16:creationId xmlns:a16="http://schemas.microsoft.com/office/drawing/2014/main" id="{90AF8C26-8D4E-0290-0E56-477172A955DF}"/>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CCC54C5-4E74-C4A9-6833-C45E0061D7D9}"/>
              </a:ext>
            </a:extLst>
          </p:cNvPr>
          <p:cNvGraphicFramePr>
            <a:graphicFrameLocks noGrp="1"/>
          </p:cNvGraphicFramePr>
          <p:nvPr>
            <p:extLst/>
          </p:nvPr>
        </p:nvGraphicFramePr>
        <p:xfrm>
          <a:off x="1045297" y="1003848"/>
          <a:ext cx="10431613" cy="2472524"/>
        </p:xfrm>
        <a:graphic>
          <a:graphicData uri="http://schemas.openxmlformats.org/drawingml/2006/table">
            <a:tbl>
              <a:tblPr rtl="1">
                <a:tableStyleId>{5C22544A-7EE6-4342-B048-85BDC9FD1C3A}</a:tableStyleId>
              </a:tblPr>
              <a:tblGrid>
                <a:gridCol w="2052593">
                  <a:extLst>
                    <a:ext uri="{9D8B030D-6E8A-4147-A177-3AD203B41FA5}">
                      <a16:colId xmlns:a16="http://schemas.microsoft.com/office/drawing/2014/main" val="4174183585"/>
                    </a:ext>
                  </a:extLst>
                </a:gridCol>
                <a:gridCol w="2094755">
                  <a:extLst>
                    <a:ext uri="{9D8B030D-6E8A-4147-A177-3AD203B41FA5}">
                      <a16:colId xmlns:a16="http://schemas.microsoft.com/office/drawing/2014/main" val="1594425781"/>
                    </a:ext>
                  </a:extLst>
                </a:gridCol>
                <a:gridCol w="2094755">
                  <a:extLst>
                    <a:ext uri="{9D8B030D-6E8A-4147-A177-3AD203B41FA5}">
                      <a16:colId xmlns:a16="http://schemas.microsoft.com/office/drawing/2014/main" val="579746991"/>
                    </a:ext>
                  </a:extLst>
                </a:gridCol>
                <a:gridCol w="2094755">
                  <a:extLst>
                    <a:ext uri="{9D8B030D-6E8A-4147-A177-3AD203B41FA5}">
                      <a16:colId xmlns:a16="http://schemas.microsoft.com/office/drawing/2014/main" val="1229496556"/>
                    </a:ext>
                  </a:extLst>
                </a:gridCol>
                <a:gridCol w="2094755">
                  <a:extLst>
                    <a:ext uri="{9D8B030D-6E8A-4147-A177-3AD203B41FA5}">
                      <a16:colId xmlns:a16="http://schemas.microsoft.com/office/drawing/2014/main" val="1147820617"/>
                    </a:ext>
                  </a:extLst>
                </a:gridCol>
              </a:tblGrid>
              <a:tr h="1171070">
                <a:tc gridSpan="5">
                  <a:txBody>
                    <a:bodyPr/>
                    <a:lstStyle/>
                    <a:p>
                      <a:pPr algn="ctr" rtl="1" fontAlgn="t"/>
                      <a:r>
                        <a:rPr lang="ur-PK" sz="5400" b="0" i="0" u="none" strike="noStrike" dirty="0">
                          <a:solidFill>
                            <a:srgbClr val="000000"/>
                          </a:solidFill>
                          <a:effectLst>
                            <a:glow rad="228600">
                              <a:schemeClr val="accent4">
                                <a:satMod val="175000"/>
                                <a:alpha val="40000"/>
                              </a:schemeClr>
                            </a:glow>
                          </a:effectLst>
                          <a:latin typeface="Al Qalam Quran Majeed" panose="02010000000000000000" pitchFamily="2" charset="-78"/>
                          <a:cs typeface="Al Qalam Quran Majeed" panose="02010000000000000000" pitchFamily="2" charset="-78"/>
                        </a:rPr>
                        <a:t>وَ اِذْ قُلْنَا لِلْمَلٰٓىِٕكَةِ</a:t>
                      </a:r>
                    </a:p>
                  </a:txBody>
                  <a:tcPr marL="7620" marR="7620" marT="762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4013700"/>
                  </a:ext>
                </a:extLst>
              </a:tr>
              <a:tr h="1301454">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وَ</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اِذْ</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قُلْنَا</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لِ</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الْمَلٰٓىِٕكَةِ</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0527990"/>
                  </a:ext>
                </a:extLst>
              </a:tr>
            </a:tbl>
          </a:graphicData>
        </a:graphic>
      </p:graphicFrame>
      <p:graphicFrame>
        <p:nvGraphicFramePr>
          <p:cNvPr id="10" name="Table 9">
            <a:extLst>
              <a:ext uri="{FF2B5EF4-FFF2-40B4-BE49-F238E27FC236}">
                <a16:creationId xmlns:a16="http://schemas.microsoft.com/office/drawing/2014/main" id="{0C8125FD-E986-48C3-B244-53B6FC3CB6F5}"/>
              </a:ext>
            </a:extLst>
          </p:cNvPr>
          <p:cNvGraphicFramePr>
            <a:graphicFrameLocks noGrp="1"/>
          </p:cNvGraphicFramePr>
          <p:nvPr>
            <p:extLst/>
          </p:nvPr>
        </p:nvGraphicFramePr>
        <p:xfrm>
          <a:off x="1038494" y="3508139"/>
          <a:ext cx="10431612" cy="2541671"/>
        </p:xfrm>
        <a:graphic>
          <a:graphicData uri="http://schemas.openxmlformats.org/drawingml/2006/table">
            <a:tbl>
              <a:tblPr rtl="1">
                <a:tableStyleId>{5C22544A-7EE6-4342-B048-85BDC9FD1C3A}</a:tableStyleId>
              </a:tblPr>
              <a:tblGrid>
                <a:gridCol w="2049881">
                  <a:extLst>
                    <a:ext uri="{9D8B030D-6E8A-4147-A177-3AD203B41FA5}">
                      <a16:colId xmlns:a16="http://schemas.microsoft.com/office/drawing/2014/main" val="4174183585"/>
                    </a:ext>
                  </a:extLst>
                </a:gridCol>
                <a:gridCol w="2076450">
                  <a:extLst>
                    <a:ext uri="{9D8B030D-6E8A-4147-A177-3AD203B41FA5}">
                      <a16:colId xmlns:a16="http://schemas.microsoft.com/office/drawing/2014/main" val="1594425781"/>
                    </a:ext>
                  </a:extLst>
                </a:gridCol>
                <a:gridCol w="2095500">
                  <a:extLst>
                    <a:ext uri="{9D8B030D-6E8A-4147-A177-3AD203B41FA5}">
                      <a16:colId xmlns:a16="http://schemas.microsoft.com/office/drawing/2014/main" val="4058562501"/>
                    </a:ext>
                  </a:extLst>
                </a:gridCol>
                <a:gridCol w="2118969">
                  <a:extLst>
                    <a:ext uri="{9D8B030D-6E8A-4147-A177-3AD203B41FA5}">
                      <a16:colId xmlns:a16="http://schemas.microsoft.com/office/drawing/2014/main" val="190637340"/>
                    </a:ext>
                  </a:extLst>
                </a:gridCol>
                <a:gridCol w="2090812">
                  <a:extLst>
                    <a:ext uri="{9D8B030D-6E8A-4147-A177-3AD203B41FA5}">
                      <a16:colId xmlns:a16="http://schemas.microsoft.com/office/drawing/2014/main" val="1212249600"/>
                    </a:ext>
                  </a:extLst>
                </a:gridCol>
              </a:tblGrid>
              <a:tr h="1386755">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اور</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جب</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ہم نے</a:t>
                      </a:r>
                      <a:r>
                        <a:rPr lang="en-US" sz="4000" b="0" i="0" u="none" strike="noStrike" dirty="0">
                          <a:solidFill>
                            <a:srgbClr val="000000"/>
                          </a:solidFill>
                          <a:effectLst/>
                          <a:latin typeface="Jameel Noori Nastaleeq" panose="02000503000000020004" pitchFamily="2" charset="-78"/>
                          <a:cs typeface="Jameel Noori Nastaleeq" panose="02000503000000020004" pitchFamily="2" charset="-78"/>
                        </a:rPr>
                        <a:t> </a:t>
                      </a: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کہا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کے لیے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فرشتے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4707317"/>
                  </a:ext>
                </a:extLst>
              </a:tr>
              <a:tr h="1154916">
                <a:tc gridSpan="5">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اور (وہ وقت بھی یاد کریں) جب ہم نے فرشتوں سے فرمایا کہ</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28535534"/>
                  </a:ext>
                </a:extLst>
              </a:tr>
            </a:tbl>
          </a:graphicData>
        </a:graphic>
      </p:graphicFrame>
      <p:pic>
        <p:nvPicPr>
          <p:cNvPr id="3" name="002034">
            <a:hlinkClick r:id="" action="ppaction://media"/>
          </p:cNvPr>
          <p:cNvPicPr>
            <a:picLocks noChangeAspect="1"/>
          </p:cNvPicPr>
          <p:nvPr>
            <a:audioFile r:link="rId1"/>
            <p:extLst>
              <p:ext uri="{DAA4B4D4-6D71-4841-9C94-3DE7FCFB9230}">
                <p14:media xmlns:p14="http://schemas.microsoft.com/office/powerpoint/2010/main" r:embed="rId2">
                  <p14:trim end="12325.875"/>
                </p14:media>
              </p:ext>
            </p:extLst>
          </p:nvPr>
        </p:nvPicPr>
        <p:blipFill>
          <a:blip r:embed="rId5"/>
          <a:stretch>
            <a:fillRect/>
          </a:stretch>
        </p:blipFill>
        <p:spPr>
          <a:xfrm>
            <a:off x="10668185" y="1319409"/>
            <a:ext cx="641495" cy="641495"/>
          </a:xfrm>
          <a:prstGeom prst="rect">
            <a:avLst/>
          </a:prstGeom>
        </p:spPr>
      </p:pic>
    </p:spTree>
    <p:extLst>
      <p:ext uri="{BB962C8B-B14F-4D97-AF65-F5344CB8AC3E}">
        <p14:creationId xmlns:p14="http://schemas.microsoft.com/office/powerpoint/2010/main" val="2301364063"/>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523"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22" presetClass="entr" presetSubtype="2"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right)">
                                      <p:cBhvr>
                                        <p:cTn id="11"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12" fill="hold" display="0">
                  <p:stCondLst>
                    <p:cond delay="indefinite"/>
                  </p:stCondLst>
                  <p:endCondLst>
                    <p:cond evt="onStopAudio" delay="0">
                      <p:tgtEl>
                        <p:sldTgt/>
                      </p:tgtEl>
                    </p:cond>
                  </p:endCondLst>
                </p:cTn>
                <p:tgtEl>
                  <p:spTgt spid="3"/>
                </p:tgtEl>
              </p:cMediaNode>
            </p:audio>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4">
            <a:alphaModFix amt="40000"/>
            <a:lum/>
          </a:blip>
          <a:srcRect/>
          <a:tile tx="0" ty="0" sx="100000" sy="100000" flip="none" algn="tl"/>
        </a:blipFill>
        <a:effectLst/>
      </p:bgPr>
    </p:bg>
    <p:spTree>
      <p:nvGrpSpPr>
        <p:cNvPr id="1" name="">
          <a:extLst>
            <a:ext uri="{FF2B5EF4-FFF2-40B4-BE49-F238E27FC236}">
              <a16:creationId xmlns:a16="http://schemas.microsoft.com/office/drawing/2014/main" id="{90AF8C26-8D4E-0290-0E56-477172A955DF}"/>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CCC54C5-4E74-C4A9-6833-C45E0061D7D9}"/>
              </a:ext>
            </a:extLst>
          </p:cNvPr>
          <p:cNvGraphicFramePr>
            <a:graphicFrameLocks noGrp="1"/>
          </p:cNvGraphicFramePr>
          <p:nvPr>
            <p:extLst/>
          </p:nvPr>
        </p:nvGraphicFramePr>
        <p:xfrm>
          <a:off x="1045297" y="1003848"/>
          <a:ext cx="10431613" cy="2472524"/>
        </p:xfrm>
        <a:graphic>
          <a:graphicData uri="http://schemas.openxmlformats.org/drawingml/2006/table">
            <a:tbl>
              <a:tblPr rtl="1">
                <a:tableStyleId>{5C22544A-7EE6-4342-B048-85BDC9FD1C3A}</a:tableStyleId>
              </a:tblPr>
              <a:tblGrid>
                <a:gridCol w="2052593">
                  <a:extLst>
                    <a:ext uri="{9D8B030D-6E8A-4147-A177-3AD203B41FA5}">
                      <a16:colId xmlns:a16="http://schemas.microsoft.com/office/drawing/2014/main" val="4174183585"/>
                    </a:ext>
                  </a:extLst>
                </a:gridCol>
                <a:gridCol w="2094755">
                  <a:extLst>
                    <a:ext uri="{9D8B030D-6E8A-4147-A177-3AD203B41FA5}">
                      <a16:colId xmlns:a16="http://schemas.microsoft.com/office/drawing/2014/main" val="1594425781"/>
                    </a:ext>
                  </a:extLst>
                </a:gridCol>
                <a:gridCol w="2094755">
                  <a:extLst>
                    <a:ext uri="{9D8B030D-6E8A-4147-A177-3AD203B41FA5}">
                      <a16:colId xmlns:a16="http://schemas.microsoft.com/office/drawing/2014/main" val="579746991"/>
                    </a:ext>
                  </a:extLst>
                </a:gridCol>
                <a:gridCol w="2094755">
                  <a:extLst>
                    <a:ext uri="{9D8B030D-6E8A-4147-A177-3AD203B41FA5}">
                      <a16:colId xmlns:a16="http://schemas.microsoft.com/office/drawing/2014/main" val="1229496556"/>
                    </a:ext>
                  </a:extLst>
                </a:gridCol>
                <a:gridCol w="2094755">
                  <a:extLst>
                    <a:ext uri="{9D8B030D-6E8A-4147-A177-3AD203B41FA5}">
                      <a16:colId xmlns:a16="http://schemas.microsoft.com/office/drawing/2014/main" val="1147820617"/>
                    </a:ext>
                  </a:extLst>
                </a:gridCol>
              </a:tblGrid>
              <a:tr h="1171070">
                <a:tc gridSpan="5">
                  <a:txBody>
                    <a:bodyPr/>
                    <a:lstStyle/>
                    <a:p>
                      <a:pPr algn="ctr" rtl="1" fontAlgn="t"/>
                      <a:r>
                        <a:rPr lang="ur-PK" sz="5400" b="0" i="0" u="none" strike="noStrike" dirty="0">
                          <a:solidFill>
                            <a:srgbClr val="000000"/>
                          </a:solidFill>
                          <a:effectLst>
                            <a:glow rad="228600">
                              <a:schemeClr val="accent4">
                                <a:satMod val="175000"/>
                                <a:alpha val="40000"/>
                              </a:schemeClr>
                            </a:glow>
                          </a:effectLst>
                          <a:latin typeface="Al Qalam Quran Majeed" panose="02010000000000000000" pitchFamily="2" charset="-78"/>
                          <a:cs typeface="Al Qalam Quran Majeed" panose="02010000000000000000" pitchFamily="2" charset="-78"/>
                        </a:rPr>
                        <a:t>اسْجُدُوْا لِاٰدَمَ فَسَجَدُوْۤا اِلَّاۤ اِبْلِیْسَ ؕ</a:t>
                      </a:r>
                    </a:p>
                  </a:txBody>
                  <a:tcPr marL="7620" marR="7620" marT="762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4013700"/>
                  </a:ext>
                </a:extLst>
              </a:tr>
              <a:tr h="1301454">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اُسْجُدُوْا</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لِاٰدَمَ</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فَسَجَدُوْۤا</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اِلَّاۤ</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اِبْلِیْسَ</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0527990"/>
                  </a:ext>
                </a:extLst>
              </a:tr>
            </a:tbl>
          </a:graphicData>
        </a:graphic>
      </p:graphicFrame>
      <p:graphicFrame>
        <p:nvGraphicFramePr>
          <p:cNvPr id="10" name="Table 9">
            <a:extLst>
              <a:ext uri="{FF2B5EF4-FFF2-40B4-BE49-F238E27FC236}">
                <a16:creationId xmlns:a16="http://schemas.microsoft.com/office/drawing/2014/main" id="{0C8125FD-E986-48C3-B244-53B6FC3CB6F5}"/>
              </a:ext>
            </a:extLst>
          </p:cNvPr>
          <p:cNvGraphicFramePr>
            <a:graphicFrameLocks noGrp="1"/>
          </p:cNvGraphicFramePr>
          <p:nvPr>
            <p:extLst>
              <p:ext uri="{D42A27DB-BD31-4B8C-83A1-F6EECF244321}">
                <p14:modId xmlns:p14="http://schemas.microsoft.com/office/powerpoint/2010/main" val="423371914"/>
              </p:ext>
            </p:extLst>
          </p:nvPr>
        </p:nvGraphicFramePr>
        <p:xfrm>
          <a:off x="1038494" y="3508139"/>
          <a:ext cx="10431612" cy="2541671"/>
        </p:xfrm>
        <a:graphic>
          <a:graphicData uri="http://schemas.openxmlformats.org/drawingml/2006/table">
            <a:tbl>
              <a:tblPr rtl="1">
                <a:tableStyleId>{5C22544A-7EE6-4342-B048-85BDC9FD1C3A}</a:tableStyleId>
              </a:tblPr>
              <a:tblGrid>
                <a:gridCol w="2068364">
                  <a:extLst>
                    <a:ext uri="{9D8B030D-6E8A-4147-A177-3AD203B41FA5}">
                      <a16:colId xmlns:a16="http://schemas.microsoft.com/office/drawing/2014/main" val="4174183585"/>
                    </a:ext>
                  </a:extLst>
                </a:gridCol>
                <a:gridCol w="2090812">
                  <a:extLst>
                    <a:ext uri="{9D8B030D-6E8A-4147-A177-3AD203B41FA5}">
                      <a16:colId xmlns:a16="http://schemas.microsoft.com/office/drawing/2014/main" val="1594425781"/>
                    </a:ext>
                  </a:extLst>
                </a:gridCol>
                <a:gridCol w="2090812">
                  <a:extLst>
                    <a:ext uri="{9D8B030D-6E8A-4147-A177-3AD203B41FA5}">
                      <a16:colId xmlns:a16="http://schemas.microsoft.com/office/drawing/2014/main" val="4058562501"/>
                    </a:ext>
                  </a:extLst>
                </a:gridCol>
                <a:gridCol w="2090812">
                  <a:extLst>
                    <a:ext uri="{9D8B030D-6E8A-4147-A177-3AD203B41FA5}">
                      <a16:colId xmlns:a16="http://schemas.microsoft.com/office/drawing/2014/main" val="190637340"/>
                    </a:ext>
                  </a:extLst>
                </a:gridCol>
                <a:gridCol w="2090812">
                  <a:extLst>
                    <a:ext uri="{9D8B030D-6E8A-4147-A177-3AD203B41FA5}">
                      <a16:colId xmlns:a16="http://schemas.microsoft.com/office/drawing/2014/main" val="1212249600"/>
                    </a:ext>
                  </a:extLst>
                </a:gridCol>
              </a:tblGrid>
              <a:tr h="1386755">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تم سب سجدہ کرو</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آدم</a:t>
                      </a:r>
                      <a:r>
                        <a:rPr lang="ur-PK" sz="3200" b="0" i="0" u="none" strike="noStrike" dirty="0">
                          <a:solidFill>
                            <a:srgbClr val="000000"/>
                          </a:solidFill>
                          <a:effectLst/>
                          <a:latin typeface="Jameel Noori Nastaleeq" panose="02000503000000020004" pitchFamily="2" charset="-78"/>
                          <a:cs typeface="Jameel Noori Nastaleeq" panose="02000503000000020004" pitchFamily="2" charset="-78"/>
                        </a:rPr>
                        <a:t> (علیہ السلام)</a:t>
                      </a: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  کے لیے</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پس اُن سب نے سجدہ کیا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مگر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ابلیس</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4707317"/>
                  </a:ext>
                </a:extLst>
              </a:tr>
              <a:tr h="1154916">
                <a:tc gridSpan="5">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آدم (علیہ السلام) کو سجدہ کرو تو سب نے سجدہ کیا سوائے ابلیس کے</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28535534"/>
                  </a:ext>
                </a:extLst>
              </a:tr>
            </a:tbl>
          </a:graphicData>
        </a:graphic>
      </p:graphicFrame>
      <p:pic>
        <p:nvPicPr>
          <p:cNvPr id="9" name="002034">
            <a:hlinkClick r:id="" action="ppaction://media"/>
          </p:cNvPr>
          <p:cNvPicPr>
            <a:picLocks noChangeAspect="1"/>
          </p:cNvPicPr>
          <p:nvPr>
            <a:audioFile r:link="rId1"/>
            <p:extLst>
              <p:ext uri="{DAA4B4D4-6D71-4841-9C94-3DE7FCFB9230}">
                <p14:media xmlns:p14="http://schemas.microsoft.com/office/powerpoint/2010/main" r:embed="rId2">
                  <p14:trim st="4522" end="5339.875"/>
                </p14:media>
              </p:ext>
            </p:extLst>
          </p:nvPr>
        </p:nvPicPr>
        <p:blipFill>
          <a:blip r:embed="rId5"/>
          <a:stretch>
            <a:fillRect/>
          </a:stretch>
        </p:blipFill>
        <p:spPr>
          <a:xfrm>
            <a:off x="10777089" y="1229995"/>
            <a:ext cx="693017" cy="693017"/>
          </a:xfrm>
          <a:prstGeom prst="rect">
            <a:avLst/>
          </a:prstGeom>
        </p:spPr>
      </p:pic>
    </p:spTree>
    <p:extLst>
      <p:ext uri="{BB962C8B-B14F-4D97-AF65-F5344CB8AC3E}">
        <p14:creationId xmlns:p14="http://schemas.microsoft.com/office/powerpoint/2010/main" val="3685102267"/>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987" fill="hold"/>
                                        <p:tgtEl>
                                          <p:spTgt spid="9"/>
                                        </p:tgtEl>
                                      </p:cBhvr>
                                    </p:cmd>
                                  </p:childTnLst>
                                </p:cTn>
                              </p:par>
                            </p:childTnLst>
                          </p:cTn>
                        </p:par>
                      </p:childTnLst>
                    </p:cTn>
                  </p:par>
                  <p:par>
                    <p:cTn id="7" fill="hold">
                      <p:stCondLst>
                        <p:cond delay="indefinite"/>
                      </p:stCondLst>
                      <p:childTnLst>
                        <p:par>
                          <p:cTn id="8" fill="hold">
                            <p:stCondLst>
                              <p:cond delay="0"/>
                            </p:stCondLst>
                            <p:childTnLst>
                              <p:par>
                                <p:cTn id="9" presetID="22" presetClass="entr" presetSubtype="2"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right)">
                                      <p:cBhvr>
                                        <p:cTn id="11"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12" fill="hold" display="0">
                  <p:stCondLst>
                    <p:cond delay="indefinite"/>
                  </p:stCondLst>
                  <p:endCondLst>
                    <p:cond evt="onStopAudio" delay="0">
                      <p:tgtEl>
                        <p:sldTgt/>
                      </p:tgtEl>
                    </p:cond>
                  </p:endCondLst>
                </p:cTn>
                <p:tgtEl>
                  <p:spTgt spid="9"/>
                </p:tgtEl>
              </p:cMediaNode>
            </p:audio>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4">
            <a:alphaModFix amt="40000"/>
            <a:lum/>
          </a:blip>
          <a:srcRect/>
          <a:tile tx="0" ty="0" sx="100000" sy="100000" flip="none" algn="tl"/>
        </a:blipFill>
        <a:effectLst/>
      </p:bgPr>
    </p:bg>
    <p:spTree>
      <p:nvGrpSpPr>
        <p:cNvPr id="1" name="">
          <a:extLst>
            <a:ext uri="{FF2B5EF4-FFF2-40B4-BE49-F238E27FC236}">
              <a16:creationId xmlns:a16="http://schemas.microsoft.com/office/drawing/2014/main" id="{90AF8C26-8D4E-0290-0E56-477172A955DF}"/>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CCC54C5-4E74-C4A9-6833-C45E0061D7D9}"/>
              </a:ext>
            </a:extLst>
          </p:cNvPr>
          <p:cNvGraphicFramePr>
            <a:graphicFrameLocks noGrp="1"/>
          </p:cNvGraphicFramePr>
          <p:nvPr>
            <p:extLst/>
          </p:nvPr>
        </p:nvGraphicFramePr>
        <p:xfrm>
          <a:off x="1045297" y="1003848"/>
          <a:ext cx="10431613" cy="2472524"/>
        </p:xfrm>
        <a:graphic>
          <a:graphicData uri="http://schemas.openxmlformats.org/drawingml/2006/table">
            <a:tbl>
              <a:tblPr rtl="1">
                <a:tableStyleId>{5C22544A-7EE6-4342-B048-85BDC9FD1C3A}</a:tableStyleId>
              </a:tblPr>
              <a:tblGrid>
                <a:gridCol w="1885235">
                  <a:extLst>
                    <a:ext uri="{9D8B030D-6E8A-4147-A177-3AD203B41FA5}">
                      <a16:colId xmlns:a16="http://schemas.microsoft.com/office/drawing/2014/main" val="4174183585"/>
                    </a:ext>
                  </a:extLst>
                </a:gridCol>
                <a:gridCol w="2295525">
                  <a:extLst>
                    <a:ext uri="{9D8B030D-6E8A-4147-A177-3AD203B41FA5}">
                      <a16:colId xmlns:a16="http://schemas.microsoft.com/office/drawing/2014/main" val="1594425781"/>
                    </a:ext>
                  </a:extLst>
                </a:gridCol>
                <a:gridCol w="2085975">
                  <a:extLst>
                    <a:ext uri="{9D8B030D-6E8A-4147-A177-3AD203B41FA5}">
                      <a16:colId xmlns:a16="http://schemas.microsoft.com/office/drawing/2014/main" val="579746991"/>
                    </a:ext>
                  </a:extLst>
                </a:gridCol>
                <a:gridCol w="2095500">
                  <a:extLst>
                    <a:ext uri="{9D8B030D-6E8A-4147-A177-3AD203B41FA5}">
                      <a16:colId xmlns:a16="http://schemas.microsoft.com/office/drawing/2014/main" val="1229496556"/>
                    </a:ext>
                  </a:extLst>
                </a:gridCol>
                <a:gridCol w="2069378">
                  <a:extLst>
                    <a:ext uri="{9D8B030D-6E8A-4147-A177-3AD203B41FA5}">
                      <a16:colId xmlns:a16="http://schemas.microsoft.com/office/drawing/2014/main" val="1147820617"/>
                    </a:ext>
                  </a:extLst>
                </a:gridCol>
              </a:tblGrid>
              <a:tr h="1171070">
                <a:tc gridSpan="5">
                  <a:txBody>
                    <a:bodyPr/>
                    <a:lstStyle/>
                    <a:p>
                      <a:pPr algn="ctr" rtl="1" fontAlgn="t"/>
                      <a:r>
                        <a:rPr lang="ur-PK" sz="5400" b="0" i="0" u="none" strike="noStrike" dirty="0">
                          <a:solidFill>
                            <a:srgbClr val="000000"/>
                          </a:solidFill>
                          <a:effectLst>
                            <a:glow rad="228600">
                              <a:schemeClr val="accent4">
                                <a:satMod val="175000"/>
                                <a:alpha val="40000"/>
                              </a:schemeClr>
                            </a:glow>
                          </a:effectLst>
                          <a:latin typeface="Al Qalam Quran Majeed" panose="02010000000000000000" pitchFamily="2" charset="-78"/>
                          <a:cs typeface="Al Qalam Quran Majeed" panose="02010000000000000000" pitchFamily="2" charset="-78"/>
                        </a:rPr>
                        <a:t>اَبٰی وَ اسْتَكْبَرَ ؗۗ وَ كَانَ مِنَ الْكٰفِرِیْنَ۝۳۴</a:t>
                      </a:r>
                    </a:p>
                  </a:txBody>
                  <a:tcPr marL="7620" marR="7620" marT="762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4013700"/>
                  </a:ext>
                </a:extLst>
              </a:tr>
              <a:tr h="1301454">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اَبٰی</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وَ اسْتَكْبَرَ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وَكَانَ</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مِنَ</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الْكٰفِرِیْنَ</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0527990"/>
                  </a:ext>
                </a:extLst>
              </a:tr>
            </a:tbl>
          </a:graphicData>
        </a:graphic>
      </p:graphicFrame>
      <p:graphicFrame>
        <p:nvGraphicFramePr>
          <p:cNvPr id="10" name="Table 9">
            <a:extLst>
              <a:ext uri="{FF2B5EF4-FFF2-40B4-BE49-F238E27FC236}">
                <a16:creationId xmlns:a16="http://schemas.microsoft.com/office/drawing/2014/main" id="{0C8125FD-E986-48C3-B244-53B6FC3CB6F5}"/>
              </a:ext>
            </a:extLst>
          </p:cNvPr>
          <p:cNvGraphicFramePr>
            <a:graphicFrameLocks noGrp="1"/>
          </p:cNvGraphicFramePr>
          <p:nvPr>
            <p:extLst/>
          </p:nvPr>
        </p:nvGraphicFramePr>
        <p:xfrm>
          <a:off x="1038494" y="3508139"/>
          <a:ext cx="10431612" cy="2541671"/>
        </p:xfrm>
        <a:graphic>
          <a:graphicData uri="http://schemas.openxmlformats.org/drawingml/2006/table">
            <a:tbl>
              <a:tblPr rtl="1">
                <a:tableStyleId>{5C22544A-7EE6-4342-B048-85BDC9FD1C3A}</a:tableStyleId>
              </a:tblPr>
              <a:tblGrid>
                <a:gridCol w="1859381">
                  <a:extLst>
                    <a:ext uri="{9D8B030D-6E8A-4147-A177-3AD203B41FA5}">
                      <a16:colId xmlns:a16="http://schemas.microsoft.com/office/drawing/2014/main" val="4174183585"/>
                    </a:ext>
                  </a:extLst>
                </a:gridCol>
                <a:gridCol w="2299795">
                  <a:extLst>
                    <a:ext uri="{9D8B030D-6E8A-4147-A177-3AD203B41FA5}">
                      <a16:colId xmlns:a16="http://schemas.microsoft.com/office/drawing/2014/main" val="1594425781"/>
                    </a:ext>
                  </a:extLst>
                </a:gridCol>
                <a:gridCol w="2090812">
                  <a:extLst>
                    <a:ext uri="{9D8B030D-6E8A-4147-A177-3AD203B41FA5}">
                      <a16:colId xmlns:a16="http://schemas.microsoft.com/office/drawing/2014/main" val="4058562501"/>
                    </a:ext>
                  </a:extLst>
                </a:gridCol>
                <a:gridCol w="2090812">
                  <a:extLst>
                    <a:ext uri="{9D8B030D-6E8A-4147-A177-3AD203B41FA5}">
                      <a16:colId xmlns:a16="http://schemas.microsoft.com/office/drawing/2014/main" val="190637340"/>
                    </a:ext>
                  </a:extLst>
                </a:gridCol>
                <a:gridCol w="2090812">
                  <a:extLst>
                    <a:ext uri="{9D8B030D-6E8A-4147-A177-3AD203B41FA5}">
                      <a16:colId xmlns:a16="http://schemas.microsoft.com/office/drawing/2014/main" val="1212249600"/>
                    </a:ext>
                  </a:extLst>
                </a:gridCol>
              </a:tblGrid>
              <a:tr h="1386755">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 اس نے انکار  کیا</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اور اُس نے تکبر کیا</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اور وہ تھا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سے</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کفار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4707317"/>
                  </a:ext>
                </a:extLst>
              </a:tr>
              <a:tr h="1154916">
                <a:tc gridSpan="5">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 اس نے انکار اور تکبر کیا اور (نتیجۃً) کافروں میں سے ہو گیا</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28535534"/>
                  </a:ext>
                </a:extLst>
              </a:tr>
            </a:tbl>
          </a:graphicData>
        </a:graphic>
      </p:graphicFrame>
      <p:pic>
        <p:nvPicPr>
          <p:cNvPr id="9" name="002034">
            <a:hlinkClick r:id="" action="ppaction://media"/>
          </p:cNvPr>
          <p:cNvPicPr>
            <a:picLocks noChangeAspect="1"/>
          </p:cNvPicPr>
          <p:nvPr>
            <a:audioFile r:link="rId1"/>
            <p:extLst>
              <p:ext uri="{DAA4B4D4-6D71-4841-9C94-3DE7FCFB9230}">
                <p14:media xmlns:p14="http://schemas.microsoft.com/office/powerpoint/2010/main" r:embed="rId2">
                  <p14:trim st="11508" end="0.875"/>
                </p14:media>
              </p:ext>
            </p:extLst>
          </p:nvPr>
        </p:nvPicPr>
        <p:blipFill>
          <a:blip r:embed="rId5"/>
          <a:stretch>
            <a:fillRect/>
          </a:stretch>
        </p:blipFill>
        <p:spPr>
          <a:xfrm>
            <a:off x="10816394" y="1235661"/>
            <a:ext cx="617602" cy="617602"/>
          </a:xfrm>
          <a:prstGeom prst="rect">
            <a:avLst/>
          </a:prstGeom>
        </p:spPr>
      </p:pic>
    </p:spTree>
    <p:extLst>
      <p:ext uri="{BB962C8B-B14F-4D97-AF65-F5344CB8AC3E}">
        <p14:creationId xmlns:p14="http://schemas.microsoft.com/office/powerpoint/2010/main" val="1641414047"/>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340" fill="hold"/>
                                        <p:tgtEl>
                                          <p:spTgt spid="9"/>
                                        </p:tgtEl>
                                      </p:cBhvr>
                                    </p:cmd>
                                  </p:childTnLst>
                                </p:cTn>
                              </p:par>
                            </p:childTnLst>
                          </p:cTn>
                        </p:par>
                      </p:childTnLst>
                    </p:cTn>
                  </p:par>
                  <p:par>
                    <p:cTn id="7" fill="hold">
                      <p:stCondLst>
                        <p:cond delay="indefinite"/>
                      </p:stCondLst>
                      <p:childTnLst>
                        <p:par>
                          <p:cTn id="8" fill="hold">
                            <p:stCondLst>
                              <p:cond delay="0"/>
                            </p:stCondLst>
                            <p:childTnLst>
                              <p:par>
                                <p:cTn id="9" presetID="22" presetClass="entr" presetSubtype="2"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right)">
                                      <p:cBhvr>
                                        <p:cTn id="11"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12" fill="hold" display="0">
                  <p:stCondLst>
                    <p:cond delay="indefinite"/>
                  </p:stCondLst>
                  <p:endCondLst>
                    <p:cond evt="onStopAudio" delay="0">
                      <p:tgtEl>
                        <p:sldTgt/>
                      </p:tgtEl>
                    </p:cond>
                  </p:endCondLst>
                </p:cTn>
                <p:tgtEl>
                  <p:spTgt spid="9"/>
                </p:tgtEl>
              </p:cMediaNode>
            </p:audio>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blipFill dpi="0" rotWithShape="1">
          <a:blip r:embed="rId4">
            <a:alphaModFix amt="40000"/>
            <a:lum/>
          </a:blip>
          <a:srcRect/>
          <a:tile tx="0" ty="0" sx="100000" sy="100000" flip="none" algn="tl"/>
        </a:blipFill>
        <a:effectLst/>
      </p:bgPr>
    </p:bg>
    <p:spTree>
      <p:nvGrpSpPr>
        <p:cNvPr id="1" name="">
          <a:extLst>
            <a:ext uri="{FF2B5EF4-FFF2-40B4-BE49-F238E27FC236}">
              <a16:creationId xmlns:a16="http://schemas.microsoft.com/office/drawing/2014/main" id="{90AF8C26-8D4E-0290-0E56-477172A955DF}"/>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CCC54C5-4E74-C4A9-6833-C45E0061D7D9}"/>
              </a:ext>
            </a:extLst>
          </p:cNvPr>
          <p:cNvGraphicFramePr>
            <a:graphicFrameLocks noGrp="1"/>
          </p:cNvGraphicFramePr>
          <p:nvPr>
            <p:extLst/>
          </p:nvPr>
        </p:nvGraphicFramePr>
        <p:xfrm>
          <a:off x="1045297" y="1003848"/>
          <a:ext cx="10431613" cy="2472524"/>
        </p:xfrm>
        <a:graphic>
          <a:graphicData uri="http://schemas.openxmlformats.org/drawingml/2006/table">
            <a:tbl>
              <a:tblPr rtl="1">
                <a:tableStyleId>{5C22544A-7EE6-4342-B048-85BDC9FD1C3A}</a:tableStyleId>
              </a:tblPr>
              <a:tblGrid>
                <a:gridCol w="1732835">
                  <a:extLst>
                    <a:ext uri="{9D8B030D-6E8A-4147-A177-3AD203B41FA5}">
                      <a16:colId xmlns:a16="http://schemas.microsoft.com/office/drawing/2014/main" val="4174183585"/>
                    </a:ext>
                  </a:extLst>
                </a:gridCol>
                <a:gridCol w="1720962">
                  <a:extLst>
                    <a:ext uri="{9D8B030D-6E8A-4147-A177-3AD203B41FA5}">
                      <a16:colId xmlns:a16="http://schemas.microsoft.com/office/drawing/2014/main" val="1594425781"/>
                    </a:ext>
                  </a:extLst>
                </a:gridCol>
                <a:gridCol w="1744454">
                  <a:extLst>
                    <a:ext uri="{9D8B030D-6E8A-4147-A177-3AD203B41FA5}">
                      <a16:colId xmlns:a16="http://schemas.microsoft.com/office/drawing/2014/main" val="579746991"/>
                    </a:ext>
                  </a:extLst>
                </a:gridCol>
                <a:gridCol w="1744454">
                  <a:extLst>
                    <a:ext uri="{9D8B030D-6E8A-4147-A177-3AD203B41FA5}">
                      <a16:colId xmlns:a16="http://schemas.microsoft.com/office/drawing/2014/main" val="1229496556"/>
                    </a:ext>
                  </a:extLst>
                </a:gridCol>
                <a:gridCol w="1744454">
                  <a:extLst>
                    <a:ext uri="{9D8B030D-6E8A-4147-A177-3AD203B41FA5}">
                      <a16:colId xmlns:a16="http://schemas.microsoft.com/office/drawing/2014/main" val="1147820617"/>
                    </a:ext>
                  </a:extLst>
                </a:gridCol>
                <a:gridCol w="1744454">
                  <a:extLst>
                    <a:ext uri="{9D8B030D-6E8A-4147-A177-3AD203B41FA5}">
                      <a16:colId xmlns:a16="http://schemas.microsoft.com/office/drawing/2014/main" val="3120164188"/>
                    </a:ext>
                  </a:extLst>
                </a:gridCol>
              </a:tblGrid>
              <a:tr h="1171070">
                <a:tc gridSpan="6">
                  <a:txBody>
                    <a:bodyPr/>
                    <a:lstStyle/>
                    <a:p>
                      <a:pPr algn="ctr" rtl="1" fontAlgn="t"/>
                      <a:r>
                        <a:rPr lang="ur-PK" sz="5400" b="0" i="0" u="none" strike="noStrike" dirty="0">
                          <a:solidFill>
                            <a:srgbClr val="000000"/>
                          </a:solidFill>
                          <a:effectLst>
                            <a:glow rad="228600">
                              <a:schemeClr val="accent4">
                                <a:satMod val="175000"/>
                                <a:alpha val="40000"/>
                              </a:schemeClr>
                            </a:glow>
                          </a:effectLst>
                          <a:latin typeface="Al Qalam Quran Majeed" panose="02010000000000000000" pitchFamily="2" charset="-78"/>
                          <a:cs typeface="Al Qalam Quran Majeed" panose="02010000000000000000" pitchFamily="2" charset="-78"/>
                        </a:rPr>
                        <a:t>وَ قُلْنَا یٰۤاٰدَمُ اسْكُنْ اَنْتَ وَ زَوْجُكَ الْجَنَّةَ</a:t>
                      </a:r>
                    </a:p>
                  </a:txBody>
                  <a:tcPr marL="7620" marR="7620" marT="762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4013700"/>
                  </a:ext>
                </a:extLst>
              </a:tr>
              <a:tr h="1301454">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وَ قُلْنَا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یٰۤاٰدَمُ</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اسْكُنْ</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اَنْتَ</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وَ زَوْجُكَ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الْجَنَّةَ</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0527990"/>
                  </a:ext>
                </a:extLst>
              </a:tr>
            </a:tbl>
          </a:graphicData>
        </a:graphic>
      </p:graphicFrame>
      <p:graphicFrame>
        <p:nvGraphicFramePr>
          <p:cNvPr id="10" name="Table 9">
            <a:extLst>
              <a:ext uri="{FF2B5EF4-FFF2-40B4-BE49-F238E27FC236}">
                <a16:creationId xmlns:a16="http://schemas.microsoft.com/office/drawing/2014/main" id="{0C8125FD-E986-48C3-B244-53B6FC3CB6F5}"/>
              </a:ext>
            </a:extLst>
          </p:cNvPr>
          <p:cNvGraphicFramePr>
            <a:graphicFrameLocks noGrp="1"/>
          </p:cNvGraphicFramePr>
          <p:nvPr>
            <p:extLst/>
          </p:nvPr>
        </p:nvGraphicFramePr>
        <p:xfrm>
          <a:off x="1038492" y="3508139"/>
          <a:ext cx="10431614" cy="2541671"/>
        </p:xfrm>
        <a:graphic>
          <a:graphicData uri="http://schemas.openxmlformats.org/drawingml/2006/table">
            <a:tbl>
              <a:tblPr rtl="1">
                <a:tableStyleId>{5C22544A-7EE6-4342-B048-85BDC9FD1C3A}</a:tableStyleId>
              </a:tblPr>
              <a:tblGrid>
                <a:gridCol w="1723019">
                  <a:extLst>
                    <a:ext uri="{9D8B030D-6E8A-4147-A177-3AD203B41FA5}">
                      <a16:colId xmlns:a16="http://schemas.microsoft.com/office/drawing/2014/main" val="4174183585"/>
                    </a:ext>
                  </a:extLst>
                </a:gridCol>
                <a:gridCol w="1741719">
                  <a:extLst>
                    <a:ext uri="{9D8B030D-6E8A-4147-A177-3AD203B41FA5}">
                      <a16:colId xmlns:a16="http://schemas.microsoft.com/office/drawing/2014/main" val="1594425781"/>
                    </a:ext>
                  </a:extLst>
                </a:gridCol>
                <a:gridCol w="1741719">
                  <a:extLst>
                    <a:ext uri="{9D8B030D-6E8A-4147-A177-3AD203B41FA5}">
                      <a16:colId xmlns:a16="http://schemas.microsoft.com/office/drawing/2014/main" val="4058562501"/>
                    </a:ext>
                  </a:extLst>
                </a:gridCol>
                <a:gridCol w="1741719">
                  <a:extLst>
                    <a:ext uri="{9D8B030D-6E8A-4147-A177-3AD203B41FA5}">
                      <a16:colId xmlns:a16="http://schemas.microsoft.com/office/drawing/2014/main" val="190637340"/>
                    </a:ext>
                  </a:extLst>
                </a:gridCol>
                <a:gridCol w="1741719">
                  <a:extLst>
                    <a:ext uri="{9D8B030D-6E8A-4147-A177-3AD203B41FA5}">
                      <a16:colId xmlns:a16="http://schemas.microsoft.com/office/drawing/2014/main" val="1212249600"/>
                    </a:ext>
                  </a:extLst>
                </a:gridCol>
                <a:gridCol w="1741719">
                  <a:extLst>
                    <a:ext uri="{9D8B030D-6E8A-4147-A177-3AD203B41FA5}">
                      <a16:colId xmlns:a16="http://schemas.microsoft.com/office/drawing/2014/main" val="594185513"/>
                    </a:ext>
                  </a:extLst>
                </a:gridCol>
              </a:tblGrid>
              <a:tr h="1386755">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اور ہم نے کہا</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اے آدم!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تم </a:t>
                      </a:r>
                      <a:r>
                        <a:rPr lang="ur-PK" sz="4000" b="0" i="0" u="none" strike="noStrike">
                          <a:solidFill>
                            <a:srgbClr val="000000"/>
                          </a:solidFill>
                          <a:effectLst/>
                          <a:latin typeface="Jameel Noori Nastaleeq" panose="02000503000000020004" pitchFamily="2" charset="-78"/>
                          <a:cs typeface="Jameel Noori Nastaleeq" panose="02000503000000020004" pitchFamily="2" charset="-78"/>
                        </a:rPr>
                        <a:t>سکونت </a:t>
                      </a:r>
                    </a:p>
                    <a:p>
                      <a:pPr algn="ctr" rtl="1" fontAlgn="ctr"/>
                      <a:r>
                        <a:rPr lang="ur-PK" sz="4000" b="0" i="0" u="none" strike="noStrike">
                          <a:solidFill>
                            <a:srgbClr val="000000"/>
                          </a:solidFill>
                          <a:effectLst/>
                          <a:latin typeface="Jameel Noori Nastaleeq" panose="02000503000000020004" pitchFamily="2" charset="-78"/>
                          <a:cs typeface="Jameel Noori Nastaleeq" panose="02000503000000020004" pitchFamily="2" charset="-78"/>
                        </a:rPr>
                        <a:t>اختیا </a:t>
                      </a: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ر کرو</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تم</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اور تمہاری بیوی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جنت</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4707317"/>
                  </a:ext>
                </a:extLst>
              </a:tr>
              <a:tr h="1154916">
                <a:tc gridSpan="6">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اور ہم نے حکم دیا: اے آدم! تم اور تمہاری بیوی اس جنت میں رہائش رکھو</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28535534"/>
                  </a:ext>
                </a:extLst>
              </a:tr>
            </a:tbl>
          </a:graphicData>
        </a:graphic>
      </p:graphicFrame>
      <p:pic>
        <p:nvPicPr>
          <p:cNvPr id="3" name="002035">
            <a:hlinkClick r:id="" action="ppaction://media"/>
          </p:cNvPr>
          <p:cNvPicPr>
            <a:picLocks noChangeAspect="1"/>
          </p:cNvPicPr>
          <p:nvPr>
            <a:audioFile r:link="rId1"/>
            <p:extLst>
              <p:ext uri="{DAA4B4D4-6D71-4841-9C94-3DE7FCFB9230}">
                <p14:media xmlns:p14="http://schemas.microsoft.com/office/powerpoint/2010/main" r:embed="rId2">
                  <p14:trim end="12751.25"/>
                </p14:media>
              </p:ext>
            </p:extLst>
          </p:nvPr>
        </p:nvPicPr>
        <p:blipFill>
          <a:blip r:embed="rId5"/>
          <a:stretch>
            <a:fillRect/>
          </a:stretch>
        </p:blipFill>
        <p:spPr>
          <a:xfrm>
            <a:off x="10819780" y="1322499"/>
            <a:ext cx="657130" cy="657130"/>
          </a:xfrm>
          <a:prstGeom prst="rect">
            <a:avLst/>
          </a:prstGeom>
        </p:spPr>
      </p:pic>
    </p:spTree>
    <p:extLst>
      <p:ext uri="{BB962C8B-B14F-4D97-AF65-F5344CB8AC3E}">
        <p14:creationId xmlns:p14="http://schemas.microsoft.com/office/powerpoint/2010/main" val="886112777"/>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807"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22" presetClass="entr" presetSubtype="2"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right)">
                                      <p:cBhvr>
                                        <p:cTn id="11"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12" fill="hold" display="0">
                  <p:stCondLst>
                    <p:cond delay="indefinite"/>
                  </p:stCondLst>
                  <p:endCondLst>
                    <p:cond evt="onStopAudio" delay="0">
                      <p:tgtEl>
                        <p:sldTgt/>
                      </p:tgtEl>
                    </p:cond>
                  </p:endCondLst>
                </p:cTn>
                <p:tgtEl>
                  <p:spTgt spid="3"/>
                </p:tgtEl>
              </p:cMediaNode>
            </p:audio>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blipFill dpi="0" rotWithShape="1">
          <a:blip r:embed="rId4">
            <a:alphaModFix amt="40000"/>
            <a:lum/>
          </a:blip>
          <a:srcRect/>
          <a:tile tx="0" ty="0" sx="100000" sy="100000" flip="none" algn="tl"/>
        </a:blipFill>
        <a:effectLst/>
      </p:bgPr>
    </p:bg>
    <p:spTree>
      <p:nvGrpSpPr>
        <p:cNvPr id="1" name="">
          <a:extLst>
            <a:ext uri="{FF2B5EF4-FFF2-40B4-BE49-F238E27FC236}">
              <a16:creationId xmlns:a16="http://schemas.microsoft.com/office/drawing/2014/main" id="{90AF8C26-8D4E-0290-0E56-477172A955DF}"/>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CCC54C5-4E74-C4A9-6833-C45E0061D7D9}"/>
              </a:ext>
            </a:extLst>
          </p:cNvPr>
          <p:cNvGraphicFramePr>
            <a:graphicFrameLocks noGrp="1"/>
          </p:cNvGraphicFramePr>
          <p:nvPr>
            <p:extLst/>
          </p:nvPr>
        </p:nvGraphicFramePr>
        <p:xfrm>
          <a:off x="1045297" y="1003848"/>
          <a:ext cx="10431613" cy="2472524"/>
        </p:xfrm>
        <a:graphic>
          <a:graphicData uri="http://schemas.openxmlformats.org/drawingml/2006/table">
            <a:tbl>
              <a:tblPr rtl="1">
                <a:tableStyleId>{5C22544A-7EE6-4342-B048-85BDC9FD1C3A}</a:tableStyleId>
              </a:tblPr>
              <a:tblGrid>
                <a:gridCol w="2066210">
                  <a:extLst>
                    <a:ext uri="{9D8B030D-6E8A-4147-A177-3AD203B41FA5}">
                      <a16:colId xmlns:a16="http://schemas.microsoft.com/office/drawing/2014/main" val="4174183585"/>
                    </a:ext>
                  </a:extLst>
                </a:gridCol>
                <a:gridCol w="2081138">
                  <a:extLst>
                    <a:ext uri="{9D8B030D-6E8A-4147-A177-3AD203B41FA5}">
                      <a16:colId xmlns:a16="http://schemas.microsoft.com/office/drawing/2014/main" val="1594425781"/>
                    </a:ext>
                  </a:extLst>
                </a:gridCol>
                <a:gridCol w="2094755">
                  <a:extLst>
                    <a:ext uri="{9D8B030D-6E8A-4147-A177-3AD203B41FA5}">
                      <a16:colId xmlns:a16="http://schemas.microsoft.com/office/drawing/2014/main" val="579746991"/>
                    </a:ext>
                  </a:extLst>
                </a:gridCol>
                <a:gridCol w="2094755">
                  <a:extLst>
                    <a:ext uri="{9D8B030D-6E8A-4147-A177-3AD203B41FA5}">
                      <a16:colId xmlns:a16="http://schemas.microsoft.com/office/drawing/2014/main" val="1229496556"/>
                    </a:ext>
                  </a:extLst>
                </a:gridCol>
                <a:gridCol w="2094755">
                  <a:extLst>
                    <a:ext uri="{9D8B030D-6E8A-4147-A177-3AD203B41FA5}">
                      <a16:colId xmlns:a16="http://schemas.microsoft.com/office/drawing/2014/main" val="1147820617"/>
                    </a:ext>
                  </a:extLst>
                </a:gridCol>
              </a:tblGrid>
              <a:tr h="1171070">
                <a:tc gridSpan="5">
                  <a:txBody>
                    <a:bodyPr/>
                    <a:lstStyle/>
                    <a:p>
                      <a:pPr algn="ctr" rtl="1" fontAlgn="t"/>
                      <a:r>
                        <a:rPr lang="ur-PK" sz="5400" b="0" i="0" u="none" strike="noStrike" dirty="0">
                          <a:solidFill>
                            <a:srgbClr val="000000"/>
                          </a:solidFill>
                          <a:effectLst>
                            <a:glow rad="228600">
                              <a:schemeClr val="accent4">
                                <a:satMod val="175000"/>
                                <a:alpha val="40000"/>
                              </a:schemeClr>
                            </a:glow>
                          </a:effectLst>
                          <a:latin typeface="Al Qalam Quran Majeed" panose="02010000000000000000" pitchFamily="2" charset="-78"/>
                          <a:cs typeface="Al Qalam Quran Majeed" panose="02010000000000000000" pitchFamily="2" charset="-78"/>
                        </a:rPr>
                        <a:t>وَ كُلَا مِنْهَا رَغَدًا حَیْثُ شِئْتُمَا ۪</a:t>
                      </a:r>
                    </a:p>
                  </a:txBody>
                  <a:tcPr marL="7620" marR="7620" marT="762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4013700"/>
                  </a:ext>
                </a:extLst>
              </a:tr>
              <a:tr h="1301454">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وَ كُلَا</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مِنْهَا</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رَغَدًا</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حَیْثُ</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شِئْتُمَا</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0527990"/>
                  </a:ext>
                </a:extLst>
              </a:tr>
            </a:tbl>
          </a:graphicData>
        </a:graphic>
      </p:graphicFrame>
      <p:graphicFrame>
        <p:nvGraphicFramePr>
          <p:cNvPr id="10" name="Table 9">
            <a:extLst>
              <a:ext uri="{FF2B5EF4-FFF2-40B4-BE49-F238E27FC236}">
                <a16:creationId xmlns:a16="http://schemas.microsoft.com/office/drawing/2014/main" id="{0C8125FD-E986-48C3-B244-53B6FC3CB6F5}"/>
              </a:ext>
            </a:extLst>
          </p:cNvPr>
          <p:cNvGraphicFramePr>
            <a:graphicFrameLocks noGrp="1"/>
          </p:cNvGraphicFramePr>
          <p:nvPr>
            <p:extLst/>
          </p:nvPr>
        </p:nvGraphicFramePr>
        <p:xfrm>
          <a:off x="1038494" y="3508139"/>
          <a:ext cx="10431612" cy="2541671"/>
        </p:xfrm>
        <a:graphic>
          <a:graphicData uri="http://schemas.openxmlformats.org/drawingml/2006/table">
            <a:tbl>
              <a:tblPr rtl="1">
                <a:tableStyleId>{5C22544A-7EE6-4342-B048-85BDC9FD1C3A}</a:tableStyleId>
              </a:tblPr>
              <a:tblGrid>
                <a:gridCol w="2068364">
                  <a:extLst>
                    <a:ext uri="{9D8B030D-6E8A-4147-A177-3AD203B41FA5}">
                      <a16:colId xmlns:a16="http://schemas.microsoft.com/office/drawing/2014/main" val="4174183585"/>
                    </a:ext>
                  </a:extLst>
                </a:gridCol>
                <a:gridCol w="2090812">
                  <a:extLst>
                    <a:ext uri="{9D8B030D-6E8A-4147-A177-3AD203B41FA5}">
                      <a16:colId xmlns:a16="http://schemas.microsoft.com/office/drawing/2014/main" val="1594425781"/>
                    </a:ext>
                  </a:extLst>
                </a:gridCol>
                <a:gridCol w="2090812">
                  <a:extLst>
                    <a:ext uri="{9D8B030D-6E8A-4147-A177-3AD203B41FA5}">
                      <a16:colId xmlns:a16="http://schemas.microsoft.com/office/drawing/2014/main" val="4058562501"/>
                    </a:ext>
                  </a:extLst>
                </a:gridCol>
                <a:gridCol w="2090812">
                  <a:extLst>
                    <a:ext uri="{9D8B030D-6E8A-4147-A177-3AD203B41FA5}">
                      <a16:colId xmlns:a16="http://schemas.microsoft.com/office/drawing/2014/main" val="190637340"/>
                    </a:ext>
                  </a:extLst>
                </a:gridCol>
                <a:gridCol w="2090812">
                  <a:extLst>
                    <a:ext uri="{9D8B030D-6E8A-4147-A177-3AD203B41FA5}">
                      <a16:colId xmlns:a16="http://schemas.microsoft.com/office/drawing/2014/main" val="1212249600"/>
                    </a:ext>
                  </a:extLst>
                </a:gridCol>
              </a:tblGrid>
              <a:tr h="1386755">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اور تم دونوں کھاؤ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اس میں سے</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جو چاہو</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جہاں سے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تم دونوں  نے چاہا</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4707317"/>
                  </a:ext>
                </a:extLst>
              </a:tr>
              <a:tr h="1154916">
                <a:tc gridSpan="5">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اور تم دونوں اس میں سے جو چاہو، جہاں سے چاہو کھاؤ</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28535534"/>
                  </a:ext>
                </a:extLst>
              </a:tr>
            </a:tbl>
          </a:graphicData>
        </a:graphic>
      </p:graphicFrame>
      <p:pic>
        <p:nvPicPr>
          <p:cNvPr id="3" name="002035">
            <a:hlinkClick r:id="" action="ppaction://media"/>
            <a:extLst>
              <a:ext uri="{FF2B5EF4-FFF2-40B4-BE49-F238E27FC236}">
                <a16:creationId xmlns:a16="http://schemas.microsoft.com/office/drawing/2014/main" id="{CD743B47-33F5-8096-5E32-CD7D5AA340D5}"/>
              </a:ext>
            </a:extLst>
          </p:cNvPr>
          <p:cNvPicPr>
            <a:picLocks noChangeAspect="1"/>
          </p:cNvPicPr>
          <p:nvPr>
            <a:audioFile r:link="rId1"/>
            <p:extLst>
              <p:ext uri="{DAA4B4D4-6D71-4841-9C94-3DE7FCFB9230}">
                <p14:media xmlns:p14="http://schemas.microsoft.com/office/powerpoint/2010/main" r:embed="rId2">
                  <p14:trim st="7806" end="9032.25"/>
                </p14:media>
              </p:ext>
            </p:extLst>
          </p:nvPr>
        </p:nvPicPr>
        <p:blipFill>
          <a:blip r:embed="rId5"/>
          <a:stretch>
            <a:fillRect/>
          </a:stretch>
        </p:blipFill>
        <p:spPr>
          <a:xfrm>
            <a:off x="10744053" y="1294325"/>
            <a:ext cx="607767" cy="607767"/>
          </a:xfrm>
          <a:prstGeom prst="rect">
            <a:avLst/>
          </a:prstGeom>
        </p:spPr>
      </p:pic>
    </p:spTree>
    <p:extLst>
      <p:ext uri="{BB962C8B-B14F-4D97-AF65-F5344CB8AC3E}">
        <p14:creationId xmlns:p14="http://schemas.microsoft.com/office/powerpoint/2010/main" val="930948005"/>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2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22" presetClass="entr" presetSubtype="2"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right)">
                                      <p:cBhvr>
                                        <p:cTn id="11"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12" fill="hold" display="0">
                  <p:stCondLst>
                    <p:cond delay="indefinite"/>
                  </p:stCondLst>
                  <p:endCondLst>
                    <p:cond evt="onStopAudio" delay="0">
                      <p:tgtEl>
                        <p:sldTgt/>
                      </p:tgtEl>
                    </p:cond>
                  </p:endCondLst>
                </p:cTn>
                <p:tgtEl>
                  <p:spTgt spid="3"/>
                </p:tgtEl>
              </p:cMediaNode>
            </p:audio>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blipFill dpi="0" rotWithShape="1">
          <a:blip r:embed="rId4">
            <a:alphaModFix amt="40000"/>
            <a:lum/>
          </a:blip>
          <a:srcRect/>
          <a:tile tx="0" ty="0" sx="100000" sy="100000" flip="none" algn="tl"/>
        </a:blipFill>
        <a:effectLst/>
      </p:bgPr>
    </p:bg>
    <p:spTree>
      <p:nvGrpSpPr>
        <p:cNvPr id="1" name="">
          <a:extLst>
            <a:ext uri="{FF2B5EF4-FFF2-40B4-BE49-F238E27FC236}">
              <a16:creationId xmlns:a16="http://schemas.microsoft.com/office/drawing/2014/main" id="{90AF8C26-8D4E-0290-0E56-477172A955DF}"/>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CCC54C5-4E74-C4A9-6833-C45E0061D7D9}"/>
              </a:ext>
            </a:extLst>
          </p:cNvPr>
          <p:cNvGraphicFramePr>
            <a:graphicFrameLocks noGrp="1"/>
          </p:cNvGraphicFramePr>
          <p:nvPr>
            <p:extLst/>
          </p:nvPr>
        </p:nvGraphicFramePr>
        <p:xfrm>
          <a:off x="656515" y="996137"/>
          <a:ext cx="10820396" cy="2549510"/>
        </p:xfrm>
        <a:graphic>
          <a:graphicData uri="http://schemas.openxmlformats.org/drawingml/2006/table">
            <a:tbl>
              <a:tblPr rtl="1">
                <a:tableStyleId>{5C22544A-7EE6-4342-B048-85BDC9FD1C3A}</a:tableStyleId>
              </a:tblPr>
              <a:tblGrid>
                <a:gridCol w="1519026">
                  <a:extLst>
                    <a:ext uri="{9D8B030D-6E8A-4147-A177-3AD203B41FA5}">
                      <a16:colId xmlns:a16="http://schemas.microsoft.com/office/drawing/2014/main" val="4174183585"/>
                    </a:ext>
                  </a:extLst>
                </a:gridCol>
                <a:gridCol w="1550228">
                  <a:extLst>
                    <a:ext uri="{9D8B030D-6E8A-4147-A177-3AD203B41FA5}">
                      <a16:colId xmlns:a16="http://schemas.microsoft.com/office/drawing/2014/main" val="1594425781"/>
                    </a:ext>
                  </a:extLst>
                </a:gridCol>
                <a:gridCol w="1420012">
                  <a:extLst>
                    <a:ext uri="{9D8B030D-6E8A-4147-A177-3AD203B41FA5}">
                      <a16:colId xmlns:a16="http://schemas.microsoft.com/office/drawing/2014/main" val="579746991"/>
                    </a:ext>
                  </a:extLst>
                </a:gridCol>
                <a:gridCol w="1680445">
                  <a:extLst>
                    <a:ext uri="{9D8B030D-6E8A-4147-A177-3AD203B41FA5}">
                      <a16:colId xmlns:a16="http://schemas.microsoft.com/office/drawing/2014/main" val="1229496556"/>
                    </a:ext>
                  </a:extLst>
                </a:gridCol>
                <a:gridCol w="1550228">
                  <a:extLst>
                    <a:ext uri="{9D8B030D-6E8A-4147-A177-3AD203B41FA5}">
                      <a16:colId xmlns:a16="http://schemas.microsoft.com/office/drawing/2014/main" val="1147820617"/>
                    </a:ext>
                  </a:extLst>
                </a:gridCol>
                <a:gridCol w="1425497">
                  <a:extLst>
                    <a:ext uri="{9D8B030D-6E8A-4147-A177-3AD203B41FA5}">
                      <a16:colId xmlns:a16="http://schemas.microsoft.com/office/drawing/2014/main" val="3276072291"/>
                    </a:ext>
                  </a:extLst>
                </a:gridCol>
                <a:gridCol w="1674960">
                  <a:extLst>
                    <a:ext uri="{9D8B030D-6E8A-4147-A177-3AD203B41FA5}">
                      <a16:colId xmlns:a16="http://schemas.microsoft.com/office/drawing/2014/main" val="4114201689"/>
                    </a:ext>
                  </a:extLst>
                </a:gridCol>
              </a:tblGrid>
              <a:tr h="1207533">
                <a:tc gridSpan="7">
                  <a:txBody>
                    <a:bodyPr/>
                    <a:lstStyle/>
                    <a:p>
                      <a:pPr algn="ctr" rtl="1" fontAlgn="t"/>
                      <a:r>
                        <a:rPr lang="ur-PK" sz="5400" b="0" i="0" u="none" strike="noStrike" dirty="0">
                          <a:solidFill>
                            <a:srgbClr val="000000"/>
                          </a:solidFill>
                          <a:effectLst>
                            <a:glow rad="228600">
                              <a:schemeClr val="accent4">
                                <a:satMod val="175000"/>
                                <a:alpha val="40000"/>
                              </a:schemeClr>
                            </a:glow>
                          </a:effectLst>
                          <a:latin typeface="Al Qalam Quran Majeed" panose="02010000000000000000" pitchFamily="2" charset="-78"/>
                          <a:cs typeface="Al Qalam Quran Majeed" panose="02010000000000000000" pitchFamily="2" charset="-78"/>
                        </a:rPr>
                        <a:t>وَ لَا تَقْرَبَا هٰذِهِ الشَّجَرَةَ فَتَكُوْنَا مِنَ الظّٰلِمِیْنَ۝۳۵</a:t>
                      </a:r>
                    </a:p>
                  </a:txBody>
                  <a:tcPr marL="7620" marR="7620" marT="762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t"/>
                      <a:endParaRPr lang="ur-PK" sz="4800" b="0" i="0" u="none" strike="noStrike" dirty="0">
                        <a:solidFill>
                          <a:srgbClr val="000000"/>
                        </a:solidFill>
                        <a:effectLst/>
                        <a:latin typeface="Al Qalam Quran Majeed" panose="02010000000000000000" pitchFamily="2" charset="-78"/>
                        <a:cs typeface="Al Qalam Quran Majeed" panose="02010000000000000000"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4013700"/>
                  </a:ext>
                </a:extLst>
              </a:tr>
              <a:tr h="1341977">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وَ</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لَا تَقْرَبَا</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هٰذِهِ</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الشَّجَرَةَ</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فَتَكُوْنَا</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مِنَ</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800" b="0" i="0" u="none" strike="noStrike" dirty="0">
                          <a:solidFill>
                            <a:srgbClr val="000000"/>
                          </a:solidFill>
                          <a:effectLst/>
                          <a:latin typeface="Al Qalam Quran Majeed" panose="02010000000000000000" pitchFamily="2" charset="-78"/>
                          <a:cs typeface="Al Qalam Quran Majeed" panose="02010000000000000000" pitchFamily="2" charset="-78"/>
                        </a:rPr>
                        <a:t>الظّٰلِمِیْنَ</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0527990"/>
                  </a:ext>
                </a:extLst>
              </a:tr>
            </a:tbl>
          </a:graphicData>
        </a:graphic>
      </p:graphicFrame>
      <p:graphicFrame>
        <p:nvGraphicFramePr>
          <p:cNvPr id="10" name="Table 9">
            <a:extLst>
              <a:ext uri="{FF2B5EF4-FFF2-40B4-BE49-F238E27FC236}">
                <a16:creationId xmlns:a16="http://schemas.microsoft.com/office/drawing/2014/main" id="{0C8125FD-E986-48C3-B244-53B6FC3CB6F5}"/>
              </a:ext>
            </a:extLst>
          </p:cNvPr>
          <p:cNvGraphicFramePr>
            <a:graphicFrameLocks noGrp="1"/>
          </p:cNvGraphicFramePr>
          <p:nvPr>
            <p:extLst/>
          </p:nvPr>
        </p:nvGraphicFramePr>
        <p:xfrm>
          <a:off x="656513" y="3586532"/>
          <a:ext cx="10820398" cy="2620810"/>
        </p:xfrm>
        <a:graphic>
          <a:graphicData uri="http://schemas.openxmlformats.org/drawingml/2006/table">
            <a:tbl>
              <a:tblPr rtl="1">
                <a:tableStyleId>{5C22544A-7EE6-4342-B048-85BDC9FD1C3A}</a:tableStyleId>
              </a:tblPr>
              <a:tblGrid>
                <a:gridCol w="1531523">
                  <a:extLst>
                    <a:ext uri="{9D8B030D-6E8A-4147-A177-3AD203B41FA5}">
                      <a16:colId xmlns:a16="http://schemas.microsoft.com/office/drawing/2014/main" val="4174183585"/>
                    </a:ext>
                  </a:extLst>
                </a:gridCol>
                <a:gridCol w="1548146">
                  <a:extLst>
                    <a:ext uri="{9D8B030D-6E8A-4147-A177-3AD203B41FA5}">
                      <a16:colId xmlns:a16="http://schemas.microsoft.com/office/drawing/2014/main" val="1594425781"/>
                    </a:ext>
                  </a:extLst>
                </a:gridCol>
                <a:gridCol w="1388169">
                  <a:extLst>
                    <a:ext uri="{9D8B030D-6E8A-4147-A177-3AD203B41FA5}">
                      <a16:colId xmlns:a16="http://schemas.microsoft.com/office/drawing/2014/main" val="4058562501"/>
                    </a:ext>
                  </a:extLst>
                </a:gridCol>
                <a:gridCol w="1708123">
                  <a:extLst>
                    <a:ext uri="{9D8B030D-6E8A-4147-A177-3AD203B41FA5}">
                      <a16:colId xmlns:a16="http://schemas.microsoft.com/office/drawing/2014/main" val="190637340"/>
                    </a:ext>
                  </a:extLst>
                </a:gridCol>
                <a:gridCol w="1548146">
                  <a:extLst>
                    <a:ext uri="{9D8B030D-6E8A-4147-A177-3AD203B41FA5}">
                      <a16:colId xmlns:a16="http://schemas.microsoft.com/office/drawing/2014/main" val="1212249600"/>
                    </a:ext>
                  </a:extLst>
                </a:gridCol>
                <a:gridCol w="1428645">
                  <a:extLst>
                    <a:ext uri="{9D8B030D-6E8A-4147-A177-3AD203B41FA5}">
                      <a16:colId xmlns:a16="http://schemas.microsoft.com/office/drawing/2014/main" val="2035947119"/>
                    </a:ext>
                  </a:extLst>
                </a:gridCol>
                <a:gridCol w="1667646">
                  <a:extLst>
                    <a:ext uri="{9D8B030D-6E8A-4147-A177-3AD203B41FA5}">
                      <a16:colId xmlns:a16="http://schemas.microsoft.com/office/drawing/2014/main" val="304313627"/>
                    </a:ext>
                  </a:extLst>
                </a:gridCol>
              </a:tblGrid>
              <a:tr h="1429934">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اور</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تم دونوں قریب نہ جانا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اس</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درخت</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پس تم دونوں ہو جاؤ</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سے</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ظلم کرنے والے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4707317"/>
                  </a:ext>
                </a:extLst>
              </a:tr>
              <a:tr h="1190876">
                <a:tc gridSpan="7">
                  <a:txBody>
                    <a:bodyPr/>
                    <a:lstStyle/>
                    <a:p>
                      <a:pPr algn="ctr" rtl="1" fontAlgn="ctr"/>
                      <a:r>
                        <a:rPr lang="ur-PK" sz="4000" b="0" i="0" u="none" strike="noStrike" dirty="0">
                          <a:solidFill>
                            <a:srgbClr val="000000"/>
                          </a:solidFill>
                          <a:effectLst/>
                          <a:latin typeface="Jameel Noori Nastaleeq" panose="02000503000000020004" pitchFamily="2" charset="-78"/>
                          <a:cs typeface="Jameel Noori Nastaleeq" panose="02000503000000020004" pitchFamily="2" charset="-78"/>
                        </a:rPr>
                        <a:t> مگر اس درخت کے قریب نہ جانا ورنہ حد سے بڑھنے والوں میں (شامل) ہو جاؤ گے</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rtl="1" fontAlgn="ctr"/>
                      <a:endParaRPr lang="ur-PK" sz="3600" b="0" i="0" u="none" strike="noStrike" dirty="0">
                        <a:solidFill>
                          <a:srgbClr val="000000"/>
                        </a:solidFill>
                        <a:effectLst/>
                        <a:latin typeface="Jameel Noori Nastaleeq" panose="02000503000000020004" pitchFamily="2" charset="-78"/>
                        <a:cs typeface="Jameel Noori Nastaleeq" panose="02000503000000020004" pitchFamily="2" charset="-78"/>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28535534"/>
                  </a:ext>
                </a:extLst>
              </a:tr>
            </a:tbl>
          </a:graphicData>
        </a:graphic>
      </p:graphicFrame>
      <p:pic>
        <p:nvPicPr>
          <p:cNvPr id="3" name="002035">
            <a:hlinkClick r:id="" action="ppaction://media"/>
            <a:extLst>
              <a:ext uri="{FF2B5EF4-FFF2-40B4-BE49-F238E27FC236}">
                <a16:creationId xmlns:a16="http://schemas.microsoft.com/office/drawing/2014/main" id="{27A9D6E7-86C9-22AB-1EB8-F4889705B141}"/>
              </a:ext>
            </a:extLst>
          </p:cNvPr>
          <p:cNvPicPr>
            <a:picLocks noChangeAspect="1"/>
          </p:cNvPicPr>
          <p:nvPr>
            <a:audioFile r:link="rId1"/>
            <p:extLst>
              <p:ext uri="{DAA4B4D4-6D71-4841-9C94-3DE7FCFB9230}">
                <p14:media xmlns:p14="http://schemas.microsoft.com/office/powerpoint/2010/main" r:embed="rId2">
                  <p14:trim st="11525" end="0.25"/>
                </p14:media>
              </p:ext>
            </p:extLst>
          </p:nvPr>
        </p:nvPicPr>
        <p:blipFill>
          <a:blip r:embed="rId5"/>
          <a:stretch>
            <a:fillRect/>
          </a:stretch>
        </p:blipFill>
        <p:spPr>
          <a:xfrm>
            <a:off x="10943502" y="1322498"/>
            <a:ext cx="675983" cy="675983"/>
          </a:xfrm>
          <a:prstGeom prst="rect">
            <a:avLst/>
          </a:prstGeom>
        </p:spPr>
      </p:pic>
    </p:spTree>
    <p:extLst>
      <p:ext uri="{BB962C8B-B14F-4D97-AF65-F5344CB8AC3E}">
        <p14:creationId xmlns:p14="http://schemas.microsoft.com/office/powerpoint/2010/main" val="2839903119"/>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9033"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22" presetClass="entr" presetSubtype="2"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right)">
                                      <p:cBhvr>
                                        <p:cTn id="11"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12" fill="hold" display="0">
                  <p:stCondLst>
                    <p:cond delay="indefinite"/>
                  </p:stCondLst>
                  <p:endCondLst>
                    <p:cond evt="onStopAudio" delay="0">
                      <p:tgtEl>
                        <p:sldTgt/>
                      </p:tgtEl>
                    </p:cond>
                  </p:endCondLst>
                </p:cTn>
                <p:tgtEl>
                  <p:spTgt spid="3"/>
                </p:tgtEl>
              </p:cMediaNode>
            </p:audio>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grpSp>
        <p:nvGrpSpPr>
          <p:cNvPr id="2" name="Group 2"/>
          <p:cNvGrpSpPr/>
          <p:nvPr/>
        </p:nvGrpSpPr>
        <p:grpSpPr>
          <a:xfrm>
            <a:off x="11194473" y="0"/>
            <a:ext cx="997527" cy="6858000"/>
            <a:chOff x="0" y="0"/>
            <a:chExt cx="400694" cy="3472227"/>
          </a:xfrm>
        </p:grpSpPr>
        <p:sp>
          <p:nvSpPr>
            <p:cNvPr id="3" name="Freeform 3"/>
            <p:cNvSpPr/>
            <p:nvPr/>
          </p:nvSpPr>
          <p:spPr>
            <a:xfrm>
              <a:off x="0" y="0"/>
              <a:ext cx="400694" cy="3472226"/>
            </a:xfrm>
            <a:custGeom>
              <a:avLst/>
              <a:gdLst/>
              <a:ahLst/>
              <a:cxnLst/>
              <a:rect l="l" t="t" r="r" b="b"/>
              <a:pathLst>
                <a:path w="400694" h="3472226">
                  <a:moveTo>
                    <a:pt x="0" y="0"/>
                  </a:moveTo>
                  <a:lnTo>
                    <a:pt x="400694" y="0"/>
                  </a:lnTo>
                  <a:lnTo>
                    <a:pt x="400694" y="3472226"/>
                  </a:lnTo>
                  <a:lnTo>
                    <a:pt x="0" y="3472226"/>
                  </a:lnTo>
                  <a:close/>
                </a:path>
              </a:pathLst>
            </a:custGeom>
            <a:solidFill>
              <a:srgbClr val="106861"/>
            </a:solidFill>
          </p:spPr>
        </p:sp>
        <p:sp>
          <p:nvSpPr>
            <p:cNvPr id="4" name="TextBox 4"/>
            <p:cNvSpPr txBox="1"/>
            <p:nvPr/>
          </p:nvSpPr>
          <p:spPr>
            <a:xfrm>
              <a:off x="0" y="-19050"/>
              <a:ext cx="400694" cy="3491277"/>
            </a:xfrm>
            <a:prstGeom prst="rect">
              <a:avLst/>
            </a:prstGeom>
          </p:spPr>
          <p:txBody>
            <a:bodyPr lIns="33867" tIns="33867" rIns="33867" bIns="33867" rtlCol="0" anchor="ctr"/>
            <a:lstStyle/>
            <a:p>
              <a:pPr marL="0" marR="0" lvl="0" indent="0" algn="ctr" defTabSz="609630" rtl="0" eaLnBrk="1" fontAlgn="auto" latinLnBrk="0" hangingPunct="1">
                <a:lnSpc>
                  <a:spcPts val="1906"/>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Freeform 5"/>
          <p:cNvSpPr/>
          <p:nvPr/>
        </p:nvSpPr>
        <p:spPr>
          <a:xfrm>
            <a:off x="10518469" y="183369"/>
            <a:ext cx="1414522" cy="1414522"/>
          </a:xfrm>
          <a:custGeom>
            <a:avLst/>
            <a:gdLst/>
            <a:ahLst/>
            <a:cxnLst/>
            <a:rect l="l" t="t" r="r" b="b"/>
            <a:pathLst>
              <a:path w="2303844" h="2303844">
                <a:moveTo>
                  <a:pt x="0" y="0"/>
                </a:moveTo>
                <a:lnTo>
                  <a:pt x="2303843" y="0"/>
                </a:lnTo>
                <a:lnTo>
                  <a:pt x="2303843" y="2303844"/>
                </a:lnTo>
                <a:lnTo>
                  <a:pt x="0" y="2303844"/>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grpSp>
        <p:nvGrpSpPr>
          <p:cNvPr id="6" name="Group 6"/>
          <p:cNvGrpSpPr/>
          <p:nvPr/>
        </p:nvGrpSpPr>
        <p:grpSpPr>
          <a:xfrm>
            <a:off x="10648119" y="326394"/>
            <a:ext cx="1151087" cy="1151082"/>
            <a:chOff x="50951" y="0"/>
            <a:chExt cx="6350000" cy="6349975"/>
          </a:xfrm>
        </p:grpSpPr>
        <p:sp>
          <p:nvSpPr>
            <p:cNvPr id="7" name="Freeform 7"/>
            <p:cNvSpPr/>
            <p:nvPr/>
          </p:nvSpPr>
          <p:spPr>
            <a:xfrm>
              <a:off x="50951"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4"/>
              <a:stretch>
                <a:fillRect/>
              </a:stretch>
            </a:blipFill>
          </p:spPr>
        </p:sp>
      </p:grpSp>
      <p:sp>
        <p:nvSpPr>
          <p:cNvPr id="13" name="Freeform 12">
            <a:extLst>
              <a:ext uri="{FF2B5EF4-FFF2-40B4-BE49-F238E27FC236}">
                <a16:creationId xmlns:a16="http://schemas.microsoft.com/office/drawing/2014/main" id="{95631775-C5BF-47FF-A9EB-C36FA140C048}"/>
              </a:ext>
            </a:extLst>
          </p:cNvPr>
          <p:cNvSpPr/>
          <p:nvPr/>
        </p:nvSpPr>
        <p:spPr>
          <a:xfrm>
            <a:off x="9587614" y="88655"/>
            <a:ext cx="2537714" cy="1388821"/>
          </a:xfrm>
          <a:custGeom>
            <a:avLst/>
            <a:gdLst/>
            <a:ahLst/>
            <a:cxnLst/>
            <a:rect l="l" t="t" r="r" b="b"/>
            <a:pathLst>
              <a:path w="3806571" h="2083232">
                <a:moveTo>
                  <a:pt x="0" y="0"/>
                </a:moveTo>
                <a:lnTo>
                  <a:pt x="3806571" y="0"/>
                </a:lnTo>
                <a:lnTo>
                  <a:pt x="3806571" y="2083233"/>
                </a:lnTo>
                <a:lnTo>
                  <a:pt x="0" y="208323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14" name="Group 9">
            <a:extLst>
              <a:ext uri="{FF2B5EF4-FFF2-40B4-BE49-F238E27FC236}">
                <a16:creationId xmlns:a16="http://schemas.microsoft.com/office/drawing/2014/main" id="{30F01CC8-3B08-4F27-9A2F-99D9878516D5}"/>
              </a:ext>
            </a:extLst>
          </p:cNvPr>
          <p:cNvGrpSpPr/>
          <p:nvPr/>
        </p:nvGrpSpPr>
        <p:grpSpPr>
          <a:xfrm>
            <a:off x="11656689" y="2698157"/>
            <a:ext cx="73491" cy="1879331"/>
            <a:chOff x="0" y="0"/>
            <a:chExt cx="26312" cy="672855"/>
          </a:xfrm>
        </p:grpSpPr>
        <p:sp>
          <p:nvSpPr>
            <p:cNvPr id="15" name="Freeform 10">
              <a:extLst>
                <a:ext uri="{FF2B5EF4-FFF2-40B4-BE49-F238E27FC236}">
                  <a16:creationId xmlns:a16="http://schemas.microsoft.com/office/drawing/2014/main" id="{7423CA52-6888-4F11-B5AF-CBE8632B9393}"/>
                </a:ext>
              </a:extLst>
            </p:cNvPr>
            <p:cNvSpPr/>
            <p:nvPr/>
          </p:nvSpPr>
          <p:spPr>
            <a:xfrm>
              <a:off x="0" y="0"/>
              <a:ext cx="26312" cy="672855"/>
            </a:xfrm>
            <a:custGeom>
              <a:avLst/>
              <a:gdLst/>
              <a:ahLst/>
              <a:cxnLst/>
              <a:rect l="l" t="t" r="r" b="b"/>
              <a:pathLst>
                <a:path w="26312" h="672855">
                  <a:moveTo>
                    <a:pt x="0" y="0"/>
                  </a:moveTo>
                  <a:lnTo>
                    <a:pt x="26312" y="0"/>
                  </a:lnTo>
                  <a:lnTo>
                    <a:pt x="26312" y="672855"/>
                  </a:lnTo>
                  <a:lnTo>
                    <a:pt x="0" y="672855"/>
                  </a:lnTo>
                  <a:close/>
                </a:path>
              </a:pathLst>
            </a:custGeom>
            <a:solidFill>
              <a:srgbClr val="FFFFFF"/>
            </a:solidFill>
          </p:spPr>
        </p:sp>
        <p:sp>
          <p:nvSpPr>
            <p:cNvPr id="16" name="TextBox 11">
              <a:extLst>
                <a:ext uri="{FF2B5EF4-FFF2-40B4-BE49-F238E27FC236}">
                  <a16:creationId xmlns:a16="http://schemas.microsoft.com/office/drawing/2014/main" id="{C6C0B9AD-856C-4DB2-8375-EFE182B7428B}"/>
                </a:ext>
              </a:extLst>
            </p:cNvPr>
            <p:cNvSpPr txBox="1"/>
            <p:nvPr/>
          </p:nvSpPr>
          <p:spPr>
            <a:xfrm>
              <a:off x="0" y="-19050"/>
              <a:ext cx="26312" cy="691905"/>
            </a:xfrm>
            <a:prstGeom prst="rect">
              <a:avLst/>
            </a:prstGeom>
          </p:spPr>
          <p:txBody>
            <a:bodyPr lIns="33867" tIns="33867" rIns="33867" bIns="33867" rtlCol="0" anchor="ctr"/>
            <a:lstStyle/>
            <a:p>
              <a:pPr marL="0" marR="0" lvl="0" indent="0" algn="ctr" defTabSz="609630" rtl="0" eaLnBrk="1" fontAlgn="auto" latinLnBrk="0" hangingPunct="1">
                <a:lnSpc>
                  <a:spcPts val="1906"/>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sp>
        <p:nvSpPr>
          <p:cNvPr id="18" name="TextBox 27">
            <a:extLst>
              <a:ext uri="{FF2B5EF4-FFF2-40B4-BE49-F238E27FC236}">
                <a16:creationId xmlns:a16="http://schemas.microsoft.com/office/drawing/2014/main" id="{F7BEADFF-205E-48F0-BCC1-A9C868701567}"/>
              </a:ext>
            </a:extLst>
          </p:cNvPr>
          <p:cNvSpPr txBox="1"/>
          <p:nvPr/>
        </p:nvSpPr>
        <p:spPr>
          <a:xfrm>
            <a:off x="1597893" y="1597891"/>
            <a:ext cx="7386664" cy="3539430"/>
          </a:xfrm>
          <a:prstGeom prst="rect">
            <a:avLst/>
          </a:prstGeom>
        </p:spPr>
        <p:txBody>
          <a:bodyPr wrap="square" lIns="0" tIns="0" rIns="0" bIns="0" rtlCol="0" anchor="ctr">
            <a:spAutoFit/>
          </a:bodyPr>
          <a:lstStyle/>
          <a:p>
            <a:pPr marL="0" marR="0" lvl="0" indent="0" algn="ctr" defTabSz="609630" rtl="1" eaLnBrk="1" fontAlgn="auto" latinLnBrk="0" hangingPunct="1">
              <a:lnSpc>
                <a:spcPct val="150000"/>
              </a:lnSpc>
              <a:spcBef>
                <a:spcPts val="0"/>
              </a:spcBef>
              <a:spcAft>
                <a:spcPts val="0"/>
              </a:spcAft>
              <a:buClrTx/>
              <a:buSzTx/>
              <a:buFontTx/>
              <a:buNone/>
              <a:tabLst/>
              <a:defRPr/>
            </a:pPr>
            <a:r>
              <a:rPr kumimoji="0" lang="ur-PK" sz="80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Jameel Noori Nastaleeq"/>
                <a:ea typeface="Jameel Noori Nastaleeq"/>
                <a:cs typeface="Jameel Noori Nastaleeq"/>
                <a:sym typeface="Jameel Noori Nastaleeq"/>
                <a:rtl/>
              </a:rPr>
              <a:t>بامحاورہ ترجمہ  </a:t>
            </a:r>
          </a:p>
          <a:p>
            <a:pPr marL="0" marR="0" lvl="0" indent="0" algn="ctr" defTabSz="609630" rtl="1" eaLnBrk="1" fontAlgn="auto" latinLnBrk="0" hangingPunct="1">
              <a:lnSpc>
                <a:spcPct val="150000"/>
              </a:lnSpc>
              <a:spcBef>
                <a:spcPts val="0"/>
              </a:spcBef>
              <a:spcAft>
                <a:spcPts val="0"/>
              </a:spcAft>
              <a:buClrTx/>
              <a:buSzTx/>
              <a:buFontTx/>
              <a:buNone/>
              <a:tabLst/>
              <a:defRPr/>
            </a:pPr>
            <a:r>
              <a:rPr kumimoji="0" lang="ur-PK" sz="80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Jameel Noori Nastaleeq"/>
                <a:ea typeface="Jameel Noori Nastaleeq"/>
                <a:cs typeface="Jameel Noori Nastaleeq"/>
                <a:sym typeface="Jameel Noori Nastaleeq"/>
                <a:rtl/>
              </a:rPr>
              <a:t>سورہ بقرہ آیت 31   تا       35</a:t>
            </a:r>
          </a:p>
        </p:txBody>
      </p:sp>
    </p:spTree>
    <p:extLst>
      <p:ext uri="{BB962C8B-B14F-4D97-AF65-F5344CB8AC3E}">
        <p14:creationId xmlns:p14="http://schemas.microsoft.com/office/powerpoint/2010/main" val="41387902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grpSp>
        <p:nvGrpSpPr>
          <p:cNvPr id="2" name="Group 2"/>
          <p:cNvGrpSpPr/>
          <p:nvPr/>
        </p:nvGrpSpPr>
        <p:grpSpPr>
          <a:xfrm>
            <a:off x="11194473" y="0"/>
            <a:ext cx="997527" cy="6858000"/>
            <a:chOff x="0" y="0"/>
            <a:chExt cx="400694" cy="3472227"/>
          </a:xfrm>
        </p:grpSpPr>
        <p:sp>
          <p:nvSpPr>
            <p:cNvPr id="3" name="Freeform 3"/>
            <p:cNvSpPr/>
            <p:nvPr/>
          </p:nvSpPr>
          <p:spPr>
            <a:xfrm>
              <a:off x="0" y="0"/>
              <a:ext cx="400694" cy="3472226"/>
            </a:xfrm>
            <a:custGeom>
              <a:avLst/>
              <a:gdLst/>
              <a:ahLst/>
              <a:cxnLst/>
              <a:rect l="l" t="t" r="r" b="b"/>
              <a:pathLst>
                <a:path w="400694" h="3472226">
                  <a:moveTo>
                    <a:pt x="0" y="0"/>
                  </a:moveTo>
                  <a:lnTo>
                    <a:pt x="400694" y="0"/>
                  </a:lnTo>
                  <a:lnTo>
                    <a:pt x="400694" y="3472226"/>
                  </a:lnTo>
                  <a:lnTo>
                    <a:pt x="0" y="3472226"/>
                  </a:lnTo>
                  <a:close/>
                </a:path>
              </a:pathLst>
            </a:custGeom>
            <a:solidFill>
              <a:srgbClr val="106861"/>
            </a:solidFill>
          </p:spPr>
        </p:sp>
        <p:sp>
          <p:nvSpPr>
            <p:cNvPr id="4" name="TextBox 4"/>
            <p:cNvSpPr txBox="1"/>
            <p:nvPr/>
          </p:nvSpPr>
          <p:spPr>
            <a:xfrm>
              <a:off x="0" y="-19050"/>
              <a:ext cx="400694" cy="3491277"/>
            </a:xfrm>
            <a:prstGeom prst="rect">
              <a:avLst/>
            </a:prstGeom>
          </p:spPr>
          <p:txBody>
            <a:bodyPr lIns="33867" tIns="33867" rIns="33867" bIns="33867" rtlCol="0" anchor="ctr"/>
            <a:lstStyle/>
            <a:p>
              <a:pPr marL="0" marR="0" lvl="0" indent="0" algn="ctr" defTabSz="609630" rtl="0" eaLnBrk="1" fontAlgn="auto" latinLnBrk="0" hangingPunct="1">
                <a:lnSpc>
                  <a:spcPts val="1906"/>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Freeform 5"/>
          <p:cNvSpPr/>
          <p:nvPr/>
        </p:nvSpPr>
        <p:spPr>
          <a:xfrm>
            <a:off x="10518469" y="183369"/>
            <a:ext cx="1414522" cy="1414522"/>
          </a:xfrm>
          <a:custGeom>
            <a:avLst/>
            <a:gdLst/>
            <a:ahLst/>
            <a:cxnLst/>
            <a:rect l="l" t="t" r="r" b="b"/>
            <a:pathLst>
              <a:path w="2303844" h="2303844">
                <a:moveTo>
                  <a:pt x="0" y="0"/>
                </a:moveTo>
                <a:lnTo>
                  <a:pt x="2303843" y="0"/>
                </a:lnTo>
                <a:lnTo>
                  <a:pt x="2303843" y="2303844"/>
                </a:lnTo>
                <a:lnTo>
                  <a:pt x="0" y="2303844"/>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grpSp>
        <p:nvGrpSpPr>
          <p:cNvPr id="6" name="Group 6"/>
          <p:cNvGrpSpPr/>
          <p:nvPr/>
        </p:nvGrpSpPr>
        <p:grpSpPr>
          <a:xfrm>
            <a:off x="10648119" y="326394"/>
            <a:ext cx="1151087" cy="1151082"/>
            <a:chOff x="50951" y="0"/>
            <a:chExt cx="6350000" cy="6349975"/>
          </a:xfrm>
        </p:grpSpPr>
        <p:sp>
          <p:nvSpPr>
            <p:cNvPr id="7" name="Freeform 7"/>
            <p:cNvSpPr/>
            <p:nvPr/>
          </p:nvSpPr>
          <p:spPr>
            <a:xfrm>
              <a:off x="50951"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4"/>
              <a:stretch>
                <a:fillRect/>
              </a:stretch>
            </a:blipFill>
          </p:spPr>
        </p:sp>
      </p:grpSp>
      <p:sp>
        <p:nvSpPr>
          <p:cNvPr id="13" name="Freeform 12">
            <a:extLst>
              <a:ext uri="{FF2B5EF4-FFF2-40B4-BE49-F238E27FC236}">
                <a16:creationId xmlns:a16="http://schemas.microsoft.com/office/drawing/2014/main" id="{95631775-C5BF-47FF-A9EB-C36FA140C048}"/>
              </a:ext>
            </a:extLst>
          </p:cNvPr>
          <p:cNvSpPr/>
          <p:nvPr/>
        </p:nvSpPr>
        <p:spPr>
          <a:xfrm>
            <a:off x="9587614" y="88655"/>
            <a:ext cx="2537714" cy="1388821"/>
          </a:xfrm>
          <a:custGeom>
            <a:avLst/>
            <a:gdLst/>
            <a:ahLst/>
            <a:cxnLst/>
            <a:rect l="l" t="t" r="r" b="b"/>
            <a:pathLst>
              <a:path w="3806571" h="2083232">
                <a:moveTo>
                  <a:pt x="0" y="0"/>
                </a:moveTo>
                <a:lnTo>
                  <a:pt x="3806571" y="0"/>
                </a:lnTo>
                <a:lnTo>
                  <a:pt x="3806571" y="2083233"/>
                </a:lnTo>
                <a:lnTo>
                  <a:pt x="0" y="208323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14" name="Group 9">
            <a:extLst>
              <a:ext uri="{FF2B5EF4-FFF2-40B4-BE49-F238E27FC236}">
                <a16:creationId xmlns:a16="http://schemas.microsoft.com/office/drawing/2014/main" id="{30F01CC8-3B08-4F27-9A2F-99D9878516D5}"/>
              </a:ext>
            </a:extLst>
          </p:cNvPr>
          <p:cNvGrpSpPr/>
          <p:nvPr/>
        </p:nvGrpSpPr>
        <p:grpSpPr>
          <a:xfrm>
            <a:off x="11656689" y="2698157"/>
            <a:ext cx="73491" cy="1879331"/>
            <a:chOff x="0" y="0"/>
            <a:chExt cx="26312" cy="672855"/>
          </a:xfrm>
        </p:grpSpPr>
        <p:sp>
          <p:nvSpPr>
            <p:cNvPr id="15" name="Freeform 10">
              <a:extLst>
                <a:ext uri="{FF2B5EF4-FFF2-40B4-BE49-F238E27FC236}">
                  <a16:creationId xmlns:a16="http://schemas.microsoft.com/office/drawing/2014/main" id="{7423CA52-6888-4F11-B5AF-CBE8632B9393}"/>
                </a:ext>
              </a:extLst>
            </p:cNvPr>
            <p:cNvSpPr/>
            <p:nvPr/>
          </p:nvSpPr>
          <p:spPr>
            <a:xfrm>
              <a:off x="0" y="0"/>
              <a:ext cx="26312" cy="672855"/>
            </a:xfrm>
            <a:custGeom>
              <a:avLst/>
              <a:gdLst/>
              <a:ahLst/>
              <a:cxnLst/>
              <a:rect l="l" t="t" r="r" b="b"/>
              <a:pathLst>
                <a:path w="26312" h="672855">
                  <a:moveTo>
                    <a:pt x="0" y="0"/>
                  </a:moveTo>
                  <a:lnTo>
                    <a:pt x="26312" y="0"/>
                  </a:lnTo>
                  <a:lnTo>
                    <a:pt x="26312" y="672855"/>
                  </a:lnTo>
                  <a:lnTo>
                    <a:pt x="0" y="672855"/>
                  </a:lnTo>
                  <a:close/>
                </a:path>
              </a:pathLst>
            </a:custGeom>
            <a:solidFill>
              <a:srgbClr val="FFFFFF"/>
            </a:solidFill>
          </p:spPr>
        </p:sp>
        <p:sp>
          <p:nvSpPr>
            <p:cNvPr id="16" name="TextBox 11">
              <a:extLst>
                <a:ext uri="{FF2B5EF4-FFF2-40B4-BE49-F238E27FC236}">
                  <a16:creationId xmlns:a16="http://schemas.microsoft.com/office/drawing/2014/main" id="{C6C0B9AD-856C-4DB2-8375-EFE182B7428B}"/>
                </a:ext>
              </a:extLst>
            </p:cNvPr>
            <p:cNvSpPr txBox="1"/>
            <p:nvPr/>
          </p:nvSpPr>
          <p:spPr>
            <a:xfrm>
              <a:off x="0" y="-19050"/>
              <a:ext cx="26312" cy="691905"/>
            </a:xfrm>
            <a:prstGeom prst="rect">
              <a:avLst/>
            </a:prstGeom>
          </p:spPr>
          <p:txBody>
            <a:bodyPr lIns="33867" tIns="33867" rIns="33867" bIns="33867" rtlCol="0" anchor="ctr"/>
            <a:lstStyle/>
            <a:p>
              <a:pPr marL="0" marR="0" lvl="0" indent="0" algn="ctr" defTabSz="609630" rtl="0" eaLnBrk="1" fontAlgn="auto" latinLnBrk="0" hangingPunct="1">
                <a:lnSpc>
                  <a:spcPts val="1906"/>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sp>
        <p:nvSpPr>
          <p:cNvPr id="17" name="Rectangle 16">
            <a:extLst>
              <a:ext uri="{FF2B5EF4-FFF2-40B4-BE49-F238E27FC236}">
                <a16:creationId xmlns:a16="http://schemas.microsoft.com/office/drawing/2014/main" id="{CF4FBC50-1389-48DE-952D-1A9B302E87C9}"/>
              </a:ext>
            </a:extLst>
          </p:cNvPr>
          <p:cNvSpPr/>
          <p:nvPr/>
        </p:nvSpPr>
        <p:spPr>
          <a:xfrm>
            <a:off x="1011072" y="547638"/>
            <a:ext cx="9166301" cy="2785378"/>
          </a:xfrm>
          <a:prstGeom prst="rect">
            <a:avLst/>
          </a:prstGeom>
        </p:spPr>
        <p:txBody>
          <a:bodyPr wrap="square">
            <a:spAutoFit/>
          </a:bodyPr>
          <a:lstStyle/>
          <a:p>
            <a:pPr lvl="0" algn="r" rtl="1">
              <a:lnSpc>
                <a:spcPct val="150000"/>
              </a:lnSpc>
              <a:defRPr/>
            </a:pPr>
            <a:r>
              <a:rPr lang="ur-PK" sz="4000" dirty="0">
                <a:solidFill>
                  <a:prstClr val="black"/>
                </a:solidFill>
                <a:latin typeface="Jameel Noori Nastaleeq" panose="02000503000000020004" pitchFamily="2" charset="-78"/>
                <a:cs typeface="Jameel Noori Nastaleeq" panose="02000503000000020004" pitchFamily="2" charset="-78"/>
              </a:rPr>
              <a:t>اور اللہ نے آدم (</a:t>
            </a:r>
            <a:r>
              <a:rPr lang="ur-PK" sz="2800" dirty="0">
                <a:solidFill>
                  <a:prstClr val="black"/>
                </a:solidFill>
                <a:latin typeface="Jameel Noori Nastaleeq" panose="02000503000000020004" pitchFamily="2" charset="-78"/>
                <a:cs typeface="Jameel Noori Nastaleeq" panose="02000503000000020004" pitchFamily="2" charset="-78"/>
              </a:rPr>
              <a:t>علیہ السلام</a:t>
            </a:r>
            <a:r>
              <a:rPr lang="ur-PK" sz="4000" dirty="0">
                <a:solidFill>
                  <a:prstClr val="black"/>
                </a:solidFill>
                <a:latin typeface="Jameel Noori Nastaleeq" panose="02000503000000020004" pitchFamily="2" charset="-78"/>
                <a:cs typeface="Jameel Noori Nastaleeq" panose="02000503000000020004" pitchFamily="2" charset="-78"/>
              </a:rPr>
              <a:t>) کو تمام (اشیاء کے) نام سکھا دیئے پھر انہیں فرشتوں کے سامنے پیش کیا، اور فرمایا: مجھے ان اشیاء کے نام بتا دو اگر تم (اپنے خیال میں) سچے ہو</a:t>
            </a:r>
            <a:r>
              <a:rPr kumimoji="0" lang="ur-PK" sz="4000" b="0" i="0" u="none" strike="noStrike" kern="1200" cap="none" spc="0" normalizeH="0" baseline="0" noProof="0" dirty="0">
                <a:ln>
                  <a:noFill/>
                </a:ln>
                <a:solidFill>
                  <a:prstClr val="black"/>
                </a:solidFill>
                <a:effectLst/>
                <a:uLnTx/>
                <a:uFillTx/>
                <a:latin typeface="Jameel Noori Nastaleeq" panose="02000503000000020004" pitchFamily="2" charset="-78"/>
                <a:ea typeface="+mn-ea"/>
                <a:cs typeface="Jameel Noori Nastaleeq" panose="02000503000000020004" pitchFamily="2" charset="-78"/>
              </a:rPr>
              <a:t>(31 )</a:t>
            </a:r>
            <a:endParaRPr kumimoji="0" lang="en-US" sz="4000" b="0" i="0" u="none" strike="noStrike" kern="1200" cap="none" spc="0" normalizeH="0" baseline="0" noProof="0" dirty="0">
              <a:ln>
                <a:noFill/>
              </a:ln>
              <a:solidFill>
                <a:prstClr val="black"/>
              </a:solidFill>
              <a:effectLst/>
              <a:uLnTx/>
              <a:uFillTx/>
              <a:latin typeface="Jameel Noori Nastaleeq" panose="02000503000000020004" pitchFamily="2" charset="-78"/>
              <a:ea typeface="+mn-ea"/>
              <a:cs typeface="Jameel Noori Nastaleeq" panose="02000503000000020004" pitchFamily="2" charset="-78"/>
            </a:endParaRPr>
          </a:p>
        </p:txBody>
      </p:sp>
      <p:sp>
        <p:nvSpPr>
          <p:cNvPr id="18" name="Rectangle 17">
            <a:extLst>
              <a:ext uri="{FF2B5EF4-FFF2-40B4-BE49-F238E27FC236}">
                <a16:creationId xmlns:a16="http://schemas.microsoft.com/office/drawing/2014/main" id="{EBD5264E-441B-4861-9876-D2DFFF429D1F}"/>
              </a:ext>
            </a:extLst>
          </p:cNvPr>
          <p:cNvSpPr/>
          <p:nvPr/>
        </p:nvSpPr>
        <p:spPr>
          <a:xfrm>
            <a:off x="909044" y="3440127"/>
            <a:ext cx="9268329" cy="2785378"/>
          </a:xfrm>
          <a:prstGeom prst="rect">
            <a:avLst/>
          </a:prstGeom>
        </p:spPr>
        <p:txBody>
          <a:bodyPr wrap="square">
            <a:spAutoFit/>
          </a:bodyPr>
          <a:lstStyle/>
          <a:p>
            <a:pPr lvl="0" algn="r" rtl="1">
              <a:lnSpc>
                <a:spcPct val="150000"/>
              </a:lnSpc>
              <a:defRPr/>
            </a:pPr>
            <a:r>
              <a:rPr lang="ur-PK" sz="4000" dirty="0">
                <a:solidFill>
                  <a:prstClr val="black"/>
                </a:solidFill>
                <a:latin typeface="Jameel Noori Nastaleeq" panose="02000503000000020004" pitchFamily="2" charset="-78"/>
                <a:cs typeface="Jameel Noori Nastaleeq" panose="02000503000000020004" pitchFamily="2" charset="-78"/>
              </a:rPr>
              <a:t>فرشتوں نے عرض کیا: تیری ذات (ہر نقص سے) پاک ہے ہمیں کچھ علم نہیں مگر اسی قدر جو تو نے ہمیں سکھایا ہے، بیشک تو ہی (سب کچھ) جاننے والا حکمت والا ہے</a:t>
            </a:r>
            <a:r>
              <a:rPr kumimoji="0" lang="ur-PK" sz="4000" b="0" i="0" u="none" strike="noStrike" kern="1200" cap="none" spc="0" normalizeH="0" baseline="0" noProof="0" dirty="0">
                <a:ln>
                  <a:noFill/>
                </a:ln>
                <a:solidFill>
                  <a:prstClr val="black"/>
                </a:solidFill>
                <a:effectLst/>
                <a:uLnTx/>
                <a:uFillTx/>
                <a:latin typeface="Jameel Noori Nastaleeq" panose="02000503000000020004" pitchFamily="2" charset="-78"/>
                <a:ea typeface="+mn-ea"/>
                <a:cs typeface="Jameel Noori Nastaleeq" panose="02000503000000020004" pitchFamily="2" charset="-78"/>
              </a:rPr>
              <a:t>۔(32 )</a:t>
            </a:r>
            <a:endParaRPr kumimoji="0" lang="en-US" sz="4000" b="0" i="0" u="none" strike="noStrike" kern="1200" cap="none" spc="0" normalizeH="0" baseline="0" noProof="0" dirty="0">
              <a:ln>
                <a:noFill/>
              </a:ln>
              <a:solidFill>
                <a:prstClr val="black"/>
              </a:solidFill>
              <a:effectLst/>
              <a:uLnTx/>
              <a:uFillTx/>
              <a:latin typeface="Jameel Noori Nastaleeq" panose="02000503000000020004" pitchFamily="2" charset="-78"/>
              <a:ea typeface="+mn-ea"/>
              <a:cs typeface="Jameel Noori Nastaleeq" panose="02000503000000020004" pitchFamily="2" charset="-78"/>
            </a:endParaRPr>
          </a:p>
        </p:txBody>
      </p:sp>
    </p:spTree>
    <p:extLst>
      <p:ext uri="{BB962C8B-B14F-4D97-AF65-F5344CB8AC3E}">
        <p14:creationId xmlns:p14="http://schemas.microsoft.com/office/powerpoint/2010/main" val="15180688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grpSp>
        <p:nvGrpSpPr>
          <p:cNvPr id="2" name="Group 2"/>
          <p:cNvGrpSpPr/>
          <p:nvPr/>
        </p:nvGrpSpPr>
        <p:grpSpPr>
          <a:xfrm>
            <a:off x="11194473" y="0"/>
            <a:ext cx="997527" cy="6858000"/>
            <a:chOff x="0" y="0"/>
            <a:chExt cx="400694" cy="3472227"/>
          </a:xfrm>
        </p:grpSpPr>
        <p:sp>
          <p:nvSpPr>
            <p:cNvPr id="3" name="Freeform 3"/>
            <p:cNvSpPr/>
            <p:nvPr/>
          </p:nvSpPr>
          <p:spPr>
            <a:xfrm>
              <a:off x="0" y="0"/>
              <a:ext cx="400694" cy="3472226"/>
            </a:xfrm>
            <a:custGeom>
              <a:avLst/>
              <a:gdLst/>
              <a:ahLst/>
              <a:cxnLst/>
              <a:rect l="l" t="t" r="r" b="b"/>
              <a:pathLst>
                <a:path w="400694" h="3472226">
                  <a:moveTo>
                    <a:pt x="0" y="0"/>
                  </a:moveTo>
                  <a:lnTo>
                    <a:pt x="400694" y="0"/>
                  </a:lnTo>
                  <a:lnTo>
                    <a:pt x="400694" y="3472226"/>
                  </a:lnTo>
                  <a:lnTo>
                    <a:pt x="0" y="3472226"/>
                  </a:lnTo>
                  <a:close/>
                </a:path>
              </a:pathLst>
            </a:custGeom>
            <a:solidFill>
              <a:srgbClr val="106861"/>
            </a:solidFill>
          </p:spPr>
        </p:sp>
        <p:sp>
          <p:nvSpPr>
            <p:cNvPr id="4" name="TextBox 4"/>
            <p:cNvSpPr txBox="1"/>
            <p:nvPr/>
          </p:nvSpPr>
          <p:spPr>
            <a:xfrm>
              <a:off x="0" y="-19050"/>
              <a:ext cx="400694" cy="3491277"/>
            </a:xfrm>
            <a:prstGeom prst="rect">
              <a:avLst/>
            </a:prstGeom>
          </p:spPr>
          <p:txBody>
            <a:bodyPr lIns="33867" tIns="33867" rIns="33867" bIns="33867" rtlCol="0" anchor="ctr"/>
            <a:lstStyle/>
            <a:p>
              <a:pPr marL="0" marR="0" lvl="0" indent="0" algn="ctr" defTabSz="609630" rtl="0" eaLnBrk="1" fontAlgn="auto" latinLnBrk="0" hangingPunct="1">
                <a:lnSpc>
                  <a:spcPts val="1906"/>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Freeform 5"/>
          <p:cNvSpPr/>
          <p:nvPr/>
        </p:nvSpPr>
        <p:spPr>
          <a:xfrm>
            <a:off x="10518469" y="183369"/>
            <a:ext cx="1414522" cy="1414522"/>
          </a:xfrm>
          <a:custGeom>
            <a:avLst/>
            <a:gdLst/>
            <a:ahLst/>
            <a:cxnLst/>
            <a:rect l="l" t="t" r="r" b="b"/>
            <a:pathLst>
              <a:path w="2303844" h="2303844">
                <a:moveTo>
                  <a:pt x="0" y="0"/>
                </a:moveTo>
                <a:lnTo>
                  <a:pt x="2303843" y="0"/>
                </a:lnTo>
                <a:lnTo>
                  <a:pt x="2303843" y="2303844"/>
                </a:lnTo>
                <a:lnTo>
                  <a:pt x="0" y="2303844"/>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grpSp>
        <p:nvGrpSpPr>
          <p:cNvPr id="6" name="Group 6"/>
          <p:cNvGrpSpPr/>
          <p:nvPr/>
        </p:nvGrpSpPr>
        <p:grpSpPr>
          <a:xfrm>
            <a:off x="10648119" y="326394"/>
            <a:ext cx="1151087" cy="1151082"/>
            <a:chOff x="50951" y="0"/>
            <a:chExt cx="6350000" cy="6349975"/>
          </a:xfrm>
        </p:grpSpPr>
        <p:sp>
          <p:nvSpPr>
            <p:cNvPr id="7" name="Freeform 7"/>
            <p:cNvSpPr/>
            <p:nvPr/>
          </p:nvSpPr>
          <p:spPr>
            <a:xfrm>
              <a:off x="50951"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4"/>
              <a:stretch>
                <a:fillRect/>
              </a:stretch>
            </a:blipFill>
          </p:spPr>
        </p:sp>
      </p:grpSp>
      <p:sp>
        <p:nvSpPr>
          <p:cNvPr id="13" name="Freeform 12">
            <a:extLst>
              <a:ext uri="{FF2B5EF4-FFF2-40B4-BE49-F238E27FC236}">
                <a16:creationId xmlns:a16="http://schemas.microsoft.com/office/drawing/2014/main" id="{95631775-C5BF-47FF-A9EB-C36FA140C048}"/>
              </a:ext>
            </a:extLst>
          </p:cNvPr>
          <p:cNvSpPr/>
          <p:nvPr/>
        </p:nvSpPr>
        <p:spPr>
          <a:xfrm>
            <a:off x="9587614" y="88655"/>
            <a:ext cx="2537714" cy="1388821"/>
          </a:xfrm>
          <a:custGeom>
            <a:avLst/>
            <a:gdLst/>
            <a:ahLst/>
            <a:cxnLst/>
            <a:rect l="l" t="t" r="r" b="b"/>
            <a:pathLst>
              <a:path w="3806571" h="2083232">
                <a:moveTo>
                  <a:pt x="0" y="0"/>
                </a:moveTo>
                <a:lnTo>
                  <a:pt x="3806571" y="0"/>
                </a:lnTo>
                <a:lnTo>
                  <a:pt x="3806571" y="2083233"/>
                </a:lnTo>
                <a:lnTo>
                  <a:pt x="0" y="208323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14" name="Group 9">
            <a:extLst>
              <a:ext uri="{FF2B5EF4-FFF2-40B4-BE49-F238E27FC236}">
                <a16:creationId xmlns:a16="http://schemas.microsoft.com/office/drawing/2014/main" id="{30F01CC8-3B08-4F27-9A2F-99D9878516D5}"/>
              </a:ext>
            </a:extLst>
          </p:cNvPr>
          <p:cNvGrpSpPr/>
          <p:nvPr/>
        </p:nvGrpSpPr>
        <p:grpSpPr>
          <a:xfrm>
            <a:off x="11656689" y="2698157"/>
            <a:ext cx="73491" cy="1879331"/>
            <a:chOff x="0" y="0"/>
            <a:chExt cx="26312" cy="672855"/>
          </a:xfrm>
        </p:grpSpPr>
        <p:sp>
          <p:nvSpPr>
            <p:cNvPr id="15" name="Freeform 10">
              <a:extLst>
                <a:ext uri="{FF2B5EF4-FFF2-40B4-BE49-F238E27FC236}">
                  <a16:creationId xmlns:a16="http://schemas.microsoft.com/office/drawing/2014/main" id="{7423CA52-6888-4F11-B5AF-CBE8632B9393}"/>
                </a:ext>
              </a:extLst>
            </p:cNvPr>
            <p:cNvSpPr/>
            <p:nvPr/>
          </p:nvSpPr>
          <p:spPr>
            <a:xfrm>
              <a:off x="0" y="0"/>
              <a:ext cx="26312" cy="672855"/>
            </a:xfrm>
            <a:custGeom>
              <a:avLst/>
              <a:gdLst/>
              <a:ahLst/>
              <a:cxnLst/>
              <a:rect l="l" t="t" r="r" b="b"/>
              <a:pathLst>
                <a:path w="26312" h="672855">
                  <a:moveTo>
                    <a:pt x="0" y="0"/>
                  </a:moveTo>
                  <a:lnTo>
                    <a:pt x="26312" y="0"/>
                  </a:lnTo>
                  <a:lnTo>
                    <a:pt x="26312" y="672855"/>
                  </a:lnTo>
                  <a:lnTo>
                    <a:pt x="0" y="672855"/>
                  </a:lnTo>
                  <a:close/>
                </a:path>
              </a:pathLst>
            </a:custGeom>
            <a:solidFill>
              <a:srgbClr val="FFFFFF"/>
            </a:solidFill>
          </p:spPr>
        </p:sp>
        <p:sp>
          <p:nvSpPr>
            <p:cNvPr id="16" name="TextBox 11">
              <a:extLst>
                <a:ext uri="{FF2B5EF4-FFF2-40B4-BE49-F238E27FC236}">
                  <a16:creationId xmlns:a16="http://schemas.microsoft.com/office/drawing/2014/main" id="{C6C0B9AD-856C-4DB2-8375-EFE182B7428B}"/>
                </a:ext>
              </a:extLst>
            </p:cNvPr>
            <p:cNvSpPr txBox="1"/>
            <p:nvPr/>
          </p:nvSpPr>
          <p:spPr>
            <a:xfrm>
              <a:off x="0" y="-19050"/>
              <a:ext cx="26312" cy="691905"/>
            </a:xfrm>
            <a:prstGeom prst="rect">
              <a:avLst/>
            </a:prstGeom>
          </p:spPr>
          <p:txBody>
            <a:bodyPr lIns="33867" tIns="33867" rIns="33867" bIns="33867" rtlCol="0" anchor="ctr"/>
            <a:lstStyle/>
            <a:p>
              <a:pPr marL="0" marR="0" lvl="0" indent="0" algn="ctr" defTabSz="609630" rtl="0" eaLnBrk="1" fontAlgn="auto" latinLnBrk="0" hangingPunct="1">
                <a:lnSpc>
                  <a:spcPts val="1906"/>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sp>
        <p:nvSpPr>
          <p:cNvPr id="12" name="Rectangle 11">
            <a:extLst>
              <a:ext uri="{FF2B5EF4-FFF2-40B4-BE49-F238E27FC236}">
                <a16:creationId xmlns:a16="http://schemas.microsoft.com/office/drawing/2014/main" id="{951EC7C1-B51B-482A-971A-4625EC2C3EF6}"/>
              </a:ext>
            </a:extLst>
          </p:cNvPr>
          <p:cNvSpPr/>
          <p:nvPr/>
        </p:nvSpPr>
        <p:spPr>
          <a:xfrm>
            <a:off x="1265445" y="1321803"/>
            <a:ext cx="8920854" cy="4632037"/>
          </a:xfrm>
          <a:prstGeom prst="rect">
            <a:avLst/>
          </a:prstGeom>
        </p:spPr>
        <p:txBody>
          <a:bodyPr wrap="square">
            <a:spAutoFit/>
          </a:bodyPr>
          <a:lstStyle/>
          <a:p>
            <a:pPr lvl="0" algn="just" rtl="1">
              <a:lnSpc>
                <a:spcPct val="150000"/>
              </a:lnSpc>
              <a:defRPr/>
            </a:pPr>
            <a:r>
              <a:rPr lang="ur-PK" sz="4000" dirty="0">
                <a:solidFill>
                  <a:prstClr val="black"/>
                </a:solidFill>
                <a:latin typeface="Jameel Noori Nastaleeq" panose="02000503000000020004" pitchFamily="2" charset="-78"/>
                <a:cs typeface="Jameel Noori Nastaleeq" panose="02000503000000020004" pitchFamily="2" charset="-78"/>
              </a:rPr>
              <a:t>اللہ نے فرمایا: اے آدم! (اب تم) انہیں ان اشیاء کے ناموں سے آگاہ کرو، پس جب آدم (علیہ السلام) نے انہیں ان اشیاء کے ناموں سے آگاہ کیا تو (اللہ نے) فرمایا: کیا میں نے تم سے نہیں کہا تھا کہ میں آسمانوں اور زمین کی (سب) مخفی حقیقتوں کو جانتا ہوں، اور وہ بھی جانتا ہوں جو تم ظاہر کرتے ہو اور جو تم چھپاتے ہو</a:t>
            </a:r>
            <a:r>
              <a:rPr kumimoji="0" lang="ur-PK" sz="4000" b="0" i="0" u="none" strike="noStrike" kern="1200" cap="none" spc="0" normalizeH="0" baseline="0" noProof="0" dirty="0">
                <a:ln>
                  <a:noFill/>
                </a:ln>
                <a:solidFill>
                  <a:prstClr val="black"/>
                </a:solidFill>
                <a:effectLst/>
                <a:uLnTx/>
                <a:uFillTx/>
                <a:latin typeface="Jameel Noori Nastaleeq" panose="02000503000000020004" pitchFamily="2" charset="-78"/>
                <a:ea typeface="+mn-ea"/>
                <a:cs typeface="Jameel Noori Nastaleeq" panose="02000503000000020004" pitchFamily="2" charset="-78"/>
              </a:rPr>
              <a:t>۔(33 )</a:t>
            </a:r>
            <a:endParaRPr kumimoji="0" lang="en-US" sz="4000" b="0" i="0" u="none" strike="noStrike" kern="1200" cap="none" spc="0" normalizeH="0" baseline="0" noProof="0" dirty="0">
              <a:ln>
                <a:noFill/>
              </a:ln>
              <a:solidFill>
                <a:prstClr val="black"/>
              </a:solidFill>
              <a:effectLst/>
              <a:uLnTx/>
              <a:uFillTx/>
              <a:latin typeface="Jameel Noori Nastaleeq" panose="02000503000000020004" pitchFamily="2" charset="-78"/>
              <a:ea typeface="+mn-ea"/>
              <a:cs typeface="Jameel Noori Nastaleeq" panose="02000503000000020004" pitchFamily="2" charset="-78"/>
            </a:endParaRPr>
          </a:p>
        </p:txBody>
      </p:sp>
    </p:spTree>
    <p:extLst>
      <p:ext uri="{BB962C8B-B14F-4D97-AF65-F5344CB8AC3E}">
        <p14:creationId xmlns:p14="http://schemas.microsoft.com/office/powerpoint/2010/main" val="3299444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grpSp>
        <p:nvGrpSpPr>
          <p:cNvPr id="2" name="Group 2"/>
          <p:cNvGrpSpPr/>
          <p:nvPr/>
        </p:nvGrpSpPr>
        <p:grpSpPr>
          <a:xfrm>
            <a:off x="11194473" y="0"/>
            <a:ext cx="997527" cy="6858000"/>
            <a:chOff x="0" y="0"/>
            <a:chExt cx="400694" cy="3472227"/>
          </a:xfrm>
        </p:grpSpPr>
        <p:sp>
          <p:nvSpPr>
            <p:cNvPr id="3" name="Freeform 3"/>
            <p:cNvSpPr/>
            <p:nvPr/>
          </p:nvSpPr>
          <p:spPr>
            <a:xfrm>
              <a:off x="0" y="0"/>
              <a:ext cx="400694" cy="3472226"/>
            </a:xfrm>
            <a:custGeom>
              <a:avLst/>
              <a:gdLst/>
              <a:ahLst/>
              <a:cxnLst/>
              <a:rect l="l" t="t" r="r" b="b"/>
              <a:pathLst>
                <a:path w="400694" h="3472226">
                  <a:moveTo>
                    <a:pt x="0" y="0"/>
                  </a:moveTo>
                  <a:lnTo>
                    <a:pt x="400694" y="0"/>
                  </a:lnTo>
                  <a:lnTo>
                    <a:pt x="400694" y="3472226"/>
                  </a:lnTo>
                  <a:lnTo>
                    <a:pt x="0" y="3472226"/>
                  </a:lnTo>
                  <a:close/>
                </a:path>
              </a:pathLst>
            </a:custGeom>
            <a:solidFill>
              <a:srgbClr val="106861"/>
            </a:solidFill>
          </p:spPr>
        </p:sp>
        <p:sp>
          <p:nvSpPr>
            <p:cNvPr id="4" name="TextBox 4"/>
            <p:cNvSpPr txBox="1"/>
            <p:nvPr/>
          </p:nvSpPr>
          <p:spPr>
            <a:xfrm>
              <a:off x="0" y="-19050"/>
              <a:ext cx="400694" cy="3491277"/>
            </a:xfrm>
            <a:prstGeom prst="rect">
              <a:avLst/>
            </a:prstGeom>
          </p:spPr>
          <p:txBody>
            <a:bodyPr lIns="33867" tIns="33867" rIns="33867" bIns="33867" rtlCol="0" anchor="ctr"/>
            <a:lstStyle/>
            <a:p>
              <a:pPr marL="0" marR="0" lvl="0" indent="0" algn="ctr" defTabSz="609630" rtl="0" eaLnBrk="1" fontAlgn="auto" latinLnBrk="0" hangingPunct="1">
                <a:lnSpc>
                  <a:spcPts val="1906"/>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Freeform 5"/>
          <p:cNvSpPr/>
          <p:nvPr/>
        </p:nvSpPr>
        <p:spPr>
          <a:xfrm>
            <a:off x="10518469" y="183369"/>
            <a:ext cx="1414522" cy="1414522"/>
          </a:xfrm>
          <a:custGeom>
            <a:avLst/>
            <a:gdLst/>
            <a:ahLst/>
            <a:cxnLst/>
            <a:rect l="l" t="t" r="r" b="b"/>
            <a:pathLst>
              <a:path w="2303844" h="2303844">
                <a:moveTo>
                  <a:pt x="0" y="0"/>
                </a:moveTo>
                <a:lnTo>
                  <a:pt x="2303843" y="0"/>
                </a:lnTo>
                <a:lnTo>
                  <a:pt x="2303843" y="2303844"/>
                </a:lnTo>
                <a:lnTo>
                  <a:pt x="0" y="2303844"/>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grpSp>
        <p:nvGrpSpPr>
          <p:cNvPr id="6" name="Group 6"/>
          <p:cNvGrpSpPr/>
          <p:nvPr/>
        </p:nvGrpSpPr>
        <p:grpSpPr>
          <a:xfrm>
            <a:off x="10648119" y="326394"/>
            <a:ext cx="1151087" cy="1151082"/>
            <a:chOff x="50951" y="0"/>
            <a:chExt cx="6350000" cy="6349975"/>
          </a:xfrm>
        </p:grpSpPr>
        <p:sp>
          <p:nvSpPr>
            <p:cNvPr id="7" name="Freeform 7"/>
            <p:cNvSpPr/>
            <p:nvPr/>
          </p:nvSpPr>
          <p:spPr>
            <a:xfrm>
              <a:off x="50951"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4"/>
              <a:stretch>
                <a:fillRect/>
              </a:stretch>
            </a:blipFill>
          </p:spPr>
        </p:sp>
      </p:grpSp>
      <p:sp>
        <p:nvSpPr>
          <p:cNvPr id="13" name="Freeform 12">
            <a:extLst>
              <a:ext uri="{FF2B5EF4-FFF2-40B4-BE49-F238E27FC236}">
                <a16:creationId xmlns:a16="http://schemas.microsoft.com/office/drawing/2014/main" id="{95631775-C5BF-47FF-A9EB-C36FA140C048}"/>
              </a:ext>
            </a:extLst>
          </p:cNvPr>
          <p:cNvSpPr/>
          <p:nvPr/>
        </p:nvSpPr>
        <p:spPr>
          <a:xfrm>
            <a:off x="9587614" y="88655"/>
            <a:ext cx="2537714" cy="1388821"/>
          </a:xfrm>
          <a:custGeom>
            <a:avLst/>
            <a:gdLst/>
            <a:ahLst/>
            <a:cxnLst/>
            <a:rect l="l" t="t" r="r" b="b"/>
            <a:pathLst>
              <a:path w="3806571" h="2083232">
                <a:moveTo>
                  <a:pt x="0" y="0"/>
                </a:moveTo>
                <a:lnTo>
                  <a:pt x="3806571" y="0"/>
                </a:lnTo>
                <a:lnTo>
                  <a:pt x="3806571" y="2083233"/>
                </a:lnTo>
                <a:lnTo>
                  <a:pt x="0" y="208323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14" name="Group 9">
            <a:extLst>
              <a:ext uri="{FF2B5EF4-FFF2-40B4-BE49-F238E27FC236}">
                <a16:creationId xmlns:a16="http://schemas.microsoft.com/office/drawing/2014/main" id="{30F01CC8-3B08-4F27-9A2F-99D9878516D5}"/>
              </a:ext>
            </a:extLst>
          </p:cNvPr>
          <p:cNvGrpSpPr/>
          <p:nvPr/>
        </p:nvGrpSpPr>
        <p:grpSpPr>
          <a:xfrm>
            <a:off x="11656689" y="2698157"/>
            <a:ext cx="73491" cy="1879331"/>
            <a:chOff x="0" y="0"/>
            <a:chExt cx="26312" cy="672855"/>
          </a:xfrm>
        </p:grpSpPr>
        <p:sp>
          <p:nvSpPr>
            <p:cNvPr id="15" name="Freeform 10">
              <a:extLst>
                <a:ext uri="{FF2B5EF4-FFF2-40B4-BE49-F238E27FC236}">
                  <a16:creationId xmlns:a16="http://schemas.microsoft.com/office/drawing/2014/main" id="{7423CA52-6888-4F11-B5AF-CBE8632B9393}"/>
                </a:ext>
              </a:extLst>
            </p:cNvPr>
            <p:cNvSpPr/>
            <p:nvPr/>
          </p:nvSpPr>
          <p:spPr>
            <a:xfrm>
              <a:off x="0" y="0"/>
              <a:ext cx="26312" cy="672855"/>
            </a:xfrm>
            <a:custGeom>
              <a:avLst/>
              <a:gdLst/>
              <a:ahLst/>
              <a:cxnLst/>
              <a:rect l="l" t="t" r="r" b="b"/>
              <a:pathLst>
                <a:path w="26312" h="672855">
                  <a:moveTo>
                    <a:pt x="0" y="0"/>
                  </a:moveTo>
                  <a:lnTo>
                    <a:pt x="26312" y="0"/>
                  </a:lnTo>
                  <a:lnTo>
                    <a:pt x="26312" y="672855"/>
                  </a:lnTo>
                  <a:lnTo>
                    <a:pt x="0" y="672855"/>
                  </a:lnTo>
                  <a:close/>
                </a:path>
              </a:pathLst>
            </a:custGeom>
            <a:solidFill>
              <a:srgbClr val="FFFFFF"/>
            </a:solidFill>
          </p:spPr>
        </p:sp>
        <p:sp>
          <p:nvSpPr>
            <p:cNvPr id="16" name="TextBox 11">
              <a:extLst>
                <a:ext uri="{FF2B5EF4-FFF2-40B4-BE49-F238E27FC236}">
                  <a16:creationId xmlns:a16="http://schemas.microsoft.com/office/drawing/2014/main" id="{C6C0B9AD-856C-4DB2-8375-EFE182B7428B}"/>
                </a:ext>
              </a:extLst>
            </p:cNvPr>
            <p:cNvSpPr txBox="1"/>
            <p:nvPr/>
          </p:nvSpPr>
          <p:spPr>
            <a:xfrm>
              <a:off x="0" y="-19050"/>
              <a:ext cx="26312" cy="691905"/>
            </a:xfrm>
            <a:prstGeom prst="rect">
              <a:avLst/>
            </a:prstGeom>
          </p:spPr>
          <p:txBody>
            <a:bodyPr lIns="33867" tIns="33867" rIns="33867" bIns="33867" rtlCol="0" anchor="ctr"/>
            <a:lstStyle/>
            <a:p>
              <a:pPr marL="0" marR="0" lvl="0" indent="0" algn="ctr" defTabSz="609630" rtl="0" eaLnBrk="1" fontAlgn="auto" latinLnBrk="0" hangingPunct="1">
                <a:lnSpc>
                  <a:spcPts val="1906"/>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sp>
        <p:nvSpPr>
          <p:cNvPr id="12" name="Rectangle 11">
            <a:extLst>
              <a:ext uri="{FF2B5EF4-FFF2-40B4-BE49-F238E27FC236}">
                <a16:creationId xmlns:a16="http://schemas.microsoft.com/office/drawing/2014/main" id="{F5D41497-F855-48CB-A3D5-562ECE18A4F8}"/>
              </a:ext>
            </a:extLst>
          </p:cNvPr>
          <p:cNvSpPr/>
          <p:nvPr/>
        </p:nvSpPr>
        <p:spPr>
          <a:xfrm>
            <a:off x="630985" y="677388"/>
            <a:ext cx="9883349" cy="2785378"/>
          </a:xfrm>
          <a:prstGeom prst="rect">
            <a:avLst/>
          </a:prstGeom>
        </p:spPr>
        <p:txBody>
          <a:bodyPr wrap="square">
            <a:spAutoFit/>
          </a:bodyPr>
          <a:lstStyle/>
          <a:p>
            <a:pPr lvl="0" algn="just" rtl="1">
              <a:lnSpc>
                <a:spcPct val="150000"/>
              </a:lnSpc>
              <a:defRPr/>
            </a:pPr>
            <a:r>
              <a:rPr lang="ur-PK" sz="4000" dirty="0">
                <a:solidFill>
                  <a:prstClr val="black"/>
                </a:solidFill>
                <a:latin typeface="Jameel Noori Nastaleeq" panose="02000503000000020004" pitchFamily="2" charset="-78"/>
                <a:cs typeface="Jameel Noori Nastaleeq" panose="02000503000000020004" pitchFamily="2" charset="-78"/>
              </a:rPr>
              <a:t>اور (وہ وقت بھی یاد کریں) جب ہم نے فرشتوں سے فرمایا کہ آدم (علیہ السلام) کو سجدہ کرو تو سب نے سجدہ کیا سوائے ابلیس کے، اس نے انکار اور تکبر کیا اور (نتیجۃً) کافروں میں سے ہو گیا۔(</a:t>
            </a:r>
            <a:r>
              <a:rPr kumimoji="0" lang="ur-PK" sz="4000" b="0" i="0" u="none" strike="noStrike" kern="1200" cap="none" spc="0" normalizeH="0" baseline="0" noProof="0" dirty="0">
                <a:ln>
                  <a:noFill/>
                </a:ln>
                <a:solidFill>
                  <a:prstClr val="black"/>
                </a:solidFill>
                <a:effectLst/>
                <a:uLnTx/>
                <a:uFillTx/>
                <a:latin typeface="Jameel Noori Nastaleeq" panose="02000503000000020004" pitchFamily="2" charset="-78"/>
                <a:ea typeface="+mn-ea"/>
                <a:cs typeface="Jameel Noori Nastaleeq" panose="02000503000000020004" pitchFamily="2" charset="-78"/>
              </a:rPr>
              <a:t>34 )</a:t>
            </a:r>
            <a:endParaRPr kumimoji="0" lang="en-US" sz="4000" b="0" i="0" u="none" strike="noStrike" kern="1200" cap="none" spc="0" normalizeH="0" baseline="0" noProof="0" dirty="0">
              <a:ln>
                <a:noFill/>
              </a:ln>
              <a:solidFill>
                <a:prstClr val="black"/>
              </a:solidFill>
              <a:effectLst/>
              <a:uLnTx/>
              <a:uFillTx/>
              <a:latin typeface="Jameel Noori Nastaleeq" panose="02000503000000020004" pitchFamily="2" charset="-78"/>
              <a:ea typeface="+mn-ea"/>
              <a:cs typeface="Jameel Noori Nastaleeq" panose="02000503000000020004" pitchFamily="2" charset="-78"/>
            </a:endParaRPr>
          </a:p>
        </p:txBody>
      </p:sp>
      <p:sp>
        <p:nvSpPr>
          <p:cNvPr id="17" name="Rectangle 16">
            <a:extLst>
              <a:ext uri="{FF2B5EF4-FFF2-40B4-BE49-F238E27FC236}">
                <a16:creationId xmlns:a16="http://schemas.microsoft.com/office/drawing/2014/main" id="{007FFAA8-17AB-4741-8E53-98DF0DA3B1DF}"/>
              </a:ext>
            </a:extLst>
          </p:cNvPr>
          <p:cNvSpPr/>
          <p:nvPr/>
        </p:nvSpPr>
        <p:spPr>
          <a:xfrm>
            <a:off x="630984" y="3637822"/>
            <a:ext cx="9883349" cy="2785378"/>
          </a:xfrm>
          <a:prstGeom prst="rect">
            <a:avLst/>
          </a:prstGeom>
        </p:spPr>
        <p:txBody>
          <a:bodyPr wrap="square">
            <a:spAutoFit/>
          </a:bodyPr>
          <a:lstStyle/>
          <a:p>
            <a:pPr lvl="0" algn="just" rtl="1">
              <a:lnSpc>
                <a:spcPct val="150000"/>
              </a:lnSpc>
              <a:defRPr/>
            </a:pPr>
            <a:r>
              <a:rPr lang="ur-PK" sz="4000" dirty="0">
                <a:solidFill>
                  <a:prstClr val="black"/>
                </a:solidFill>
                <a:latin typeface="Jameel Noori Nastaleeq" panose="02000503000000020004" pitchFamily="2" charset="-78"/>
                <a:cs typeface="Jameel Noori Nastaleeq" panose="02000503000000020004" pitchFamily="2" charset="-78"/>
              </a:rPr>
              <a:t>اور ہم نے حکم دیا: اے آدم! تم اور تمہاری بیوی اس جنت میں رہائش رکھو اور تم دونوں اس میں سے جو چاہو، جہاں سے چاہو کھاؤ، مگر اس درخت کے قریب نہ جانا ورنہ حد سے بڑھنے والوں میں (شامل) ہو جاؤ گے۔(</a:t>
            </a:r>
            <a:r>
              <a:rPr kumimoji="0" lang="ur-PK" sz="4000" b="0" i="0" u="none" strike="noStrike" kern="1200" cap="none" spc="0" normalizeH="0" baseline="0" noProof="0" dirty="0">
                <a:ln>
                  <a:noFill/>
                </a:ln>
                <a:solidFill>
                  <a:prstClr val="black"/>
                </a:solidFill>
                <a:effectLst/>
                <a:uLnTx/>
                <a:uFillTx/>
                <a:latin typeface="Jameel Noori Nastaleeq" panose="02000503000000020004" pitchFamily="2" charset="-78"/>
                <a:ea typeface="+mn-ea"/>
                <a:cs typeface="Jameel Noori Nastaleeq" panose="02000503000000020004" pitchFamily="2" charset="-78"/>
              </a:rPr>
              <a:t>35 )</a:t>
            </a:r>
            <a:endParaRPr kumimoji="0" lang="en-US" sz="4000" b="0" i="0" u="none" strike="noStrike" kern="1200" cap="none" spc="0" normalizeH="0" baseline="0" noProof="0" dirty="0">
              <a:ln>
                <a:noFill/>
              </a:ln>
              <a:solidFill>
                <a:prstClr val="black"/>
              </a:solidFill>
              <a:effectLst/>
              <a:uLnTx/>
              <a:uFillTx/>
              <a:latin typeface="Jameel Noori Nastaleeq" panose="02000503000000020004" pitchFamily="2" charset="-78"/>
              <a:ea typeface="+mn-ea"/>
              <a:cs typeface="Jameel Noori Nastaleeq" panose="02000503000000020004" pitchFamily="2" charset="-78"/>
            </a:endParaRPr>
          </a:p>
        </p:txBody>
      </p:sp>
    </p:spTree>
    <p:extLst>
      <p:ext uri="{BB962C8B-B14F-4D97-AF65-F5344CB8AC3E}">
        <p14:creationId xmlns:p14="http://schemas.microsoft.com/office/powerpoint/2010/main" val="336224671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grpSp>
        <p:nvGrpSpPr>
          <p:cNvPr id="2" name="Group 2"/>
          <p:cNvGrpSpPr/>
          <p:nvPr/>
        </p:nvGrpSpPr>
        <p:grpSpPr>
          <a:xfrm>
            <a:off x="9185335" y="38101"/>
            <a:ext cx="1764391" cy="6819900"/>
            <a:chOff x="0" y="0"/>
            <a:chExt cx="730801" cy="2976105"/>
          </a:xfrm>
        </p:grpSpPr>
        <p:sp>
          <p:nvSpPr>
            <p:cNvPr id="3" name="Freeform 3"/>
            <p:cNvSpPr/>
            <p:nvPr/>
          </p:nvSpPr>
          <p:spPr>
            <a:xfrm>
              <a:off x="0" y="0"/>
              <a:ext cx="730801" cy="2976105"/>
            </a:xfrm>
            <a:custGeom>
              <a:avLst/>
              <a:gdLst/>
              <a:ahLst/>
              <a:cxnLst/>
              <a:rect l="l" t="t" r="r" b="b"/>
              <a:pathLst>
                <a:path w="730801" h="2976105">
                  <a:moveTo>
                    <a:pt x="0" y="0"/>
                  </a:moveTo>
                  <a:lnTo>
                    <a:pt x="730801" y="0"/>
                  </a:lnTo>
                  <a:lnTo>
                    <a:pt x="730801" y="2976105"/>
                  </a:lnTo>
                  <a:lnTo>
                    <a:pt x="0" y="2976105"/>
                  </a:lnTo>
                  <a:close/>
                </a:path>
              </a:pathLst>
            </a:custGeom>
            <a:solidFill>
              <a:srgbClr val="1C5739"/>
            </a:solidFill>
          </p:spPr>
        </p:sp>
        <p:sp>
          <p:nvSpPr>
            <p:cNvPr id="4" name="TextBox 4"/>
            <p:cNvSpPr txBox="1"/>
            <p:nvPr/>
          </p:nvSpPr>
          <p:spPr>
            <a:xfrm>
              <a:off x="0" y="-19050"/>
              <a:ext cx="730801" cy="2995155"/>
            </a:xfrm>
            <a:prstGeom prst="rect">
              <a:avLst/>
            </a:prstGeom>
          </p:spPr>
          <p:txBody>
            <a:bodyPr lIns="33867" tIns="33867" rIns="33867" bIns="33867" rtlCol="0" anchor="ctr"/>
            <a:lstStyle/>
            <a:p>
              <a:pPr marL="0" marR="0" lvl="0" indent="0" algn="ctr" defTabSz="609630" rtl="0" eaLnBrk="1" fontAlgn="auto" latinLnBrk="0" hangingPunct="1">
                <a:lnSpc>
                  <a:spcPts val="1906"/>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Freeform 5"/>
          <p:cNvSpPr/>
          <p:nvPr/>
        </p:nvSpPr>
        <p:spPr>
          <a:xfrm>
            <a:off x="9479591" y="5311987"/>
            <a:ext cx="2537714" cy="1388821"/>
          </a:xfrm>
          <a:custGeom>
            <a:avLst/>
            <a:gdLst/>
            <a:ahLst/>
            <a:cxnLst/>
            <a:rect l="l" t="t" r="r" b="b"/>
            <a:pathLst>
              <a:path w="3806571" h="2083232">
                <a:moveTo>
                  <a:pt x="0" y="0"/>
                </a:moveTo>
                <a:lnTo>
                  <a:pt x="3806570" y="0"/>
                </a:lnTo>
                <a:lnTo>
                  <a:pt x="3806570" y="2083232"/>
                </a:lnTo>
                <a:lnTo>
                  <a:pt x="0" y="208323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3485" y="0"/>
            <a:ext cx="1245759" cy="6858000"/>
            <a:chOff x="0" y="0"/>
            <a:chExt cx="812800" cy="2976105"/>
          </a:xfrm>
        </p:grpSpPr>
        <p:sp>
          <p:nvSpPr>
            <p:cNvPr id="7" name="Freeform 7"/>
            <p:cNvSpPr/>
            <p:nvPr/>
          </p:nvSpPr>
          <p:spPr>
            <a:xfrm>
              <a:off x="0" y="0"/>
              <a:ext cx="812800" cy="2976105"/>
            </a:xfrm>
            <a:custGeom>
              <a:avLst/>
              <a:gdLst/>
              <a:ahLst/>
              <a:cxnLst/>
              <a:rect l="l" t="t" r="r" b="b"/>
              <a:pathLst>
                <a:path w="812800" h="2976105">
                  <a:moveTo>
                    <a:pt x="0" y="0"/>
                  </a:moveTo>
                  <a:lnTo>
                    <a:pt x="812800" y="0"/>
                  </a:lnTo>
                  <a:lnTo>
                    <a:pt x="812800" y="2976105"/>
                  </a:lnTo>
                  <a:lnTo>
                    <a:pt x="0" y="2976105"/>
                  </a:lnTo>
                  <a:close/>
                </a:path>
              </a:pathLst>
            </a:custGeom>
            <a:solidFill>
              <a:srgbClr val="1C5739"/>
            </a:solidFill>
          </p:spPr>
        </p:sp>
        <p:sp>
          <p:nvSpPr>
            <p:cNvPr id="8" name="TextBox 8"/>
            <p:cNvSpPr txBox="1"/>
            <p:nvPr/>
          </p:nvSpPr>
          <p:spPr>
            <a:xfrm>
              <a:off x="0" y="-19050"/>
              <a:ext cx="812800" cy="2995155"/>
            </a:xfrm>
            <a:prstGeom prst="rect">
              <a:avLst/>
            </a:prstGeom>
          </p:spPr>
          <p:txBody>
            <a:bodyPr lIns="33867" tIns="33867" rIns="33867" bIns="33867" rtlCol="0" anchor="ctr"/>
            <a:lstStyle/>
            <a:p>
              <a:pPr marL="0" marR="0" lvl="0" indent="0" algn="ctr" defTabSz="609630" rtl="0" eaLnBrk="1" fontAlgn="auto" latinLnBrk="0" hangingPunct="1">
                <a:lnSpc>
                  <a:spcPts val="1906"/>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9" name="Group 9"/>
          <p:cNvGrpSpPr/>
          <p:nvPr/>
        </p:nvGrpSpPr>
        <p:grpSpPr>
          <a:xfrm>
            <a:off x="482813" y="2688921"/>
            <a:ext cx="73491" cy="1879331"/>
            <a:chOff x="0" y="0"/>
            <a:chExt cx="26312" cy="672855"/>
          </a:xfrm>
        </p:grpSpPr>
        <p:sp>
          <p:nvSpPr>
            <p:cNvPr id="10" name="Freeform 10"/>
            <p:cNvSpPr/>
            <p:nvPr/>
          </p:nvSpPr>
          <p:spPr>
            <a:xfrm>
              <a:off x="0" y="0"/>
              <a:ext cx="26312" cy="672855"/>
            </a:xfrm>
            <a:custGeom>
              <a:avLst/>
              <a:gdLst/>
              <a:ahLst/>
              <a:cxnLst/>
              <a:rect l="l" t="t" r="r" b="b"/>
              <a:pathLst>
                <a:path w="26312" h="672855">
                  <a:moveTo>
                    <a:pt x="0" y="0"/>
                  </a:moveTo>
                  <a:lnTo>
                    <a:pt x="26312" y="0"/>
                  </a:lnTo>
                  <a:lnTo>
                    <a:pt x="26312" y="672855"/>
                  </a:lnTo>
                  <a:lnTo>
                    <a:pt x="0" y="672855"/>
                  </a:lnTo>
                  <a:close/>
                </a:path>
              </a:pathLst>
            </a:custGeom>
            <a:solidFill>
              <a:srgbClr val="FFFFFF"/>
            </a:solidFill>
          </p:spPr>
        </p:sp>
        <p:sp>
          <p:nvSpPr>
            <p:cNvPr id="11" name="TextBox 11"/>
            <p:cNvSpPr txBox="1"/>
            <p:nvPr/>
          </p:nvSpPr>
          <p:spPr>
            <a:xfrm>
              <a:off x="0" y="-19050"/>
              <a:ext cx="26312" cy="691905"/>
            </a:xfrm>
            <a:prstGeom prst="rect">
              <a:avLst/>
            </a:prstGeom>
          </p:spPr>
          <p:txBody>
            <a:bodyPr lIns="33867" tIns="33867" rIns="33867" bIns="33867" rtlCol="0" anchor="ctr"/>
            <a:lstStyle/>
            <a:p>
              <a:pPr marL="0" marR="0" lvl="0" indent="0" algn="ctr" defTabSz="609630" rtl="0" eaLnBrk="1" fontAlgn="auto" latinLnBrk="0" hangingPunct="1">
                <a:lnSpc>
                  <a:spcPts val="1906"/>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sp>
        <p:nvSpPr>
          <p:cNvPr id="12" name="Freeform 12"/>
          <p:cNvSpPr/>
          <p:nvPr/>
        </p:nvSpPr>
        <p:spPr>
          <a:xfrm>
            <a:off x="114376" y="189634"/>
            <a:ext cx="2537714" cy="1388821"/>
          </a:xfrm>
          <a:custGeom>
            <a:avLst/>
            <a:gdLst/>
            <a:ahLst/>
            <a:cxnLst/>
            <a:rect l="l" t="t" r="r" b="b"/>
            <a:pathLst>
              <a:path w="3806571" h="2083232">
                <a:moveTo>
                  <a:pt x="0" y="0"/>
                </a:moveTo>
                <a:lnTo>
                  <a:pt x="3806571" y="0"/>
                </a:lnTo>
                <a:lnTo>
                  <a:pt x="3806571" y="2083233"/>
                </a:lnTo>
                <a:lnTo>
                  <a:pt x="0" y="208323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3" name="Freeform 13"/>
          <p:cNvSpPr/>
          <p:nvPr/>
        </p:nvSpPr>
        <p:spPr>
          <a:xfrm>
            <a:off x="437283" y="53269"/>
            <a:ext cx="1764391" cy="1764391"/>
          </a:xfrm>
          <a:custGeom>
            <a:avLst/>
            <a:gdLst/>
            <a:ahLst/>
            <a:cxnLst/>
            <a:rect l="l" t="t" r="r" b="b"/>
            <a:pathLst>
              <a:path w="2646586" h="2646586">
                <a:moveTo>
                  <a:pt x="0" y="0"/>
                </a:moveTo>
                <a:lnTo>
                  <a:pt x="2646586" y="0"/>
                </a:lnTo>
                <a:lnTo>
                  <a:pt x="2646586" y="2646586"/>
                </a:lnTo>
                <a:lnTo>
                  <a:pt x="0" y="2646586"/>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sp>
      <p:grpSp>
        <p:nvGrpSpPr>
          <p:cNvPr id="14" name="Group 14"/>
          <p:cNvGrpSpPr/>
          <p:nvPr/>
        </p:nvGrpSpPr>
        <p:grpSpPr>
          <a:xfrm>
            <a:off x="601580" y="217569"/>
            <a:ext cx="1435797" cy="1435791"/>
            <a:chOff x="0" y="0"/>
            <a:chExt cx="6350000" cy="6349975"/>
          </a:xfrm>
        </p:grpSpPr>
        <p:sp>
          <p:nvSpPr>
            <p:cNvPr id="15" name="Freeform 15"/>
            <p:cNvSpPr/>
            <p:nvPr/>
          </p:nvSpPr>
          <p:spPr>
            <a:xfrm>
              <a:off x="0"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8"/>
              <a:stretch>
                <a:fillRect/>
              </a:stretch>
            </a:blipFill>
          </p:spPr>
        </p:sp>
      </p:grpSp>
      <p:grpSp>
        <p:nvGrpSpPr>
          <p:cNvPr id="16" name="Group 16"/>
          <p:cNvGrpSpPr/>
          <p:nvPr/>
        </p:nvGrpSpPr>
        <p:grpSpPr>
          <a:xfrm>
            <a:off x="8188983" y="933583"/>
            <a:ext cx="3544841" cy="5623694"/>
            <a:chOff x="0" y="0"/>
            <a:chExt cx="1438367" cy="2281889"/>
          </a:xfrm>
        </p:grpSpPr>
        <p:sp>
          <p:nvSpPr>
            <p:cNvPr id="17" name="Freeform 17"/>
            <p:cNvSpPr/>
            <p:nvPr/>
          </p:nvSpPr>
          <p:spPr>
            <a:xfrm>
              <a:off x="0" y="0"/>
              <a:ext cx="1438367" cy="2281889"/>
            </a:xfrm>
            <a:custGeom>
              <a:avLst/>
              <a:gdLst/>
              <a:ahLst/>
              <a:cxnLst/>
              <a:rect l="l" t="t" r="r" b="b"/>
              <a:pathLst>
                <a:path w="1438367" h="2281889">
                  <a:moveTo>
                    <a:pt x="45136" y="0"/>
                  </a:moveTo>
                  <a:lnTo>
                    <a:pt x="1393231" y="0"/>
                  </a:lnTo>
                  <a:cubicBezTo>
                    <a:pt x="1405202" y="0"/>
                    <a:pt x="1416682" y="4755"/>
                    <a:pt x="1425147" y="13220"/>
                  </a:cubicBezTo>
                  <a:cubicBezTo>
                    <a:pt x="1433612" y="21685"/>
                    <a:pt x="1438367" y="33165"/>
                    <a:pt x="1438367" y="45136"/>
                  </a:cubicBezTo>
                  <a:lnTo>
                    <a:pt x="1438367" y="2236753"/>
                  </a:lnTo>
                  <a:cubicBezTo>
                    <a:pt x="1438367" y="2248724"/>
                    <a:pt x="1433612" y="2260204"/>
                    <a:pt x="1425147" y="2268669"/>
                  </a:cubicBezTo>
                  <a:cubicBezTo>
                    <a:pt x="1416682" y="2277134"/>
                    <a:pt x="1405202" y="2281889"/>
                    <a:pt x="1393231" y="2281889"/>
                  </a:cubicBezTo>
                  <a:lnTo>
                    <a:pt x="45136" y="2281889"/>
                  </a:lnTo>
                  <a:cubicBezTo>
                    <a:pt x="20208" y="2281889"/>
                    <a:pt x="0" y="2261681"/>
                    <a:pt x="0" y="2236753"/>
                  </a:cubicBezTo>
                  <a:lnTo>
                    <a:pt x="0" y="45136"/>
                  </a:lnTo>
                  <a:cubicBezTo>
                    <a:pt x="0" y="33165"/>
                    <a:pt x="4755" y="21685"/>
                    <a:pt x="13220" y="13220"/>
                  </a:cubicBezTo>
                  <a:cubicBezTo>
                    <a:pt x="21685" y="4755"/>
                    <a:pt x="33165" y="0"/>
                    <a:pt x="45136" y="0"/>
                  </a:cubicBezTo>
                  <a:close/>
                </a:path>
              </a:pathLst>
            </a:custGeom>
            <a:solidFill>
              <a:srgbClr val="FFFFFF"/>
            </a:solidFill>
            <a:ln w="47625" cap="rnd">
              <a:solidFill>
                <a:srgbClr val="AEEA00"/>
              </a:solidFill>
              <a:prstDash val="solid"/>
              <a:round/>
            </a:ln>
          </p:spPr>
        </p:sp>
        <p:sp>
          <p:nvSpPr>
            <p:cNvPr id="18" name="TextBox 18"/>
            <p:cNvSpPr txBox="1"/>
            <p:nvPr/>
          </p:nvSpPr>
          <p:spPr>
            <a:xfrm>
              <a:off x="0" y="-38100"/>
              <a:ext cx="1438367" cy="2319989"/>
            </a:xfrm>
            <a:prstGeom prst="rect">
              <a:avLst/>
            </a:prstGeom>
          </p:spPr>
          <p:txBody>
            <a:bodyPr lIns="33867" tIns="33867" rIns="33867" bIns="33867" rtlCol="0" anchor="ctr"/>
            <a:lstStyle/>
            <a:p>
              <a:pPr marL="0" marR="0" lvl="0" indent="0" algn="ctr" defTabSz="609630" rtl="0" eaLnBrk="1" fontAlgn="auto" latinLnBrk="0" hangingPunct="1">
                <a:lnSpc>
                  <a:spcPts val="1837"/>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1" name="Group 21"/>
          <p:cNvGrpSpPr/>
          <p:nvPr/>
        </p:nvGrpSpPr>
        <p:grpSpPr>
          <a:xfrm>
            <a:off x="8799884" y="486087"/>
            <a:ext cx="2590661" cy="608129"/>
            <a:chOff x="4593804" y="-481739"/>
            <a:chExt cx="2271538" cy="533218"/>
          </a:xfrm>
        </p:grpSpPr>
        <p:sp>
          <p:nvSpPr>
            <p:cNvPr id="22" name="Freeform 22"/>
            <p:cNvSpPr/>
            <p:nvPr/>
          </p:nvSpPr>
          <p:spPr>
            <a:xfrm>
              <a:off x="4593804" y="-457889"/>
              <a:ext cx="2222990" cy="476068"/>
            </a:xfrm>
            <a:custGeom>
              <a:avLst/>
              <a:gdLst/>
              <a:ahLst/>
              <a:cxnLst/>
              <a:rect l="l" t="t" r="r" b="b"/>
              <a:pathLst>
                <a:path w="2222990" h="476068">
                  <a:moveTo>
                    <a:pt x="83467" y="0"/>
                  </a:moveTo>
                  <a:lnTo>
                    <a:pt x="2139524" y="0"/>
                  </a:lnTo>
                  <a:cubicBezTo>
                    <a:pt x="2161660" y="0"/>
                    <a:pt x="2182890" y="8794"/>
                    <a:pt x="2198544" y="24447"/>
                  </a:cubicBezTo>
                  <a:cubicBezTo>
                    <a:pt x="2214196" y="40100"/>
                    <a:pt x="2222990" y="61330"/>
                    <a:pt x="2222990" y="83467"/>
                  </a:cubicBezTo>
                  <a:lnTo>
                    <a:pt x="2222990" y="392601"/>
                  </a:lnTo>
                  <a:cubicBezTo>
                    <a:pt x="2222990" y="414738"/>
                    <a:pt x="2214196" y="435968"/>
                    <a:pt x="2198544" y="451621"/>
                  </a:cubicBezTo>
                  <a:cubicBezTo>
                    <a:pt x="2182890" y="467274"/>
                    <a:pt x="2161660" y="476068"/>
                    <a:pt x="2139524" y="476068"/>
                  </a:cubicBezTo>
                  <a:lnTo>
                    <a:pt x="83467" y="476068"/>
                  </a:lnTo>
                  <a:cubicBezTo>
                    <a:pt x="61330" y="476068"/>
                    <a:pt x="40100" y="467274"/>
                    <a:pt x="24447" y="451621"/>
                  </a:cubicBezTo>
                  <a:cubicBezTo>
                    <a:pt x="8794" y="435968"/>
                    <a:pt x="0" y="414738"/>
                    <a:pt x="0" y="392601"/>
                  </a:cubicBezTo>
                  <a:lnTo>
                    <a:pt x="0" y="83467"/>
                  </a:lnTo>
                  <a:cubicBezTo>
                    <a:pt x="0" y="61330"/>
                    <a:pt x="8794" y="40100"/>
                    <a:pt x="24447" y="24447"/>
                  </a:cubicBezTo>
                  <a:cubicBezTo>
                    <a:pt x="40100" y="8794"/>
                    <a:pt x="61330" y="0"/>
                    <a:pt x="83467" y="0"/>
                  </a:cubicBezTo>
                  <a:close/>
                </a:path>
              </a:pathLst>
            </a:custGeom>
            <a:solidFill>
              <a:srgbClr val="CEAD5C"/>
            </a:solidFill>
            <a:ln cap="rnd">
              <a:noFill/>
              <a:prstDash val="solid"/>
              <a:round/>
            </a:ln>
          </p:spPr>
        </p:sp>
        <p:sp>
          <p:nvSpPr>
            <p:cNvPr id="23" name="TextBox 23"/>
            <p:cNvSpPr txBox="1"/>
            <p:nvPr/>
          </p:nvSpPr>
          <p:spPr>
            <a:xfrm>
              <a:off x="4642352" y="-481739"/>
              <a:ext cx="2222990" cy="533218"/>
            </a:xfrm>
            <a:prstGeom prst="rect">
              <a:avLst/>
            </a:prstGeom>
          </p:spPr>
          <p:txBody>
            <a:bodyPr lIns="0" tIns="0" rIns="0" bIns="0" rtlCol="0" anchor="ctr"/>
            <a:lstStyle/>
            <a:p>
              <a:pPr marL="0" marR="0" lvl="0" indent="0" algn="ctr" defTabSz="609630" rtl="1" eaLnBrk="1" fontAlgn="auto" latinLnBrk="0" hangingPunct="1">
                <a:lnSpc>
                  <a:spcPts val="2759"/>
                </a:lnSpc>
                <a:spcBef>
                  <a:spcPct val="0"/>
                </a:spcBef>
                <a:spcAft>
                  <a:spcPts val="0"/>
                </a:spcAft>
                <a:buClrTx/>
                <a:buSzTx/>
                <a:buFontTx/>
                <a:buNone/>
                <a:tabLst/>
                <a:defRPr/>
              </a:pPr>
              <a:r>
                <a:rPr kumimoji="0" lang="ar-EG" sz="1999" b="1" i="0" u="none" strike="noStrike" kern="1200" cap="none" spc="0" normalizeH="0" baseline="0" noProof="0" dirty="0">
                  <a:ln>
                    <a:noFill/>
                  </a:ln>
                  <a:solidFill>
                    <a:srgbClr val="000000"/>
                  </a:solidFill>
                  <a:effectLst/>
                  <a:uLnTx/>
                  <a:uFillTx/>
                  <a:latin typeface="Open Sauce Bold"/>
                  <a:ea typeface="Open Sauce Bold"/>
                  <a:cs typeface="Open Sauce Bold"/>
                  <a:sym typeface="Open Sauce Bold"/>
                  <a:rtl/>
                </a:rPr>
                <a:t>مضامینِ آیات</a:t>
              </a:r>
            </a:p>
          </p:txBody>
        </p:sp>
      </p:grpSp>
      <p:sp>
        <p:nvSpPr>
          <p:cNvPr id="27" name="TextBox 50">
            <a:extLst>
              <a:ext uri="{FF2B5EF4-FFF2-40B4-BE49-F238E27FC236}">
                <a16:creationId xmlns:a16="http://schemas.microsoft.com/office/drawing/2014/main" id="{50332693-7103-4C35-8C08-9BC2A092A943}"/>
              </a:ext>
            </a:extLst>
          </p:cNvPr>
          <p:cNvSpPr txBox="1"/>
          <p:nvPr/>
        </p:nvSpPr>
        <p:spPr>
          <a:xfrm>
            <a:off x="1431353" y="2124654"/>
            <a:ext cx="6260704" cy="2954655"/>
          </a:xfrm>
          <a:prstGeom prst="rect">
            <a:avLst/>
          </a:prstGeom>
        </p:spPr>
        <p:txBody>
          <a:bodyPr wrap="square" lIns="0" tIns="0" rIns="0" bIns="0" rtlCol="0" anchor="t">
            <a:spAutoFit/>
          </a:bodyPr>
          <a:lstStyle/>
          <a:p>
            <a:pPr marL="0" marR="0" lvl="0" indent="0" algn="ctr" defTabSz="609630" rtl="1" eaLnBrk="1" fontAlgn="auto" latinLnBrk="0" hangingPunct="1">
              <a:lnSpc>
                <a:spcPct val="100000"/>
              </a:lnSpc>
              <a:spcBef>
                <a:spcPts val="0"/>
              </a:spcBef>
              <a:spcAft>
                <a:spcPts val="0"/>
              </a:spcAft>
              <a:buClrTx/>
              <a:buSzTx/>
              <a:buFontTx/>
              <a:buNone/>
              <a:tabLst/>
              <a:defRPr/>
            </a:pPr>
            <a:r>
              <a:rPr kumimoji="0" lang="ur-PK" sz="9600" b="0" i="0" u="none" strike="noStrike" kern="1200" cap="none" spc="0" normalizeH="0" baseline="0" noProof="0" dirty="0">
                <a:ln>
                  <a:noFill/>
                </a:ln>
                <a:solidFill>
                  <a:srgbClr val="343432"/>
                </a:solidFill>
                <a:effectLst/>
                <a:uLnTx/>
                <a:uFillTx/>
                <a:latin typeface="Jameel Noori Nastaleeq"/>
                <a:ea typeface="Jameel Noori Nastaleeq"/>
                <a:cs typeface="Jameel Noori Nastaleeq"/>
                <a:sym typeface="Jameel Noori Nastaleeq"/>
                <a:rtl/>
              </a:rPr>
              <a:t>مضامین </a:t>
            </a:r>
            <a:r>
              <a:rPr kumimoji="0" lang="ar-EG" sz="9600" b="0" i="0" u="none" strike="noStrike" kern="1200" cap="none" spc="0" normalizeH="0" baseline="0" noProof="0" dirty="0">
                <a:ln>
                  <a:noFill/>
                </a:ln>
                <a:solidFill>
                  <a:srgbClr val="343432"/>
                </a:solidFill>
                <a:effectLst/>
                <a:uLnTx/>
                <a:uFillTx/>
                <a:latin typeface="Jameel Noori Nastaleeq"/>
                <a:ea typeface="Jameel Noori Nastaleeq"/>
                <a:cs typeface="Jameel Noori Nastaleeq"/>
                <a:sym typeface="Jameel Noori Nastaleeq"/>
                <a:rtl/>
              </a:rPr>
              <a:t>سورہ بقرہ </a:t>
            </a:r>
          </a:p>
          <a:p>
            <a:pPr marL="0" marR="0" lvl="0" indent="0" algn="ctr" defTabSz="609630" rtl="1" eaLnBrk="1" fontAlgn="auto" latinLnBrk="0" hangingPunct="1">
              <a:lnSpc>
                <a:spcPct val="100000"/>
              </a:lnSpc>
              <a:spcBef>
                <a:spcPts val="0"/>
              </a:spcBef>
              <a:spcAft>
                <a:spcPts val="0"/>
              </a:spcAft>
              <a:buClrTx/>
              <a:buSzTx/>
              <a:buFontTx/>
              <a:buNone/>
              <a:tabLst/>
              <a:defRPr/>
            </a:pPr>
            <a:r>
              <a:rPr kumimoji="0" lang="ar-EG" sz="9600" b="0" i="0" u="none" strike="noStrike" kern="1200" cap="none" spc="0" normalizeH="0" baseline="0" noProof="0" dirty="0">
                <a:ln>
                  <a:noFill/>
                </a:ln>
                <a:solidFill>
                  <a:srgbClr val="343432"/>
                </a:solidFill>
                <a:effectLst/>
                <a:uLnTx/>
                <a:uFillTx/>
                <a:latin typeface="Jameel Noori Nastaleeq"/>
                <a:ea typeface="Jameel Noori Nastaleeq"/>
                <a:cs typeface="Jameel Noori Nastaleeq"/>
                <a:sym typeface="Jameel Noori Nastaleeq"/>
                <a:rtl/>
              </a:rPr>
              <a:t>آیت </a:t>
            </a:r>
            <a:r>
              <a:rPr kumimoji="0" lang="en-US" sz="9600" b="0" i="0" u="none" strike="noStrike" kern="1200" cap="none" spc="0" normalizeH="0" baseline="0" noProof="0" dirty="0">
                <a:ln>
                  <a:noFill/>
                </a:ln>
                <a:solidFill>
                  <a:srgbClr val="343432"/>
                </a:solidFill>
                <a:effectLst/>
                <a:uLnTx/>
                <a:uFillTx/>
                <a:latin typeface="Jameel Noori Nastaleeq"/>
                <a:ea typeface="Jameel Noori Nastaleeq"/>
                <a:cs typeface="Jameel Noori Nastaleeq"/>
                <a:sym typeface="Jameel Noori Nastaleeq"/>
              </a:rPr>
              <a:t>31</a:t>
            </a:r>
            <a:r>
              <a:rPr kumimoji="0" lang="ar-EG" sz="9600" b="0" i="0" u="none" strike="noStrike" kern="1200" cap="none" spc="0" normalizeH="0" baseline="0" noProof="0" dirty="0">
                <a:ln>
                  <a:noFill/>
                </a:ln>
                <a:solidFill>
                  <a:srgbClr val="343432"/>
                </a:solidFill>
                <a:effectLst/>
                <a:uLnTx/>
                <a:uFillTx/>
                <a:latin typeface="Jameel Noori Nastaleeq"/>
                <a:ea typeface="Jameel Noori Nastaleeq"/>
                <a:cs typeface="Jameel Noori Nastaleeq"/>
                <a:sym typeface="Jameel Noori Nastaleeq"/>
                <a:rtl/>
              </a:rPr>
              <a:t> </a:t>
            </a:r>
            <a:r>
              <a:rPr kumimoji="0" lang="en-US" sz="9600" b="0" i="0" u="none" strike="noStrike" kern="1200" cap="none" spc="0" normalizeH="0" baseline="0" noProof="0" dirty="0">
                <a:ln>
                  <a:noFill/>
                </a:ln>
                <a:solidFill>
                  <a:srgbClr val="343432"/>
                </a:solidFill>
                <a:effectLst/>
                <a:uLnTx/>
                <a:uFillTx/>
                <a:latin typeface="Jameel Noori Nastaleeq"/>
                <a:ea typeface="Jameel Noori Nastaleeq"/>
                <a:cs typeface="Jameel Noori Nastaleeq"/>
                <a:sym typeface="Jameel Noori Nastaleeq"/>
                <a:rtl/>
              </a:rPr>
              <a:t> </a:t>
            </a:r>
            <a:r>
              <a:rPr kumimoji="0" lang="ar-EG" sz="9600" b="0" i="0" u="none" strike="noStrike" kern="1200" cap="none" spc="0" normalizeH="0" baseline="0" noProof="0" dirty="0">
                <a:ln>
                  <a:noFill/>
                </a:ln>
                <a:solidFill>
                  <a:srgbClr val="343432"/>
                </a:solidFill>
                <a:effectLst/>
                <a:uLnTx/>
                <a:uFillTx/>
                <a:latin typeface="Jameel Noori Nastaleeq"/>
                <a:ea typeface="Jameel Noori Nastaleeq"/>
                <a:cs typeface="Jameel Noori Nastaleeq"/>
                <a:sym typeface="Jameel Noori Nastaleeq"/>
                <a:rtl/>
              </a:rPr>
              <a:t>تا</a:t>
            </a:r>
            <a:r>
              <a:rPr kumimoji="0" lang="en-US" sz="9600" b="0" i="0" u="none" strike="noStrike" kern="1200" cap="none" spc="0" normalizeH="0" baseline="0" noProof="0" dirty="0">
                <a:ln>
                  <a:noFill/>
                </a:ln>
                <a:solidFill>
                  <a:srgbClr val="343432"/>
                </a:solidFill>
                <a:effectLst/>
                <a:uLnTx/>
                <a:uFillTx/>
                <a:latin typeface="Jameel Noori Nastaleeq"/>
                <a:ea typeface="Jameel Noori Nastaleeq"/>
                <a:cs typeface="Jameel Noori Nastaleeq"/>
                <a:sym typeface="Jameel Noori Nastaleeq"/>
                <a:rtl/>
              </a:rPr>
              <a:t> </a:t>
            </a:r>
            <a:r>
              <a:rPr kumimoji="0" lang="ar-EG" sz="9600" b="0" i="0" u="none" strike="noStrike" kern="1200" cap="none" spc="0" normalizeH="0" baseline="0" noProof="0" dirty="0">
                <a:ln>
                  <a:noFill/>
                </a:ln>
                <a:solidFill>
                  <a:srgbClr val="343432"/>
                </a:solidFill>
                <a:effectLst/>
                <a:uLnTx/>
                <a:uFillTx/>
                <a:latin typeface="Jameel Noori Nastaleeq"/>
                <a:ea typeface="Jameel Noori Nastaleeq"/>
                <a:cs typeface="Jameel Noori Nastaleeq"/>
                <a:sym typeface="Jameel Noori Nastaleeq"/>
                <a:rtl/>
              </a:rPr>
              <a:t> </a:t>
            </a:r>
            <a:r>
              <a:rPr kumimoji="0" lang="en-US" sz="9600" b="0" i="0" u="none" strike="noStrike" kern="1200" cap="none" spc="0" normalizeH="0" baseline="0" noProof="0" dirty="0">
                <a:ln>
                  <a:noFill/>
                </a:ln>
                <a:solidFill>
                  <a:srgbClr val="343432"/>
                </a:solidFill>
                <a:effectLst/>
                <a:uLnTx/>
                <a:uFillTx/>
                <a:latin typeface="Jameel Noori Nastaleeq"/>
                <a:ea typeface="Jameel Noori Nastaleeq"/>
                <a:cs typeface="Jameel Noori Nastaleeq"/>
                <a:sym typeface="Jameel Noori Nastaleeq"/>
              </a:rPr>
              <a:t>35</a:t>
            </a:r>
          </a:p>
        </p:txBody>
      </p:sp>
      <p:pic>
        <p:nvPicPr>
          <p:cNvPr id="29" name="Picture 28">
            <a:extLst>
              <a:ext uri="{FF2B5EF4-FFF2-40B4-BE49-F238E27FC236}">
                <a16:creationId xmlns:a16="http://schemas.microsoft.com/office/drawing/2014/main" id="{B90A641C-955C-40DA-934E-724C43344B9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388856" y="1164261"/>
            <a:ext cx="3145093" cy="5068439"/>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grpSp>
        <p:nvGrpSpPr>
          <p:cNvPr id="2" name="Group 2"/>
          <p:cNvGrpSpPr/>
          <p:nvPr/>
        </p:nvGrpSpPr>
        <p:grpSpPr>
          <a:xfrm>
            <a:off x="11194473" y="0"/>
            <a:ext cx="997527" cy="6858000"/>
            <a:chOff x="0" y="0"/>
            <a:chExt cx="400694" cy="3472227"/>
          </a:xfrm>
        </p:grpSpPr>
        <p:sp>
          <p:nvSpPr>
            <p:cNvPr id="3" name="Freeform 3"/>
            <p:cNvSpPr/>
            <p:nvPr/>
          </p:nvSpPr>
          <p:spPr>
            <a:xfrm>
              <a:off x="0" y="0"/>
              <a:ext cx="400694" cy="3472226"/>
            </a:xfrm>
            <a:custGeom>
              <a:avLst/>
              <a:gdLst/>
              <a:ahLst/>
              <a:cxnLst/>
              <a:rect l="l" t="t" r="r" b="b"/>
              <a:pathLst>
                <a:path w="400694" h="3472226">
                  <a:moveTo>
                    <a:pt x="0" y="0"/>
                  </a:moveTo>
                  <a:lnTo>
                    <a:pt x="400694" y="0"/>
                  </a:lnTo>
                  <a:lnTo>
                    <a:pt x="400694" y="3472226"/>
                  </a:lnTo>
                  <a:lnTo>
                    <a:pt x="0" y="3472226"/>
                  </a:lnTo>
                  <a:close/>
                </a:path>
              </a:pathLst>
            </a:custGeom>
            <a:solidFill>
              <a:srgbClr val="106861"/>
            </a:solidFill>
          </p:spPr>
        </p:sp>
        <p:sp>
          <p:nvSpPr>
            <p:cNvPr id="4" name="TextBox 4"/>
            <p:cNvSpPr txBox="1"/>
            <p:nvPr/>
          </p:nvSpPr>
          <p:spPr>
            <a:xfrm>
              <a:off x="0" y="-19050"/>
              <a:ext cx="400694" cy="3491277"/>
            </a:xfrm>
            <a:prstGeom prst="rect">
              <a:avLst/>
            </a:prstGeom>
          </p:spPr>
          <p:txBody>
            <a:bodyPr lIns="33867" tIns="33867" rIns="33867" bIns="33867" rtlCol="0" anchor="ctr"/>
            <a:lstStyle/>
            <a:p>
              <a:pPr marL="0" marR="0" lvl="0" indent="0" algn="ctr" defTabSz="609630" rtl="0" eaLnBrk="1" fontAlgn="auto" latinLnBrk="0" hangingPunct="1">
                <a:lnSpc>
                  <a:spcPts val="1906"/>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Freeform 5"/>
          <p:cNvSpPr/>
          <p:nvPr/>
        </p:nvSpPr>
        <p:spPr>
          <a:xfrm>
            <a:off x="10518469" y="183369"/>
            <a:ext cx="1414522" cy="1414522"/>
          </a:xfrm>
          <a:custGeom>
            <a:avLst/>
            <a:gdLst/>
            <a:ahLst/>
            <a:cxnLst/>
            <a:rect l="l" t="t" r="r" b="b"/>
            <a:pathLst>
              <a:path w="2303844" h="2303844">
                <a:moveTo>
                  <a:pt x="0" y="0"/>
                </a:moveTo>
                <a:lnTo>
                  <a:pt x="2303843" y="0"/>
                </a:lnTo>
                <a:lnTo>
                  <a:pt x="2303843" y="2303844"/>
                </a:lnTo>
                <a:lnTo>
                  <a:pt x="0" y="2303844"/>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grpSp>
        <p:nvGrpSpPr>
          <p:cNvPr id="6" name="Group 6"/>
          <p:cNvGrpSpPr/>
          <p:nvPr/>
        </p:nvGrpSpPr>
        <p:grpSpPr>
          <a:xfrm>
            <a:off x="10648119" y="326394"/>
            <a:ext cx="1151087" cy="1151082"/>
            <a:chOff x="50951" y="0"/>
            <a:chExt cx="6350000" cy="6349975"/>
          </a:xfrm>
        </p:grpSpPr>
        <p:sp>
          <p:nvSpPr>
            <p:cNvPr id="7" name="Freeform 7"/>
            <p:cNvSpPr/>
            <p:nvPr/>
          </p:nvSpPr>
          <p:spPr>
            <a:xfrm>
              <a:off x="50951"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4"/>
              <a:stretch>
                <a:fillRect/>
              </a:stretch>
            </a:blipFill>
          </p:spPr>
        </p:sp>
      </p:grpSp>
      <p:sp>
        <p:nvSpPr>
          <p:cNvPr id="13" name="Freeform 12">
            <a:extLst>
              <a:ext uri="{FF2B5EF4-FFF2-40B4-BE49-F238E27FC236}">
                <a16:creationId xmlns:a16="http://schemas.microsoft.com/office/drawing/2014/main" id="{95631775-C5BF-47FF-A9EB-C36FA140C048}"/>
              </a:ext>
            </a:extLst>
          </p:cNvPr>
          <p:cNvSpPr/>
          <p:nvPr/>
        </p:nvSpPr>
        <p:spPr>
          <a:xfrm>
            <a:off x="9587614" y="88655"/>
            <a:ext cx="2537714" cy="1388821"/>
          </a:xfrm>
          <a:custGeom>
            <a:avLst/>
            <a:gdLst/>
            <a:ahLst/>
            <a:cxnLst/>
            <a:rect l="l" t="t" r="r" b="b"/>
            <a:pathLst>
              <a:path w="3806571" h="2083232">
                <a:moveTo>
                  <a:pt x="0" y="0"/>
                </a:moveTo>
                <a:lnTo>
                  <a:pt x="3806571" y="0"/>
                </a:lnTo>
                <a:lnTo>
                  <a:pt x="3806571" y="2083233"/>
                </a:lnTo>
                <a:lnTo>
                  <a:pt x="0" y="208323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14" name="Group 9">
            <a:extLst>
              <a:ext uri="{FF2B5EF4-FFF2-40B4-BE49-F238E27FC236}">
                <a16:creationId xmlns:a16="http://schemas.microsoft.com/office/drawing/2014/main" id="{30F01CC8-3B08-4F27-9A2F-99D9878516D5}"/>
              </a:ext>
            </a:extLst>
          </p:cNvPr>
          <p:cNvGrpSpPr/>
          <p:nvPr/>
        </p:nvGrpSpPr>
        <p:grpSpPr>
          <a:xfrm>
            <a:off x="11656689" y="2698157"/>
            <a:ext cx="73491" cy="1879331"/>
            <a:chOff x="0" y="0"/>
            <a:chExt cx="26312" cy="672855"/>
          </a:xfrm>
        </p:grpSpPr>
        <p:sp>
          <p:nvSpPr>
            <p:cNvPr id="15" name="Freeform 10">
              <a:extLst>
                <a:ext uri="{FF2B5EF4-FFF2-40B4-BE49-F238E27FC236}">
                  <a16:creationId xmlns:a16="http://schemas.microsoft.com/office/drawing/2014/main" id="{7423CA52-6888-4F11-B5AF-CBE8632B9393}"/>
                </a:ext>
              </a:extLst>
            </p:cNvPr>
            <p:cNvSpPr/>
            <p:nvPr/>
          </p:nvSpPr>
          <p:spPr>
            <a:xfrm>
              <a:off x="0" y="0"/>
              <a:ext cx="26312" cy="672855"/>
            </a:xfrm>
            <a:custGeom>
              <a:avLst/>
              <a:gdLst/>
              <a:ahLst/>
              <a:cxnLst/>
              <a:rect l="l" t="t" r="r" b="b"/>
              <a:pathLst>
                <a:path w="26312" h="672855">
                  <a:moveTo>
                    <a:pt x="0" y="0"/>
                  </a:moveTo>
                  <a:lnTo>
                    <a:pt x="26312" y="0"/>
                  </a:lnTo>
                  <a:lnTo>
                    <a:pt x="26312" y="672855"/>
                  </a:lnTo>
                  <a:lnTo>
                    <a:pt x="0" y="672855"/>
                  </a:lnTo>
                  <a:close/>
                </a:path>
              </a:pathLst>
            </a:custGeom>
            <a:solidFill>
              <a:srgbClr val="FFFFFF"/>
            </a:solidFill>
          </p:spPr>
        </p:sp>
        <p:sp>
          <p:nvSpPr>
            <p:cNvPr id="16" name="TextBox 11">
              <a:extLst>
                <a:ext uri="{FF2B5EF4-FFF2-40B4-BE49-F238E27FC236}">
                  <a16:creationId xmlns:a16="http://schemas.microsoft.com/office/drawing/2014/main" id="{C6C0B9AD-856C-4DB2-8375-EFE182B7428B}"/>
                </a:ext>
              </a:extLst>
            </p:cNvPr>
            <p:cNvSpPr txBox="1"/>
            <p:nvPr/>
          </p:nvSpPr>
          <p:spPr>
            <a:xfrm>
              <a:off x="0" y="-19050"/>
              <a:ext cx="26312" cy="691905"/>
            </a:xfrm>
            <a:prstGeom prst="rect">
              <a:avLst/>
            </a:prstGeom>
          </p:spPr>
          <p:txBody>
            <a:bodyPr lIns="33867" tIns="33867" rIns="33867" bIns="33867" rtlCol="0" anchor="ctr"/>
            <a:lstStyle/>
            <a:p>
              <a:pPr marL="0" marR="0" lvl="0" indent="0" algn="ctr" defTabSz="609630" rtl="0" eaLnBrk="1" fontAlgn="auto" latinLnBrk="0" hangingPunct="1">
                <a:lnSpc>
                  <a:spcPts val="1906"/>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sp>
        <p:nvSpPr>
          <p:cNvPr id="17" name="TextBox 16">
            <a:extLst>
              <a:ext uri="{FF2B5EF4-FFF2-40B4-BE49-F238E27FC236}">
                <a16:creationId xmlns:a16="http://schemas.microsoft.com/office/drawing/2014/main" id="{D1973615-EC98-4182-9CB0-1C4FDB6BFD01}"/>
              </a:ext>
            </a:extLst>
          </p:cNvPr>
          <p:cNvSpPr txBox="1"/>
          <p:nvPr/>
        </p:nvSpPr>
        <p:spPr>
          <a:xfrm>
            <a:off x="3213937" y="275298"/>
            <a:ext cx="4832976" cy="1015534"/>
          </a:xfrm>
          <a:prstGeom prst="rect">
            <a:avLst/>
          </a:prstGeom>
          <a:noFill/>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pPr marL="0" marR="0" lvl="0" indent="0" algn="r" defTabSz="914354" rtl="1" eaLnBrk="1" fontAlgn="auto" latinLnBrk="0" hangingPunct="1">
              <a:lnSpc>
                <a:spcPct val="100000"/>
              </a:lnSpc>
              <a:spcBef>
                <a:spcPts val="0"/>
              </a:spcBef>
              <a:spcAft>
                <a:spcPts val="0"/>
              </a:spcAft>
              <a:buClrTx/>
              <a:buSzTx/>
              <a:buFontTx/>
              <a:buNone/>
              <a:tabLst/>
              <a:defRPr/>
            </a:pPr>
            <a:r>
              <a:rPr kumimoji="0" lang="ur-PK" sz="5999" b="1" i="0" u="none" strike="noStrike" kern="1200" cap="none" spc="0" normalizeH="0" baseline="0" noProof="0" dirty="0">
                <a:ln/>
                <a:solidFill>
                  <a:srgbClr val="00B050"/>
                </a:solidFill>
                <a:effectLst>
                  <a:outerShdw blurRad="38100" dist="38100" dir="2700000" algn="tl">
                    <a:srgbClr val="000000">
                      <a:alpha val="43137"/>
                    </a:srgbClr>
                  </a:outerShdw>
                </a:effectLst>
                <a:uLnTx/>
                <a:uFillTx/>
                <a:latin typeface="Jameel Noori Nastaleeq" panose="02000503000000020004" pitchFamily="2" charset="-78"/>
                <a:ea typeface="+mn-ea"/>
                <a:cs typeface="Jameel Noori Nastaleeq" panose="02000503000000020004" pitchFamily="2" charset="-78"/>
              </a:rPr>
              <a:t>سورۃ بقرہ  کے اہم مضامین </a:t>
            </a:r>
            <a:endParaRPr kumimoji="0" lang="en-US" sz="5999" b="1" i="0" u="none" strike="noStrike" kern="1200" cap="none" spc="0" normalizeH="0" baseline="0" noProof="0" dirty="0">
              <a:ln/>
              <a:solidFill>
                <a:srgbClr val="00B050"/>
              </a:solidFill>
              <a:effectLst>
                <a:outerShdw blurRad="38100" dist="38100" dir="2700000" algn="tl">
                  <a:srgbClr val="000000">
                    <a:alpha val="43137"/>
                  </a:srgbClr>
                </a:outerShdw>
              </a:effectLst>
              <a:uLnTx/>
              <a:uFillTx/>
              <a:latin typeface="Jameel Noori Nastaleeq" panose="02000503000000020004" pitchFamily="2" charset="-78"/>
              <a:ea typeface="+mn-ea"/>
              <a:cs typeface="Jameel Noori Nastaleeq" panose="02000503000000020004" pitchFamily="2" charset="-78"/>
            </a:endParaRPr>
          </a:p>
        </p:txBody>
      </p:sp>
      <p:sp>
        <p:nvSpPr>
          <p:cNvPr id="11" name="Rectangle 10">
            <a:extLst>
              <a:ext uri="{FF2B5EF4-FFF2-40B4-BE49-F238E27FC236}">
                <a16:creationId xmlns:a16="http://schemas.microsoft.com/office/drawing/2014/main" id="{4F8EED62-6F95-4374-AEA4-BF32855F7071}"/>
              </a:ext>
            </a:extLst>
          </p:cNvPr>
          <p:cNvSpPr/>
          <p:nvPr/>
        </p:nvSpPr>
        <p:spPr>
          <a:xfrm>
            <a:off x="10374942" y="2096056"/>
            <a:ext cx="546354" cy="3046988"/>
          </a:xfrm>
          <a:prstGeom prst="rect">
            <a:avLst/>
          </a:prstGeom>
        </p:spPr>
        <p:txBody>
          <a:bodyPr wrap="square">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r>
              <a:rPr kumimoji="0" lang="ur-PK" sz="3200" b="0" i="0" u="none" strike="noStrike" kern="1300" cap="none" spc="0" normalizeH="0" baseline="0" noProof="0" dirty="0">
                <a:ln>
                  <a:noFill/>
                </a:ln>
                <a:solidFill>
                  <a:prstClr val="black"/>
                </a:solidFill>
                <a:effectLst/>
                <a:uLnTx/>
                <a:uFillTx/>
                <a:latin typeface="Jameel Noori Nastaleeq" panose="02000503000000020004" pitchFamily="2" charset="-78"/>
                <a:ea typeface="Calibri" panose="020F0502020204030204" pitchFamily="34" charset="0"/>
                <a:cs typeface="Jameel Noori Nastaleeq" panose="02000503000000020004" pitchFamily="2" charset="-78"/>
              </a:rPr>
              <a:t>1۔</a:t>
            </a:r>
          </a:p>
          <a:p>
            <a:pPr marL="0" marR="0" lvl="0" indent="0" algn="l" defTabSz="914400" rtl="1" eaLnBrk="1" fontAlgn="auto" latinLnBrk="0" hangingPunct="1">
              <a:lnSpc>
                <a:spcPct val="100000"/>
              </a:lnSpc>
              <a:spcBef>
                <a:spcPts val="0"/>
              </a:spcBef>
              <a:spcAft>
                <a:spcPts val="0"/>
              </a:spcAft>
              <a:buClrTx/>
              <a:buSzTx/>
              <a:buFontTx/>
              <a:buNone/>
              <a:tabLst/>
              <a:defRPr/>
            </a:pPr>
            <a:endParaRPr lang="ur-PK" sz="3200" kern="1300" dirty="0">
              <a:solidFill>
                <a:prstClr val="black"/>
              </a:solidFill>
              <a:latin typeface="Jameel Noori Nastaleeq" panose="02000503000000020004" pitchFamily="2" charset="-78"/>
              <a:ea typeface="Calibri" panose="020F0502020204030204" pitchFamily="34" charset="0"/>
              <a:cs typeface="Jameel Noori Nastaleeq" panose="02000503000000020004" pitchFamily="2" charset="-78"/>
            </a:endParaRPr>
          </a:p>
          <a:p>
            <a:pPr marL="0" marR="0" lvl="0" indent="0" algn="l" defTabSz="914400" rtl="1" eaLnBrk="1" fontAlgn="auto" latinLnBrk="0" hangingPunct="1">
              <a:lnSpc>
                <a:spcPct val="100000"/>
              </a:lnSpc>
              <a:spcBef>
                <a:spcPts val="0"/>
              </a:spcBef>
              <a:spcAft>
                <a:spcPts val="0"/>
              </a:spcAft>
              <a:buClrTx/>
              <a:buSzTx/>
              <a:buFontTx/>
              <a:buNone/>
              <a:tabLst/>
              <a:defRPr/>
            </a:pPr>
            <a:endParaRPr lang="ur-PK" sz="3200" kern="1300" dirty="0">
              <a:solidFill>
                <a:prstClr val="black"/>
              </a:solidFill>
              <a:latin typeface="Jameel Noori Nastaleeq" panose="02000503000000020004" pitchFamily="2" charset="-78"/>
              <a:ea typeface="Calibri" panose="020F0502020204030204" pitchFamily="34" charset="0"/>
              <a:cs typeface="Jameel Noori Nastaleeq" panose="02000503000000020004" pitchFamily="2" charset="-78"/>
            </a:endParaRPr>
          </a:p>
          <a:p>
            <a:pPr marL="0" marR="0" lvl="0" indent="0" algn="l" defTabSz="914400" rtl="1" eaLnBrk="1" fontAlgn="auto" latinLnBrk="0" hangingPunct="1">
              <a:lnSpc>
                <a:spcPct val="100000"/>
              </a:lnSpc>
              <a:spcBef>
                <a:spcPts val="0"/>
              </a:spcBef>
              <a:spcAft>
                <a:spcPts val="0"/>
              </a:spcAft>
              <a:buClrTx/>
              <a:buSzTx/>
              <a:buFontTx/>
              <a:buNone/>
              <a:tabLst/>
              <a:defRPr/>
            </a:pPr>
            <a:endParaRPr lang="ur-PK" sz="3200" kern="1300" dirty="0">
              <a:solidFill>
                <a:prstClr val="black"/>
              </a:solidFill>
              <a:latin typeface="Jameel Noori Nastaleeq" panose="02000503000000020004" pitchFamily="2" charset="-78"/>
              <a:ea typeface="Calibri" panose="020F0502020204030204" pitchFamily="34" charset="0"/>
              <a:cs typeface="Jameel Noori Nastaleeq" panose="02000503000000020004" pitchFamily="2" charset="-78"/>
            </a:endParaRPr>
          </a:p>
          <a:p>
            <a:pPr marL="0" marR="0" lvl="0" indent="0" algn="l" defTabSz="914400" rtl="1" eaLnBrk="1" fontAlgn="auto" latinLnBrk="0" hangingPunct="1">
              <a:lnSpc>
                <a:spcPct val="100000"/>
              </a:lnSpc>
              <a:spcBef>
                <a:spcPts val="0"/>
              </a:spcBef>
              <a:spcAft>
                <a:spcPts val="0"/>
              </a:spcAft>
              <a:buClrTx/>
              <a:buSzTx/>
              <a:buFontTx/>
              <a:buNone/>
              <a:tabLst/>
              <a:defRPr/>
            </a:pPr>
            <a:r>
              <a:rPr kumimoji="0" lang="ur-PK" sz="3200" b="0" i="0" u="none" strike="noStrike" kern="1300" cap="none" spc="0" normalizeH="0" baseline="0" noProof="0" dirty="0">
                <a:ln>
                  <a:noFill/>
                </a:ln>
                <a:solidFill>
                  <a:prstClr val="black"/>
                </a:solidFill>
                <a:effectLst/>
                <a:uLnTx/>
                <a:uFillTx/>
                <a:latin typeface="Jameel Noori Nastaleeq" panose="02000503000000020004" pitchFamily="2" charset="-78"/>
                <a:ea typeface="Calibri" panose="020F0502020204030204" pitchFamily="34" charset="0"/>
                <a:cs typeface="Jameel Noori Nastaleeq" panose="02000503000000020004" pitchFamily="2" charset="-78"/>
              </a:rPr>
              <a:t>2۔ </a:t>
            </a:r>
          </a:p>
          <a:p>
            <a:pPr marL="0" marR="0" lvl="0" indent="0" algn="l" defTabSz="914400" rtl="1" eaLnBrk="1" fontAlgn="auto" latinLnBrk="0" hangingPunct="1">
              <a:lnSpc>
                <a:spcPct val="100000"/>
              </a:lnSpc>
              <a:spcBef>
                <a:spcPts val="0"/>
              </a:spcBef>
              <a:spcAft>
                <a:spcPts val="0"/>
              </a:spcAft>
              <a:buClrTx/>
              <a:buSzTx/>
              <a:buFontTx/>
              <a:buNone/>
              <a:tabLst/>
              <a:defRPr/>
            </a:pPr>
            <a:endParaRPr kumimoji="0" lang="ur-PK" sz="3200" b="0" i="0" u="none" strike="noStrike" kern="1300" cap="none" spc="0" normalizeH="0" baseline="0" noProof="0" dirty="0">
              <a:ln>
                <a:noFill/>
              </a:ln>
              <a:solidFill>
                <a:prstClr val="black"/>
              </a:solidFill>
              <a:effectLst/>
              <a:uLnTx/>
              <a:uFillTx/>
              <a:latin typeface="Jameel Noori Nastaleeq" panose="02000503000000020004" pitchFamily="2" charset="-78"/>
              <a:ea typeface="Calibri" panose="020F0502020204030204" pitchFamily="34" charset="0"/>
              <a:cs typeface="Jameel Noori Nastaleeq" panose="02000503000000020004" pitchFamily="2" charset="-78"/>
            </a:endParaRPr>
          </a:p>
        </p:txBody>
      </p:sp>
      <p:sp>
        <p:nvSpPr>
          <p:cNvPr id="8" name="Rectangle 7">
            <a:extLst>
              <a:ext uri="{FF2B5EF4-FFF2-40B4-BE49-F238E27FC236}">
                <a16:creationId xmlns:a16="http://schemas.microsoft.com/office/drawing/2014/main" id="{A6CEA004-55FD-4FB4-850A-16465B0878BB}"/>
              </a:ext>
            </a:extLst>
          </p:cNvPr>
          <p:cNvSpPr/>
          <p:nvPr/>
        </p:nvSpPr>
        <p:spPr>
          <a:xfrm>
            <a:off x="1163782" y="1909412"/>
            <a:ext cx="9211160" cy="2783006"/>
          </a:xfrm>
          <a:prstGeom prst="rect">
            <a:avLst/>
          </a:prstGeom>
        </p:spPr>
        <p:txBody>
          <a:bodyPr wrap="square">
            <a:spAutoFit/>
          </a:bodyPr>
          <a:lstStyle/>
          <a:p>
            <a:pPr lvl="0" algn="just" rtl="1">
              <a:lnSpc>
                <a:spcPct val="150000"/>
              </a:lnSpc>
              <a:buSzPts val="1400"/>
            </a:pPr>
            <a:r>
              <a:rPr lang="ur-PK" sz="4000" kern="1300" dirty="0">
                <a:solidFill>
                  <a:prstClr val="black"/>
                </a:solidFill>
                <a:latin typeface="ZakariyaSet" panose="02000600020000020004" pitchFamily="50" charset="0"/>
                <a:ea typeface="Calibri" panose="020F0502020204030204" pitchFamily="34" charset="0"/>
                <a:cs typeface="Jameel Noori Nastaleeq" panose="02000503000000020004" pitchFamily="2" charset="-78"/>
              </a:rPr>
              <a:t>حضرت آدم  </a:t>
            </a:r>
            <a:r>
              <a:rPr lang="en-US" sz="4000" kern="1300" dirty="0">
                <a:solidFill>
                  <a:prstClr val="black"/>
                </a:solidFill>
                <a:latin typeface="ZakariyaSet" panose="02000600020000020004" pitchFamily="50" charset="0"/>
                <a:ea typeface="Calibri" panose="020F0502020204030204" pitchFamily="34" charset="0"/>
                <a:cs typeface="Jameel Noori Nastaleeq" panose="02000503000000020004" pitchFamily="2" charset="-78"/>
              </a:rPr>
              <a:t>e</a:t>
            </a:r>
            <a:r>
              <a:rPr lang="ur-PK" sz="4000" kern="1300" dirty="0">
                <a:solidFill>
                  <a:prstClr val="black"/>
                </a:solidFill>
                <a:latin typeface="ZakariyaSet" panose="02000600020000020004" pitchFamily="50" charset="0"/>
                <a:ea typeface="Calibri" panose="020F0502020204030204" pitchFamily="34" charset="0"/>
                <a:cs typeface="Jameel Noori Nastaleeq" panose="02000503000000020004" pitchFamily="2" charset="-78"/>
              </a:rPr>
              <a:t>کا علمی فضل و کمال اور آپ </a:t>
            </a:r>
            <a:r>
              <a:rPr lang="en-US" sz="4000" kern="1300" dirty="0">
                <a:solidFill>
                  <a:prstClr val="black"/>
                </a:solidFill>
                <a:latin typeface="ZakariyaSet" panose="02000600020000020004" pitchFamily="50" charset="0"/>
                <a:ea typeface="Calibri" panose="020F0502020204030204" pitchFamily="34" charset="0"/>
                <a:cs typeface="Jameel Noori Nastaleeq" panose="02000503000000020004" pitchFamily="2" charset="-78"/>
              </a:rPr>
              <a:t>e </a:t>
            </a:r>
            <a:r>
              <a:rPr lang="ur-PK" sz="4000" kern="1300" dirty="0">
                <a:solidFill>
                  <a:prstClr val="black"/>
                </a:solidFill>
                <a:latin typeface="ZakariyaSet" panose="02000600020000020004" pitchFamily="50" charset="0"/>
                <a:ea typeface="Calibri" panose="020F0502020204030204" pitchFamily="34" charset="0"/>
                <a:cs typeface="Jameel Noori Nastaleeq" panose="02000503000000020004" pitchFamily="2" charset="-78"/>
              </a:rPr>
              <a:t>کو اشیائے عالم کے اسماء و صفات کا علم ومعرفت عطا کیا جانا۔ </a:t>
            </a:r>
          </a:p>
          <a:p>
            <a:pPr lvl="0" algn="just" rtl="1">
              <a:lnSpc>
                <a:spcPct val="150000"/>
              </a:lnSpc>
              <a:buSzPts val="1400"/>
            </a:pPr>
            <a:r>
              <a:rPr lang="ur-PK" sz="4000" kern="1300" dirty="0">
                <a:solidFill>
                  <a:prstClr val="black"/>
                </a:solidFill>
                <a:latin typeface="ZakariyaSet" panose="02000600020000020004" pitchFamily="50" charset="0"/>
                <a:ea typeface="Calibri" panose="020F0502020204030204" pitchFamily="34" charset="0"/>
                <a:cs typeface="Jameel Noori Nastaleeq" panose="02000503000000020004" pitchFamily="2" charset="-78"/>
              </a:rPr>
              <a:t>فرشتوں کا حضرت آدم  </a:t>
            </a:r>
            <a:r>
              <a:rPr lang="en-US" sz="4000" kern="1300" dirty="0">
                <a:solidFill>
                  <a:prstClr val="black"/>
                </a:solidFill>
                <a:latin typeface="ZakariyaSet" panose="02000600020000020004" pitchFamily="50" charset="0"/>
                <a:ea typeface="Calibri" panose="020F0502020204030204" pitchFamily="34" charset="0"/>
                <a:cs typeface="Jameel Noori Nastaleeq" panose="02000503000000020004" pitchFamily="2" charset="-78"/>
              </a:rPr>
              <a:t>e</a:t>
            </a:r>
            <a:r>
              <a:rPr lang="ur-PK" sz="4000" kern="1300" dirty="0">
                <a:solidFill>
                  <a:prstClr val="black"/>
                </a:solidFill>
                <a:latin typeface="ZakariyaSet" panose="02000600020000020004" pitchFamily="50" charset="0"/>
                <a:ea typeface="Calibri" panose="020F0502020204030204" pitchFamily="34" charset="0"/>
                <a:cs typeface="Jameel Noori Nastaleeq" panose="02000503000000020004" pitchFamily="2" charset="-78"/>
              </a:rPr>
              <a:t>کے سامنے اپنی کم علمی کا اعتراف۔</a:t>
            </a:r>
          </a:p>
        </p:txBody>
      </p:sp>
    </p:spTree>
    <p:extLst>
      <p:ext uri="{BB962C8B-B14F-4D97-AF65-F5344CB8AC3E}">
        <p14:creationId xmlns:p14="http://schemas.microsoft.com/office/powerpoint/2010/main" val="180494122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grpSp>
        <p:nvGrpSpPr>
          <p:cNvPr id="2" name="Group 2"/>
          <p:cNvGrpSpPr/>
          <p:nvPr/>
        </p:nvGrpSpPr>
        <p:grpSpPr>
          <a:xfrm>
            <a:off x="11194473" y="0"/>
            <a:ext cx="997527" cy="6858000"/>
            <a:chOff x="0" y="0"/>
            <a:chExt cx="400694" cy="3472227"/>
          </a:xfrm>
        </p:grpSpPr>
        <p:sp>
          <p:nvSpPr>
            <p:cNvPr id="3" name="Freeform 3"/>
            <p:cNvSpPr/>
            <p:nvPr/>
          </p:nvSpPr>
          <p:spPr>
            <a:xfrm>
              <a:off x="0" y="0"/>
              <a:ext cx="400694" cy="3472226"/>
            </a:xfrm>
            <a:custGeom>
              <a:avLst/>
              <a:gdLst/>
              <a:ahLst/>
              <a:cxnLst/>
              <a:rect l="l" t="t" r="r" b="b"/>
              <a:pathLst>
                <a:path w="400694" h="3472226">
                  <a:moveTo>
                    <a:pt x="0" y="0"/>
                  </a:moveTo>
                  <a:lnTo>
                    <a:pt x="400694" y="0"/>
                  </a:lnTo>
                  <a:lnTo>
                    <a:pt x="400694" y="3472226"/>
                  </a:lnTo>
                  <a:lnTo>
                    <a:pt x="0" y="3472226"/>
                  </a:lnTo>
                  <a:close/>
                </a:path>
              </a:pathLst>
            </a:custGeom>
            <a:solidFill>
              <a:srgbClr val="106861"/>
            </a:solidFill>
          </p:spPr>
        </p:sp>
        <p:sp>
          <p:nvSpPr>
            <p:cNvPr id="4" name="TextBox 4"/>
            <p:cNvSpPr txBox="1"/>
            <p:nvPr/>
          </p:nvSpPr>
          <p:spPr>
            <a:xfrm>
              <a:off x="0" y="-19050"/>
              <a:ext cx="400694" cy="3491277"/>
            </a:xfrm>
            <a:prstGeom prst="rect">
              <a:avLst/>
            </a:prstGeom>
          </p:spPr>
          <p:txBody>
            <a:bodyPr lIns="33867" tIns="33867" rIns="33867" bIns="33867" rtlCol="0" anchor="ctr"/>
            <a:lstStyle/>
            <a:p>
              <a:pPr marL="0" marR="0" lvl="0" indent="0" algn="ctr" defTabSz="609630" rtl="0" eaLnBrk="1" fontAlgn="auto" latinLnBrk="0" hangingPunct="1">
                <a:lnSpc>
                  <a:spcPts val="1906"/>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Freeform 5"/>
          <p:cNvSpPr/>
          <p:nvPr/>
        </p:nvSpPr>
        <p:spPr>
          <a:xfrm>
            <a:off x="10518469" y="183369"/>
            <a:ext cx="1414522" cy="1414522"/>
          </a:xfrm>
          <a:custGeom>
            <a:avLst/>
            <a:gdLst/>
            <a:ahLst/>
            <a:cxnLst/>
            <a:rect l="l" t="t" r="r" b="b"/>
            <a:pathLst>
              <a:path w="2303844" h="2303844">
                <a:moveTo>
                  <a:pt x="0" y="0"/>
                </a:moveTo>
                <a:lnTo>
                  <a:pt x="2303843" y="0"/>
                </a:lnTo>
                <a:lnTo>
                  <a:pt x="2303843" y="2303844"/>
                </a:lnTo>
                <a:lnTo>
                  <a:pt x="0" y="2303844"/>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grpSp>
        <p:nvGrpSpPr>
          <p:cNvPr id="6" name="Group 6"/>
          <p:cNvGrpSpPr/>
          <p:nvPr/>
        </p:nvGrpSpPr>
        <p:grpSpPr>
          <a:xfrm>
            <a:off x="10648119" y="326394"/>
            <a:ext cx="1151087" cy="1151082"/>
            <a:chOff x="50951" y="0"/>
            <a:chExt cx="6350000" cy="6349975"/>
          </a:xfrm>
        </p:grpSpPr>
        <p:sp>
          <p:nvSpPr>
            <p:cNvPr id="7" name="Freeform 7"/>
            <p:cNvSpPr/>
            <p:nvPr/>
          </p:nvSpPr>
          <p:spPr>
            <a:xfrm>
              <a:off x="50951"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4"/>
              <a:stretch>
                <a:fillRect/>
              </a:stretch>
            </a:blipFill>
          </p:spPr>
        </p:sp>
      </p:grpSp>
      <p:sp>
        <p:nvSpPr>
          <p:cNvPr id="13" name="Freeform 12">
            <a:extLst>
              <a:ext uri="{FF2B5EF4-FFF2-40B4-BE49-F238E27FC236}">
                <a16:creationId xmlns:a16="http://schemas.microsoft.com/office/drawing/2014/main" id="{95631775-C5BF-47FF-A9EB-C36FA140C048}"/>
              </a:ext>
            </a:extLst>
          </p:cNvPr>
          <p:cNvSpPr/>
          <p:nvPr/>
        </p:nvSpPr>
        <p:spPr>
          <a:xfrm>
            <a:off x="9587614" y="88655"/>
            <a:ext cx="2537714" cy="1388821"/>
          </a:xfrm>
          <a:custGeom>
            <a:avLst/>
            <a:gdLst/>
            <a:ahLst/>
            <a:cxnLst/>
            <a:rect l="l" t="t" r="r" b="b"/>
            <a:pathLst>
              <a:path w="3806571" h="2083232">
                <a:moveTo>
                  <a:pt x="0" y="0"/>
                </a:moveTo>
                <a:lnTo>
                  <a:pt x="3806571" y="0"/>
                </a:lnTo>
                <a:lnTo>
                  <a:pt x="3806571" y="2083233"/>
                </a:lnTo>
                <a:lnTo>
                  <a:pt x="0" y="208323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14" name="Group 9">
            <a:extLst>
              <a:ext uri="{FF2B5EF4-FFF2-40B4-BE49-F238E27FC236}">
                <a16:creationId xmlns:a16="http://schemas.microsoft.com/office/drawing/2014/main" id="{30F01CC8-3B08-4F27-9A2F-99D9878516D5}"/>
              </a:ext>
            </a:extLst>
          </p:cNvPr>
          <p:cNvGrpSpPr/>
          <p:nvPr/>
        </p:nvGrpSpPr>
        <p:grpSpPr>
          <a:xfrm>
            <a:off x="11656689" y="2698157"/>
            <a:ext cx="73491" cy="1879331"/>
            <a:chOff x="0" y="0"/>
            <a:chExt cx="26312" cy="672855"/>
          </a:xfrm>
        </p:grpSpPr>
        <p:sp>
          <p:nvSpPr>
            <p:cNvPr id="15" name="Freeform 10">
              <a:extLst>
                <a:ext uri="{FF2B5EF4-FFF2-40B4-BE49-F238E27FC236}">
                  <a16:creationId xmlns:a16="http://schemas.microsoft.com/office/drawing/2014/main" id="{7423CA52-6888-4F11-B5AF-CBE8632B9393}"/>
                </a:ext>
              </a:extLst>
            </p:cNvPr>
            <p:cNvSpPr/>
            <p:nvPr/>
          </p:nvSpPr>
          <p:spPr>
            <a:xfrm>
              <a:off x="0" y="0"/>
              <a:ext cx="26312" cy="672855"/>
            </a:xfrm>
            <a:custGeom>
              <a:avLst/>
              <a:gdLst/>
              <a:ahLst/>
              <a:cxnLst/>
              <a:rect l="l" t="t" r="r" b="b"/>
              <a:pathLst>
                <a:path w="26312" h="672855">
                  <a:moveTo>
                    <a:pt x="0" y="0"/>
                  </a:moveTo>
                  <a:lnTo>
                    <a:pt x="26312" y="0"/>
                  </a:lnTo>
                  <a:lnTo>
                    <a:pt x="26312" y="672855"/>
                  </a:lnTo>
                  <a:lnTo>
                    <a:pt x="0" y="672855"/>
                  </a:lnTo>
                  <a:close/>
                </a:path>
              </a:pathLst>
            </a:custGeom>
            <a:solidFill>
              <a:srgbClr val="FFFFFF"/>
            </a:solidFill>
          </p:spPr>
        </p:sp>
        <p:sp>
          <p:nvSpPr>
            <p:cNvPr id="16" name="TextBox 11">
              <a:extLst>
                <a:ext uri="{FF2B5EF4-FFF2-40B4-BE49-F238E27FC236}">
                  <a16:creationId xmlns:a16="http://schemas.microsoft.com/office/drawing/2014/main" id="{C6C0B9AD-856C-4DB2-8375-EFE182B7428B}"/>
                </a:ext>
              </a:extLst>
            </p:cNvPr>
            <p:cNvSpPr txBox="1"/>
            <p:nvPr/>
          </p:nvSpPr>
          <p:spPr>
            <a:xfrm>
              <a:off x="0" y="-19050"/>
              <a:ext cx="26312" cy="691905"/>
            </a:xfrm>
            <a:prstGeom prst="rect">
              <a:avLst/>
            </a:prstGeom>
          </p:spPr>
          <p:txBody>
            <a:bodyPr lIns="33867" tIns="33867" rIns="33867" bIns="33867" rtlCol="0" anchor="ctr"/>
            <a:lstStyle/>
            <a:p>
              <a:pPr marL="0" marR="0" lvl="0" indent="0" algn="ctr" defTabSz="609630" rtl="0" eaLnBrk="1" fontAlgn="auto" latinLnBrk="0" hangingPunct="1">
                <a:lnSpc>
                  <a:spcPts val="1906"/>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sp>
        <p:nvSpPr>
          <p:cNvPr id="17" name="TextBox 16">
            <a:extLst>
              <a:ext uri="{FF2B5EF4-FFF2-40B4-BE49-F238E27FC236}">
                <a16:creationId xmlns:a16="http://schemas.microsoft.com/office/drawing/2014/main" id="{D1973615-EC98-4182-9CB0-1C4FDB6BFD01}"/>
              </a:ext>
            </a:extLst>
          </p:cNvPr>
          <p:cNvSpPr txBox="1"/>
          <p:nvPr/>
        </p:nvSpPr>
        <p:spPr>
          <a:xfrm>
            <a:off x="3213937" y="275298"/>
            <a:ext cx="4832976" cy="1015534"/>
          </a:xfrm>
          <a:prstGeom prst="rect">
            <a:avLst/>
          </a:prstGeom>
          <a:noFill/>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pPr marL="0" marR="0" lvl="0" indent="0" algn="r" defTabSz="914354" rtl="1" eaLnBrk="1" fontAlgn="auto" latinLnBrk="0" hangingPunct="1">
              <a:lnSpc>
                <a:spcPct val="100000"/>
              </a:lnSpc>
              <a:spcBef>
                <a:spcPts val="0"/>
              </a:spcBef>
              <a:spcAft>
                <a:spcPts val="0"/>
              </a:spcAft>
              <a:buClrTx/>
              <a:buSzTx/>
              <a:buFontTx/>
              <a:buNone/>
              <a:tabLst/>
              <a:defRPr/>
            </a:pPr>
            <a:r>
              <a:rPr kumimoji="0" lang="ur-PK" sz="5999" b="1" i="0" u="none" strike="noStrike" kern="1200" cap="none" spc="0" normalizeH="0" baseline="0" noProof="0" dirty="0">
                <a:ln/>
                <a:solidFill>
                  <a:srgbClr val="00B050"/>
                </a:solidFill>
                <a:effectLst>
                  <a:outerShdw blurRad="38100" dist="38100" dir="2700000" algn="tl">
                    <a:srgbClr val="000000">
                      <a:alpha val="43137"/>
                    </a:srgbClr>
                  </a:outerShdw>
                </a:effectLst>
                <a:uLnTx/>
                <a:uFillTx/>
                <a:latin typeface="Jameel Noori Nastaleeq" panose="02000503000000020004" pitchFamily="2" charset="-78"/>
                <a:ea typeface="+mn-ea"/>
                <a:cs typeface="Jameel Noori Nastaleeq" panose="02000503000000020004" pitchFamily="2" charset="-78"/>
              </a:rPr>
              <a:t>سورۃ بقرہ  کے اہم مضامین </a:t>
            </a:r>
            <a:endParaRPr kumimoji="0" lang="en-US" sz="5999" b="1" i="0" u="none" strike="noStrike" kern="1200" cap="none" spc="0" normalizeH="0" baseline="0" noProof="0" dirty="0">
              <a:ln/>
              <a:solidFill>
                <a:srgbClr val="00B050"/>
              </a:solidFill>
              <a:effectLst>
                <a:outerShdw blurRad="38100" dist="38100" dir="2700000" algn="tl">
                  <a:srgbClr val="000000">
                    <a:alpha val="43137"/>
                  </a:srgbClr>
                </a:outerShdw>
              </a:effectLst>
              <a:uLnTx/>
              <a:uFillTx/>
              <a:latin typeface="Jameel Noori Nastaleeq" panose="02000503000000020004" pitchFamily="2" charset="-78"/>
              <a:ea typeface="+mn-ea"/>
              <a:cs typeface="Jameel Noori Nastaleeq" panose="02000503000000020004" pitchFamily="2" charset="-78"/>
            </a:endParaRPr>
          </a:p>
        </p:txBody>
      </p:sp>
      <p:sp>
        <p:nvSpPr>
          <p:cNvPr id="8" name="Rectangle 7">
            <a:extLst>
              <a:ext uri="{FF2B5EF4-FFF2-40B4-BE49-F238E27FC236}">
                <a16:creationId xmlns:a16="http://schemas.microsoft.com/office/drawing/2014/main" id="{A6CEA004-55FD-4FB4-850A-16465B0878BB}"/>
              </a:ext>
            </a:extLst>
          </p:cNvPr>
          <p:cNvSpPr/>
          <p:nvPr/>
        </p:nvSpPr>
        <p:spPr>
          <a:xfrm>
            <a:off x="1097794" y="1711449"/>
            <a:ext cx="9211160" cy="4632037"/>
          </a:xfrm>
          <a:prstGeom prst="rect">
            <a:avLst/>
          </a:prstGeom>
        </p:spPr>
        <p:txBody>
          <a:bodyPr wrap="square">
            <a:spAutoFit/>
          </a:bodyPr>
          <a:lstStyle/>
          <a:p>
            <a:pPr marL="0" marR="0" lvl="0" indent="0" algn="just" defTabSz="914400" rtl="1" eaLnBrk="1" fontAlgn="auto" latinLnBrk="0" hangingPunct="1">
              <a:lnSpc>
                <a:spcPct val="150000"/>
              </a:lnSpc>
              <a:spcBef>
                <a:spcPts val="0"/>
              </a:spcBef>
              <a:spcAft>
                <a:spcPts val="0"/>
              </a:spcAft>
              <a:buClrTx/>
              <a:buSzPts val="1400"/>
              <a:buFontTx/>
              <a:buNone/>
              <a:tabLst/>
              <a:defRPr/>
            </a:pPr>
            <a:r>
              <a:rPr kumimoji="0" lang="ur-PK" sz="4000" b="0" i="0" u="none" strike="noStrike" kern="1300" cap="none" spc="0" normalizeH="0" baseline="0" noProof="0" dirty="0">
                <a:ln>
                  <a:noFill/>
                </a:ln>
                <a:solidFill>
                  <a:prstClr val="black"/>
                </a:solidFill>
                <a:effectLst/>
                <a:uLnTx/>
                <a:uFillTx/>
                <a:latin typeface="ZakariyaSet" panose="02000600020000020004" pitchFamily="50" charset="0"/>
                <a:ea typeface="Calibri" panose="020F0502020204030204" pitchFamily="34" charset="0"/>
                <a:cs typeface="Jameel Noori Nastaleeq" panose="02000503000000020004" pitchFamily="2" charset="-78"/>
              </a:rPr>
              <a:t>حضرت آدم  </a:t>
            </a:r>
            <a:r>
              <a:rPr kumimoji="0" lang="en-US" sz="4000" b="0" i="0" u="none" strike="noStrike" kern="1300" cap="none" spc="0" normalizeH="0" baseline="0" noProof="0" dirty="0">
                <a:ln>
                  <a:noFill/>
                </a:ln>
                <a:solidFill>
                  <a:prstClr val="black"/>
                </a:solidFill>
                <a:effectLst/>
                <a:uLnTx/>
                <a:uFillTx/>
                <a:latin typeface="ZakariyaSet" panose="02000600020000020004" pitchFamily="50" charset="0"/>
                <a:ea typeface="Calibri" panose="020F0502020204030204" pitchFamily="34" charset="0"/>
                <a:cs typeface="Jameel Noori Nastaleeq" panose="02000503000000020004" pitchFamily="2" charset="-78"/>
              </a:rPr>
              <a:t>e</a:t>
            </a:r>
            <a:r>
              <a:rPr kumimoji="0" lang="ur-PK" sz="4000" b="0" i="0" u="none" strike="noStrike" kern="1300" cap="none" spc="0" normalizeH="0" baseline="0" noProof="0" dirty="0">
                <a:ln>
                  <a:noFill/>
                </a:ln>
                <a:solidFill>
                  <a:prstClr val="black"/>
                </a:solidFill>
                <a:effectLst/>
                <a:uLnTx/>
                <a:uFillTx/>
                <a:latin typeface="ZakariyaSet" panose="02000600020000020004" pitchFamily="50" charset="0"/>
                <a:ea typeface="Calibri" panose="020F0502020204030204" pitchFamily="34" charset="0"/>
                <a:cs typeface="Jameel Noori Nastaleeq" panose="02000503000000020004" pitchFamily="2" charset="-78"/>
              </a:rPr>
              <a:t>کی فرشتوں پر علمی فوقیت اور اللہ تعالیٰ کی فرشتوں کو تنبیہہ۔ ملائکہ کو حضرت آدم  </a:t>
            </a:r>
            <a:r>
              <a:rPr kumimoji="0" lang="en-US" sz="4000" b="0" i="0" u="none" strike="noStrike" kern="1300" cap="none" spc="0" normalizeH="0" baseline="0" noProof="0" dirty="0">
                <a:ln>
                  <a:noFill/>
                </a:ln>
                <a:solidFill>
                  <a:prstClr val="black"/>
                </a:solidFill>
                <a:effectLst/>
                <a:uLnTx/>
                <a:uFillTx/>
                <a:latin typeface="ZakariyaSet" panose="02000600020000020004" pitchFamily="50" charset="0"/>
                <a:ea typeface="Calibri" panose="020F0502020204030204" pitchFamily="34" charset="0"/>
                <a:cs typeface="Jameel Noori Nastaleeq" panose="02000503000000020004" pitchFamily="2" charset="-78"/>
              </a:rPr>
              <a:t>e</a:t>
            </a:r>
            <a:r>
              <a:rPr kumimoji="0" lang="ur-PK" sz="4000" b="0" i="0" u="none" strike="noStrike" kern="1300" cap="none" spc="0" normalizeH="0" baseline="0" noProof="0" dirty="0">
                <a:ln>
                  <a:noFill/>
                </a:ln>
                <a:solidFill>
                  <a:prstClr val="black"/>
                </a:solidFill>
                <a:effectLst/>
                <a:uLnTx/>
                <a:uFillTx/>
                <a:latin typeface="ZakariyaSet" panose="02000600020000020004" pitchFamily="50" charset="0"/>
                <a:ea typeface="Calibri" panose="020F0502020204030204" pitchFamily="34" charset="0"/>
                <a:cs typeface="Jameel Noori Nastaleeq" panose="02000503000000020004" pitchFamily="2" charset="-78"/>
              </a:rPr>
              <a:t>کے لیے سجدۂ تعظیمی کا حکمِ الٰہی اور ابلیس کا تکبر کی وجہ سے سجدۂِ آدم سے انکار۔</a:t>
            </a:r>
          </a:p>
          <a:p>
            <a:pPr marL="0" marR="0" lvl="0" indent="0" algn="just" defTabSz="914400" rtl="1" eaLnBrk="1" fontAlgn="auto" latinLnBrk="0" hangingPunct="1">
              <a:lnSpc>
                <a:spcPct val="150000"/>
              </a:lnSpc>
              <a:spcBef>
                <a:spcPts val="0"/>
              </a:spcBef>
              <a:spcAft>
                <a:spcPts val="0"/>
              </a:spcAft>
              <a:buClrTx/>
              <a:buSzPts val="1400"/>
              <a:buFontTx/>
              <a:buNone/>
              <a:tabLst/>
              <a:defRPr/>
            </a:pPr>
            <a:r>
              <a:rPr kumimoji="0" lang="ur-PK" sz="4000" b="0" i="0" u="none" strike="noStrike" kern="1300" cap="none" spc="0" normalizeH="0" baseline="0" noProof="0" dirty="0">
                <a:ln>
                  <a:noFill/>
                </a:ln>
                <a:solidFill>
                  <a:prstClr val="black"/>
                </a:solidFill>
                <a:effectLst/>
                <a:uLnTx/>
                <a:uFillTx/>
                <a:latin typeface="ZakariyaSet" panose="02000600020000020004" pitchFamily="50" charset="0"/>
                <a:ea typeface="Calibri" panose="020F0502020204030204" pitchFamily="34" charset="0"/>
                <a:cs typeface="Jameel Noori Nastaleeq" panose="02000503000000020004" pitchFamily="2" charset="-78"/>
              </a:rPr>
              <a:t>حضرت آدم  </a:t>
            </a:r>
            <a:r>
              <a:rPr kumimoji="0" lang="en-US" sz="4000" b="0" i="0" u="none" strike="noStrike" kern="1300" cap="none" spc="0" normalizeH="0" baseline="0" noProof="0" dirty="0">
                <a:ln>
                  <a:noFill/>
                </a:ln>
                <a:solidFill>
                  <a:prstClr val="black"/>
                </a:solidFill>
                <a:effectLst/>
                <a:uLnTx/>
                <a:uFillTx/>
                <a:latin typeface="ZakariyaSet" panose="02000600020000020004" pitchFamily="50" charset="0"/>
                <a:ea typeface="Calibri" panose="020F0502020204030204" pitchFamily="34" charset="0"/>
                <a:cs typeface="Jameel Noori Nastaleeq" panose="02000503000000020004" pitchFamily="2" charset="-78"/>
              </a:rPr>
              <a:t>e</a:t>
            </a:r>
            <a:r>
              <a:rPr kumimoji="0" lang="ur-PK" sz="4000" b="0" i="0" u="none" strike="noStrike" kern="1300" cap="none" spc="0" normalizeH="0" baseline="0" noProof="0" dirty="0">
                <a:ln>
                  <a:noFill/>
                </a:ln>
                <a:solidFill>
                  <a:prstClr val="black"/>
                </a:solidFill>
                <a:effectLst/>
                <a:uLnTx/>
                <a:uFillTx/>
                <a:latin typeface="ZakariyaSet" panose="02000600020000020004" pitchFamily="50" charset="0"/>
                <a:ea typeface="Calibri" panose="020F0502020204030204" pitchFamily="34" charset="0"/>
                <a:cs typeface="Jameel Noori Nastaleeq" panose="02000503000000020004" pitchFamily="2" charset="-78"/>
              </a:rPr>
              <a:t>اور حضرت حوا کی جنت میں سکونت، نعمتوں کی فراوانی اور درخت کے قریب جانے کی آزمائشی ممانعت۔ </a:t>
            </a:r>
          </a:p>
        </p:txBody>
      </p:sp>
      <p:sp>
        <p:nvSpPr>
          <p:cNvPr id="18" name="Rectangle 17">
            <a:extLst>
              <a:ext uri="{FF2B5EF4-FFF2-40B4-BE49-F238E27FC236}">
                <a16:creationId xmlns:a16="http://schemas.microsoft.com/office/drawing/2014/main" id="{9889FE26-06FF-4530-977D-52C1C2EA89CA}"/>
              </a:ext>
            </a:extLst>
          </p:cNvPr>
          <p:cNvSpPr/>
          <p:nvPr/>
        </p:nvSpPr>
        <p:spPr>
          <a:xfrm>
            <a:off x="10374942" y="2096056"/>
            <a:ext cx="546354" cy="3847207"/>
          </a:xfrm>
          <a:prstGeom prst="rect">
            <a:avLst/>
          </a:prstGeom>
        </p:spPr>
        <p:txBody>
          <a:bodyPr wrap="square">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r>
              <a:rPr kumimoji="0" lang="ur-PK" sz="3200" b="0" i="0" u="none" strike="noStrike" kern="1300" cap="none" spc="0" normalizeH="0" baseline="0" noProof="0" dirty="0">
                <a:ln>
                  <a:noFill/>
                </a:ln>
                <a:solidFill>
                  <a:prstClr val="black"/>
                </a:solidFill>
                <a:effectLst/>
                <a:uLnTx/>
                <a:uFillTx/>
                <a:latin typeface="Jameel Noori Nastaleeq" panose="02000503000000020004" pitchFamily="2" charset="-78"/>
                <a:ea typeface="Calibri" panose="020F0502020204030204" pitchFamily="34" charset="0"/>
                <a:cs typeface="Jameel Noori Nastaleeq" panose="02000503000000020004" pitchFamily="2" charset="-78"/>
              </a:rPr>
              <a:t>3۔</a:t>
            </a:r>
          </a:p>
          <a:p>
            <a:pPr marL="0" marR="0" lvl="0" indent="0" algn="l" defTabSz="914400" rtl="1" eaLnBrk="1" fontAlgn="auto" latinLnBrk="0" hangingPunct="1">
              <a:lnSpc>
                <a:spcPct val="100000"/>
              </a:lnSpc>
              <a:spcBef>
                <a:spcPts val="0"/>
              </a:spcBef>
              <a:spcAft>
                <a:spcPts val="0"/>
              </a:spcAft>
              <a:buClrTx/>
              <a:buSzTx/>
              <a:buFontTx/>
              <a:buNone/>
              <a:tabLst/>
              <a:defRPr/>
            </a:pPr>
            <a:endParaRPr lang="ur-PK" sz="3200" kern="1300" dirty="0">
              <a:solidFill>
                <a:prstClr val="black"/>
              </a:solidFill>
              <a:latin typeface="Jameel Noori Nastaleeq" panose="02000503000000020004" pitchFamily="2" charset="-78"/>
              <a:ea typeface="Calibri" panose="020F0502020204030204" pitchFamily="34" charset="0"/>
              <a:cs typeface="Jameel Noori Nastaleeq" panose="02000503000000020004" pitchFamily="2" charset="-78"/>
            </a:endParaRPr>
          </a:p>
          <a:p>
            <a:pPr marL="0" marR="0" lvl="0" indent="0" algn="l" defTabSz="914400" rtl="1" eaLnBrk="1" fontAlgn="auto" latinLnBrk="0" hangingPunct="1">
              <a:lnSpc>
                <a:spcPct val="100000"/>
              </a:lnSpc>
              <a:spcBef>
                <a:spcPts val="0"/>
              </a:spcBef>
              <a:spcAft>
                <a:spcPts val="0"/>
              </a:spcAft>
              <a:buClrTx/>
              <a:buSzTx/>
              <a:buFontTx/>
              <a:buNone/>
              <a:tabLst/>
              <a:defRPr/>
            </a:pPr>
            <a:r>
              <a:rPr lang="ur-PK" sz="3200" kern="1300" dirty="0">
                <a:solidFill>
                  <a:prstClr val="black"/>
                </a:solidFill>
                <a:latin typeface="Jameel Noori Nastaleeq" panose="02000503000000020004" pitchFamily="2" charset="-78"/>
                <a:ea typeface="Calibri" panose="020F0502020204030204" pitchFamily="34" charset="0"/>
                <a:cs typeface="Jameel Noori Nastaleeq" panose="02000503000000020004" pitchFamily="2" charset="-78"/>
              </a:rPr>
              <a:t>4۔</a:t>
            </a:r>
          </a:p>
          <a:p>
            <a:pPr marL="0" marR="0" lvl="0" indent="0" algn="l" defTabSz="914400" rtl="1" eaLnBrk="1" fontAlgn="auto" latinLnBrk="0" hangingPunct="1">
              <a:lnSpc>
                <a:spcPct val="100000"/>
              </a:lnSpc>
              <a:spcBef>
                <a:spcPts val="0"/>
              </a:spcBef>
              <a:spcAft>
                <a:spcPts val="0"/>
              </a:spcAft>
              <a:buClrTx/>
              <a:buSzTx/>
              <a:buFontTx/>
              <a:buNone/>
              <a:tabLst/>
              <a:defRPr/>
            </a:pPr>
            <a:endParaRPr lang="ur-PK" sz="3200" kern="1300" dirty="0">
              <a:solidFill>
                <a:prstClr val="black"/>
              </a:solidFill>
              <a:latin typeface="Jameel Noori Nastaleeq" panose="02000503000000020004" pitchFamily="2" charset="-78"/>
              <a:ea typeface="Calibri" panose="020F0502020204030204" pitchFamily="34" charset="0"/>
              <a:cs typeface="Jameel Noori Nastaleeq" panose="02000503000000020004" pitchFamily="2" charset="-78"/>
            </a:endParaRPr>
          </a:p>
          <a:p>
            <a:pPr marL="0" marR="0" lvl="0" indent="0" algn="l" defTabSz="914400" rtl="1" eaLnBrk="1" fontAlgn="auto" latinLnBrk="0" hangingPunct="1">
              <a:lnSpc>
                <a:spcPct val="100000"/>
              </a:lnSpc>
              <a:spcBef>
                <a:spcPts val="0"/>
              </a:spcBef>
              <a:spcAft>
                <a:spcPts val="0"/>
              </a:spcAft>
              <a:buClrTx/>
              <a:buSzTx/>
              <a:buFontTx/>
              <a:buNone/>
              <a:tabLst/>
              <a:defRPr/>
            </a:pPr>
            <a:endParaRPr lang="ur-PK" sz="3200" kern="1300" dirty="0">
              <a:solidFill>
                <a:prstClr val="black"/>
              </a:solidFill>
              <a:latin typeface="Jameel Noori Nastaleeq" panose="02000503000000020004" pitchFamily="2" charset="-78"/>
              <a:ea typeface="Calibri" panose="020F0502020204030204" pitchFamily="34" charset="0"/>
              <a:cs typeface="Jameel Noori Nastaleeq" panose="02000503000000020004" pitchFamily="2" charset="-78"/>
            </a:endParaRPr>
          </a:p>
          <a:p>
            <a:pPr marL="0" marR="0" lvl="0" indent="0" algn="l" defTabSz="914400" rtl="1" eaLnBrk="1" fontAlgn="auto" latinLnBrk="0" hangingPunct="1">
              <a:lnSpc>
                <a:spcPct val="100000"/>
              </a:lnSpc>
              <a:spcBef>
                <a:spcPts val="0"/>
              </a:spcBef>
              <a:spcAft>
                <a:spcPts val="0"/>
              </a:spcAft>
              <a:buClrTx/>
              <a:buSzTx/>
              <a:buFontTx/>
              <a:buNone/>
              <a:tabLst/>
              <a:defRPr/>
            </a:pPr>
            <a:endParaRPr lang="ur-PK" sz="1100" kern="1300" dirty="0">
              <a:solidFill>
                <a:prstClr val="black"/>
              </a:solidFill>
              <a:latin typeface="Jameel Noori Nastaleeq" panose="02000503000000020004" pitchFamily="2" charset="-78"/>
              <a:ea typeface="Calibri" panose="020F0502020204030204" pitchFamily="34" charset="0"/>
              <a:cs typeface="Jameel Noori Nastaleeq" panose="02000503000000020004" pitchFamily="2" charset="-78"/>
            </a:endParaRPr>
          </a:p>
          <a:p>
            <a:pPr marL="0" marR="0" lvl="0" indent="0" algn="l" defTabSz="914400" rtl="1" eaLnBrk="1" fontAlgn="auto" latinLnBrk="0" hangingPunct="1">
              <a:lnSpc>
                <a:spcPct val="100000"/>
              </a:lnSpc>
              <a:spcBef>
                <a:spcPts val="0"/>
              </a:spcBef>
              <a:spcAft>
                <a:spcPts val="0"/>
              </a:spcAft>
              <a:buClrTx/>
              <a:buSzTx/>
              <a:buFontTx/>
              <a:buNone/>
              <a:tabLst/>
              <a:defRPr/>
            </a:pPr>
            <a:r>
              <a:rPr kumimoji="0" lang="ur-PK" sz="3200" b="0" i="0" u="none" strike="noStrike" kern="1300" cap="none" spc="0" normalizeH="0" baseline="0" noProof="0" dirty="0">
                <a:ln>
                  <a:noFill/>
                </a:ln>
                <a:solidFill>
                  <a:prstClr val="black"/>
                </a:solidFill>
                <a:effectLst/>
                <a:uLnTx/>
                <a:uFillTx/>
                <a:latin typeface="Jameel Noori Nastaleeq" panose="02000503000000020004" pitchFamily="2" charset="-78"/>
                <a:ea typeface="Calibri" panose="020F0502020204030204" pitchFamily="34" charset="0"/>
                <a:cs typeface="Jameel Noori Nastaleeq" panose="02000503000000020004" pitchFamily="2" charset="-78"/>
              </a:rPr>
              <a:t>5۔ </a:t>
            </a:r>
          </a:p>
          <a:p>
            <a:pPr marL="0" marR="0" lvl="0" indent="0" algn="l" defTabSz="914400" rtl="1" eaLnBrk="1" fontAlgn="auto" latinLnBrk="0" hangingPunct="1">
              <a:lnSpc>
                <a:spcPct val="100000"/>
              </a:lnSpc>
              <a:spcBef>
                <a:spcPts val="0"/>
              </a:spcBef>
              <a:spcAft>
                <a:spcPts val="0"/>
              </a:spcAft>
              <a:buClrTx/>
              <a:buSzTx/>
              <a:buFontTx/>
              <a:buNone/>
              <a:tabLst/>
              <a:defRPr/>
            </a:pPr>
            <a:endParaRPr kumimoji="0" lang="ur-PK" sz="3200" b="0" i="0" u="none" strike="noStrike" kern="1300" cap="none" spc="0" normalizeH="0" baseline="0" noProof="0" dirty="0">
              <a:ln>
                <a:noFill/>
              </a:ln>
              <a:solidFill>
                <a:prstClr val="black"/>
              </a:solidFill>
              <a:effectLst/>
              <a:uLnTx/>
              <a:uFillTx/>
              <a:latin typeface="Jameel Noori Nastaleeq" panose="02000503000000020004" pitchFamily="2" charset="-78"/>
              <a:ea typeface="Calibri" panose="020F0502020204030204" pitchFamily="34" charset="0"/>
              <a:cs typeface="Jameel Noori Nastaleeq" panose="02000503000000020004" pitchFamily="2" charset="-78"/>
            </a:endParaRPr>
          </a:p>
        </p:txBody>
      </p:sp>
    </p:spTree>
    <p:extLst>
      <p:ext uri="{BB962C8B-B14F-4D97-AF65-F5344CB8AC3E}">
        <p14:creationId xmlns:p14="http://schemas.microsoft.com/office/powerpoint/2010/main" val="1457666817"/>
      </p:ext>
    </p:extLst>
  </p:cSld>
  <p:clrMapOvr>
    <a:masterClrMapping/>
  </p:clrMapOvr>
</p:sld>
</file>

<file path=ppt/theme/theme1.xml><?xml version="1.0" encoding="utf-8"?>
<a:theme xmlns:a="http://schemas.openxmlformats.org/drawingml/2006/main" name="2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8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4.xml><?xml version="1.0" encoding="utf-8"?>
<a:theme xmlns:a="http://schemas.openxmlformats.org/drawingml/2006/main" name="5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5.xml><?xml version="1.0" encoding="utf-8"?>
<a:theme xmlns:a="http://schemas.openxmlformats.org/drawingml/2006/main" name="6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6.xml><?xml version="1.0" encoding="utf-8"?>
<a:theme xmlns:a="http://schemas.openxmlformats.org/drawingml/2006/main" name="10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7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2927</TotalTime>
  <Words>1953</Words>
  <Application>Microsoft Office PowerPoint</Application>
  <PresentationFormat>Widescreen</PresentationFormat>
  <Paragraphs>654</Paragraphs>
  <Slides>53</Slides>
  <Notes>0</Notes>
  <HiddenSlides>0</HiddenSlides>
  <MMClips>19</MMClips>
  <ScaleCrop>false</ScaleCrop>
  <HeadingPairs>
    <vt:vector size="6" baseType="variant">
      <vt:variant>
        <vt:lpstr>Fonts Used</vt:lpstr>
      </vt:variant>
      <vt:variant>
        <vt:i4>10</vt:i4>
      </vt:variant>
      <vt:variant>
        <vt:lpstr>Theme</vt:lpstr>
      </vt:variant>
      <vt:variant>
        <vt:i4>7</vt:i4>
      </vt:variant>
      <vt:variant>
        <vt:lpstr>Slide Titles</vt:lpstr>
      </vt:variant>
      <vt:variant>
        <vt:i4>53</vt:i4>
      </vt:variant>
    </vt:vector>
  </HeadingPairs>
  <TitlesOfParts>
    <vt:vector size="70" baseType="lpstr">
      <vt:lpstr>Al Qalam Quran Majeed</vt:lpstr>
      <vt:lpstr>Al_Mushaf</vt:lpstr>
      <vt:lpstr>Alvi Nastaleeq</vt:lpstr>
      <vt:lpstr>Arial</vt:lpstr>
      <vt:lpstr>Calibri</vt:lpstr>
      <vt:lpstr>Calibri Light</vt:lpstr>
      <vt:lpstr>Jameel Noori Nastaleeq</vt:lpstr>
      <vt:lpstr>Open Sauce</vt:lpstr>
      <vt:lpstr>Open Sauce Bold</vt:lpstr>
      <vt:lpstr>ZakariyaSet</vt:lpstr>
      <vt:lpstr>2_Office Theme</vt:lpstr>
      <vt:lpstr>8_Office Theme</vt:lpstr>
      <vt:lpstr>1_Office Theme</vt:lpstr>
      <vt:lpstr>5_Office Theme</vt:lpstr>
      <vt:lpstr>6_Office Theme</vt:lpstr>
      <vt:lpstr>10_Office Theme</vt:lpstr>
      <vt:lpstr>7_Office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PC</dc:creator>
  <cp:lastModifiedBy>PC</cp:lastModifiedBy>
  <cp:revision>267</cp:revision>
  <dcterms:created xsi:type="dcterms:W3CDTF">2025-02-23T20:39:06Z</dcterms:created>
  <dcterms:modified xsi:type="dcterms:W3CDTF">2025-08-06T17:31:26Z</dcterms:modified>
</cp:coreProperties>
</file>