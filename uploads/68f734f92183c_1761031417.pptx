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0" r:id="rId2"/>
    <p:sldMasterId id="2147483762" r:id="rId3"/>
    <p:sldMasterId id="2147483774" r:id="rId4"/>
    <p:sldMasterId id="2147483786" r:id="rId5"/>
    <p:sldMasterId id="2147483798" r:id="rId6"/>
    <p:sldMasterId id="2147483810" r:id="rId7"/>
    <p:sldMasterId id="2147483822" r:id="rId8"/>
    <p:sldMasterId id="2147483834" r:id="rId9"/>
    <p:sldMasterId id="2147483846" r:id="rId10"/>
    <p:sldMasterId id="2147483858" r:id="rId11"/>
  </p:sldMasterIdLst>
  <p:notesMasterIdLst>
    <p:notesMasterId r:id="rId70"/>
  </p:notesMasterIdLst>
  <p:sldIdLst>
    <p:sldId id="734" r:id="rId12"/>
    <p:sldId id="267" r:id="rId13"/>
    <p:sldId id="262" r:id="rId14"/>
    <p:sldId id="729" r:id="rId15"/>
    <p:sldId id="263" r:id="rId16"/>
    <p:sldId id="832" r:id="rId17"/>
    <p:sldId id="833" r:id="rId18"/>
    <p:sldId id="834" r:id="rId19"/>
    <p:sldId id="559" r:id="rId20"/>
    <p:sldId id="599" r:id="rId21"/>
    <p:sldId id="600" r:id="rId22"/>
    <p:sldId id="601" r:id="rId23"/>
    <p:sldId id="602" r:id="rId24"/>
    <p:sldId id="846" r:id="rId25"/>
    <p:sldId id="845" r:id="rId26"/>
    <p:sldId id="873" r:id="rId27"/>
    <p:sldId id="363" r:id="rId28"/>
    <p:sldId id="720" r:id="rId29"/>
    <p:sldId id="674" r:id="rId30"/>
    <p:sldId id="675" r:id="rId31"/>
    <p:sldId id="676" r:id="rId32"/>
    <p:sldId id="677" r:id="rId33"/>
    <p:sldId id="479" r:id="rId34"/>
    <p:sldId id="874" r:id="rId35"/>
    <p:sldId id="875" r:id="rId36"/>
    <p:sldId id="876" r:id="rId37"/>
    <p:sldId id="877" r:id="rId38"/>
    <p:sldId id="878" r:id="rId39"/>
    <p:sldId id="879" r:id="rId40"/>
    <p:sldId id="936" r:id="rId41"/>
    <p:sldId id="264" r:id="rId42"/>
    <p:sldId id="830" r:id="rId43"/>
    <p:sldId id="270" r:id="rId44"/>
    <p:sldId id="462" r:id="rId45"/>
    <p:sldId id="280" r:id="rId46"/>
    <p:sldId id="284" r:id="rId47"/>
    <p:sldId id="375" r:id="rId48"/>
    <p:sldId id="466" r:id="rId49"/>
    <p:sldId id="486" r:id="rId50"/>
    <p:sldId id="476" r:id="rId51"/>
    <p:sldId id="558" r:id="rId52"/>
    <p:sldId id="650" r:id="rId53"/>
    <p:sldId id="826" r:id="rId54"/>
    <p:sldId id="638" r:id="rId55"/>
    <p:sldId id="781" r:id="rId56"/>
    <p:sldId id="811" r:id="rId57"/>
    <p:sldId id="831" r:id="rId58"/>
    <p:sldId id="384" r:id="rId59"/>
    <p:sldId id="410" r:id="rId60"/>
    <p:sldId id="415" r:id="rId61"/>
    <p:sldId id="735" r:id="rId62"/>
    <p:sldId id="551" r:id="rId63"/>
    <p:sldId id="552" r:id="rId64"/>
    <p:sldId id="553" r:id="rId65"/>
    <p:sldId id="636" r:id="rId66"/>
    <p:sldId id="555" r:id="rId67"/>
    <p:sldId id="780" r:id="rId68"/>
    <p:sldId id="385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062"/>
    <a:srgbClr val="D6B655"/>
    <a:srgbClr val="CFB46A"/>
    <a:srgbClr val="CFB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66" Type="http://schemas.openxmlformats.org/officeDocument/2006/relationships/slide" Target="slides/slide55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0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" Type="http://schemas.openxmlformats.org/officeDocument/2006/relationships/slideMaster" Target="slideMasters/slideMaster7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3CF38-E01B-4068-BD97-8A26E66561E5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E251-B927-4717-A109-18C20AB28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25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491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712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265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5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41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314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777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918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7471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384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430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698500"/>
            <a:ext cx="6208713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E3AC0-823A-48D9-AA28-357E6C2ED7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3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4"/>
            <a:ext cx="9144000" cy="2387600"/>
          </a:xfrm>
        </p:spPr>
        <p:txBody>
          <a:bodyPr anchor="b"/>
          <a:lstStyle>
            <a:lvl1pPr algn="ctr"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44"/>
            </a:lvl1pPr>
            <a:lvl2pPr marL="446580" indent="0" algn="ctr">
              <a:buNone/>
              <a:defRPr sz="1954"/>
            </a:lvl2pPr>
            <a:lvl3pPr marL="893160" indent="0" algn="ctr">
              <a:buNone/>
              <a:defRPr sz="1759"/>
            </a:lvl3pPr>
            <a:lvl4pPr marL="1339739" indent="0" algn="ctr">
              <a:buNone/>
              <a:defRPr sz="1563"/>
            </a:lvl4pPr>
            <a:lvl5pPr marL="1786319" indent="0" algn="ctr">
              <a:buNone/>
              <a:defRPr sz="1563"/>
            </a:lvl5pPr>
            <a:lvl6pPr marL="2232898" indent="0" algn="ctr">
              <a:buNone/>
              <a:defRPr sz="1563"/>
            </a:lvl6pPr>
            <a:lvl7pPr marL="2679478" indent="0" algn="ctr">
              <a:buNone/>
              <a:defRPr sz="1563"/>
            </a:lvl7pPr>
            <a:lvl8pPr marL="3126058" indent="0" algn="ctr">
              <a:buNone/>
              <a:defRPr sz="1563"/>
            </a:lvl8pPr>
            <a:lvl9pPr marL="3572637" indent="0" algn="ctr">
              <a:buNone/>
              <a:defRPr sz="15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899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427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599" cy="2852737"/>
          </a:xfrm>
        </p:spPr>
        <p:txBody>
          <a:bodyPr anchor="b"/>
          <a:lstStyle>
            <a:lvl1pPr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599" cy="1500187"/>
          </a:xfrm>
        </p:spPr>
        <p:txBody>
          <a:bodyPr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446580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2pPr>
            <a:lvl3pPr marL="893160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3pPr>
            <a:lvl4pPr marL="1339739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4pPr>
            <a:lvl5pPr marL="1786319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5pPr>
            <a:lvl6pPr marL="2232898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6pPr>
            <a:lvl7pPr marL="2679478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7pPr>
            <a:lvl8pPr marL="3126058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8pPr>
            <a:lvl9pPr marL="3572637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386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4"/>
            <a:ext cx="5181601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4"/>
            <a:ext cx="5181601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4979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59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580" indent="0">
              <a:buNone/>
              <a:defRPr sz="1954" b="1"/>
            </a:lvl2pPr>
            <a:lvl3pPr marL="893160" indent="0">
              <a:buNone/>
              <a:defRPr sz="1759" b="1"/>
            </a:lvl3pPr>
            <a:lvl4pPr marL="1339739" indent="0">
              <a:buNone/>
              <a:defRPr sz="1563" b="1"/>
            </a:lvl4pPr>
            <a:lvl5pPr marL="1786319" indent="0">
              <a:buNone/>
              <a:defRPr sz="1563" b="1"/>
            </a:lvl5pPr>
            <a:lvl6pPr marL="2232898" indent="0">
              <a:buNone/>
              <a:defRPr sz="1563" b="1"/>
            </a:lvl6pPr>
            <a:lvl7pPr marL="2679478" indent="0">
              <a:buNone/>
              <a:defRPr sz="1563" b="1"/>
            </a:lvl7pPr>
            <a:lvl8pPr marL="3126058" indent="0">
              <a:buNone/>
              <a:defRPr sz="1563" b="1"/>
            </a:lvl8pPr>
            <a:lvl9pPr marL="3572637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580" indent="0">
              <a:buNone/>
              <a:defRPr sz="1954" b="1"/>
            </a:lvl2pPr>
            <a:lvl3pPr marL="893160" indent="0">
              <a:buNone/>
              <a:defRPr sz="1759" b="1"/>
            </a:lvl3pPr>
            <a:lvl4pPr marL="1339739" indent="0">
              <a:buNone/>
              <a:defRPr sz="1563" b="1"/>
            </a:lvl4pPr>
            <a:lvl5pPr marL="1786319" indent="0">
              <a:buNone/>
              <a:defRPr sz="1563" b="1"/>
            </a:lvl5pPr>
            <a:lvl6pPr marL="2232898" indent="0">
              <a:buNone/>
              <a:defRPr sz="1563" b="1"/>
            </a:lvl6pPr>
            <a:lvl7pPr marL="2679478" indent="0">
              <a:buNone/>
              <a:defRPr sz="1563" b="1"/>
            </a:lvl7pPr>
            <a:lvl8pPr marL="3126058" indent="0">
              <a:buNone/>
              <a:defRPr sz="1563" b="1"/>
            </a:lvl8pPr>
            <a:lvl9pPr marL="3572637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970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3163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077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1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</p:spPr>
        <p:txBody>
          <a:bodyPr/>
          <a:lstStyle>
            <a:lvl1pPr>
              <a:defRPr sz="3126"/>
            </a:lvl1pPr>
            <a:lvl2pPr>
              <a:defRPr sz="2735"/>
            </a:lvl2pPr>
            <a:lvl3pPr>
              <a:defRPr sz="234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580" indent="0">
              <a:buNone/>
              <a:defRPr sz="1367"/>
            </a:lvl2pPr>
            <a:lvl3pPr marL="893160" indent="0">
              <a:buNone/>
              <a:defRPr sz="1172"/>
            </a:lvl3pPr>
            <a:lvl4pPr marL="1339739" indent="0">
              <a:buNone/>
              <a:defRPr sz="977"/>
            </a:lvl4pPr>
            <a:lvl5pPr marL="1786319" indent="0">
              <a:buNone/>
              <a:defRPr sz="977"/>
            </a:lvl5pPr>
            <a:lvl6pPr marL="2232898" indent="0">
              <a:buNone/>
              <a:defRPr sz="977"/>
            </a:lvl6pPr>
            <a:lvl7pPr marL="2679478" indent="0">
              <a:buNone/>
              <a:defRPr sz="977"/>
            </a:lvl7pPr>
            <a:lvl8pPr marL="3126058" indent="0">
              <a:buNone/>
              <a:defRPr sz="977"/>
            </a:lvl8pPr>
            <a:lvl9pPr marL="3572637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891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1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</p:spPr>
        <p:txBody>
          <a:bodyPr anchor="t"/>
          <a:lstStyle>
            <a:lvl1pPr marL="0" indent="0">
              <a:buNone/>
              <a:defRPr sz="3126"/>
            </a:lvl1pPr>
            <a:lvl2pPr marL="446580" indent="0">
              <a:buNone/>
              <a:defRPr sz="2735"/>
            </a:lvl2pPr>
            <a:lvl3pPr marL="893160" indent="0">
              <a:buNone/>
              <a:defRPr sz="2344"/>
            </a:lvl3pPr>
            <a:lvl4pPr marL="1339739" indent="0">
              <a:buNone/>
              <a:defRPr sz="1954"/>
            </a:lvl4pPr>
            <a:lvl5pPr marL="1786319" indent="0">
              <a:buNone/>
              <a:defRPr sz="1954"/>
            </a:lvl5pPr>
            <a:lvl6pPr marL="2232898" indent="0">
              <a:buNone/>
              <a:defRPr sz="1954"/>
            </a:lvl6pPr>
            <a:lvl7pPr marL="2679478" indent="0">
              <a:buNone/>
              <a:defRPr sz="1954"/>
            </a:lvl7pPr>
            <a:lvl8pPr marL="3126058" indent="0">
              <a:buNone/>
              <a:defRPr sz="1954"/>
            </a:lvl8pPr>
            <a:lvl9pPr marL="3572637" indent="0">
              <a:buNone/>
              <a:defRPr sz="19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580" indent="0">
              <a:buNone/>
              <a:defRPr sz="1367"/>
            </a:lvl2pPr>
            <a:lvl3pPr marL="893160" indent="0">
              <a:buNone/>
              <a:defRPr sz="1172"/>
            </a:lvl3pPr>
            <a:lvl4pPr marL="1339739" indent="0">
              <a:buNone/>
              <a:defRPr sz="977"/>
            </a:lvl4pPr>
            <a:lvl5pPr marL="1786319" indent="0">
              <a:buNone/>
              <a:defRPr sz="977"/>
            </a:lvl5pPr>
            <a:lvl6pPr marL="2232898" indent="0">
              <a:buNone/>
              <a:defRPr sz="977"/>
            </a:lvl6pPr>
            <a:lvl7pPr marL="2679478" indent="0">
              <a:buNone/>
              <a:defRPr sz="977"/>
            </a:lvl7pPr>
            <a:lvl8pPr marL="3126058" indent="0">
              <a:buNone/>
              <a:defRPr sz="977"/>
            </a:lvl8pPr>
            <a:lvl9pPr marL="3572637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917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791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1036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44"/>
            </a:lvl1pPr>
            <a:lvl2pPr marL="446608" indent="0" algn="ctr">
              <a:buNone/>
              <a:defRPr sz="1954"/>
            </a:lvl2pPr>
            <a:lvl3pPr marL="893216" indent="0" algn="ctr">
              <a:buNone/>
              <a:defRPr sz="1759"/>
            </a:lvl3pPr>
            <a:lvl4pPr marL="1339825" indent="0" algn="ctr">
              <a:buNone/>
              <a:defRPr sz="1563"/>
            </a:lvl4pPr>
            <a:lvl5pPr marL="1786433" indent="0" algn="ctr">
              <a:buNone/>
              <a:defRPr sz="1563"/>
            </a:lvl5pPr>
            <a:lvl6pPr marL="2233041" indent="0" algn="ctr">
              <a:buNone/>
              <a:defRPr sz="1563"/>
            </a:lvl6pPr>
            <a:lvl7pPr marL="2679649" indent="0" algn="ctr">
              <a:buNone/>
              <a:defRPr sz="1563"/>
            </a:lvl7pPr>
            <a:lvl8pPr marL="3126257" indent="0" algn="ctr">
              <a:buNone/>
              <a:defRPr sz="1563"/>
            </a:lvl8pPr>
            <a:lvl9pPr marL="3572865" indent="0" algn="ctr">
              <a:buNone/>
              <a:defRPr sz="15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8752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2783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446608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2pPr>
            <a:lvl3pPr marL="893216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3pPr>
            <a:lvl4pPr marL="1339825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4pPr>
            <a:lvl5pPr marL="178643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5pPr>
            <a:lvl6pPr marL="2233041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6pPr>
            <a:lvl7pPr marL="2679649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7pPr>
            <a:lvl8pPr marL="3126257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8pPr>
            <a:lvl9pPr marL="3572865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83034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364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608" indent="0">
              <a:buNone/>
              <a:defRPr sz="1954" b="1"/>
            </a:lvl2pPr>
            <a:lvl3pPr marL="893216" indent="0">
              <a:buNone/>
              <a:defRPr sz="1759" b="1"/>
            </a:lvl3pPr>
            <a:lvl4pPr marL="1339825" indent="0">
              <a:buNone/>
              <a:defRPr sz="1563" b="1"/>
            </a:lvl4pPr>
            <a:lvl5pPr marL="1786433" indent="0">
              <a:buNone/>
              <a:defRPr sz="1563" b="1"/>
            </a:lvl5pPr>
            <a:lvl6pPr marL="2233041" indent="0">
              <a:buNone/>
              <a:defRPr sz="1563" b="1"/>
            </a:lvl6pPr>
            <a:lvl7pPr marL="2679649" indent="0">
              <a:buNone/>
              <a:defRPr sz="1563" b="1"/>
            </a:lvl7pPr>
            <a:lvl8pPr marL="3126257" indent="0">
              <a:buNone/>
              <a:defRPr sz="1563" b="1"/>
            </a:lvl8pPr>
            <a:lvl9pPr marL="3572865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608" indent="0">
              <a:buNone/>
              <a:defRPr sz="1954" b="1"/>
            </a:lvl2pPr>
            <a:lvl3pPr marL="893216" indent="0">
              <a:buNone/>
              <a:defRPr sz="1759" b="1"/>
            </a:lvl3pPr>
            <a:lvl4pPr marL="1339825" indent="0">
              <a:buNone/>
              <a:defRPr sz="1563" b="1"/>
            </a:lvl4pPr>
            <a:lvl5pPr marL="1786433" indent="0">
              <a:buNone/>
              <a:defRPr sz="1563" b="1"/>
            </a:lvl5pPr>
            <a:lvl6pPr marL="2233041" indent="0">
              <a:buNone/>
              <a:defRPr sz="1563" b="1"/>
            </a:lvl6pPr>
            <a:lvl7pPr marL="2679649" indent="0">
              <a:buNone/>
              <a:defRPr sz="1563" b="1"/>
            </a:lvl7pPr>
            <a:lvl8pPr marL="3126257" indent="0">
              <a:buNone/>
              <a:defRPr sz="1563" b="1"/>
            </a:lvl8pPr>
            <a:lvl9pPr marL="3572865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092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8797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9435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5"/>
            <a:ext cx="6172200" cy="4873625"/>
          </a:xfrm>
        </p:spPr>
        <p:txBody>
          <a:bodyPr/>
          <a:lstStyle>
            <a:lvl1pPr>
              <a:defRPr sz="3126"/>
            </a:lvl1pPr>
            <a:lvl2pPr>
              <a:defRPr sz="2735"/>
            </a:lvl2pPr>
            <a:lvl3pPr>
              <a:defRPr sz="234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608" indent="0">
              <a:buNone/>
              <a:defRPr sz="1368"/>
            </a:lvl2pPr>
            <a:lvl3pPr marL="893216" indent="0">
              <a:buNone/>
              <a:defRPr sz="1172"/>
            </a:lvl3pPr>
            <a:lvl4pPr marL="1339825" indent="0">
              <a:buNone/>
              <a:defRPr sz="977"/>
            </a:lvl4pPr>
            <a:lvl5pPr marL="1786433" indent="0">
              <a:buNone/>
              <a:defRPr sz="977"/>
            </a:lvl5pPr>
            <a:lvl6pPr marL="2233041" indent="0">
              <a:buNone/>
              <a:defRPr sz="977"/>
            </a:lvl6pPr>
            <a:lvl7pPr marL="2679649" indent="0">
              <a:buNone/>
              <a:defRPr sz="977"/>
            </a:lvl7pPr>
            <a:lvl8pPr marL="3126257" indent="0">
              <a:buNone/>
              <a:defRPr sz="977"/>
            </a:lvl8pPr>
            <a:lvl9pPr marL="3572865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8090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5"/>
            <a:ext cx="6172200" cy="4873625"/>
          </a:xfrm>
        </p:spPr>
        <p:txBody>
          <a:bodyPr anchor="t"/>
          <a:lstStyle>
            <a:lvl1pPr marL="0" indent="0">
              <a:buNone/>
              <a:defRPr sz="3126"/>
            </a:lvl1pPr>
            <a:lvl2pPr marL="446608" indent="0">
              <a:buNone/>
              <a:defRPr sz="2735"/>
            </a:lvl2pPr>
            <a:lvl3pPr marL="893216" indent="0">
              <a:buNone/>
              <a:defRPr sz="2344"/>
            </a:lvl3pPr>
            <a:lvl4pPr marL="1339825" indent="0">
              <a:buNone/>
              <a:defRPr sz="1954"/>
            </a:lvl4pPr>
            <a:lvl5pPr marL="1786433" indent="0">
              <a:buNone/>
              <a:defRPr sz="1954"/>
            </a:lvl5pPr>
            <a:lvl6pPr marL="2233041" indent="0">
              <a:buNone/>
              <a:defRPr sz="1954"/>
            </a:lvl6pPr>
            <a:lvl7pPr marL="2679649" indent="0">
              <a:buNone/>
              <a:defRPr sz="1954"/>
            </a:lvl7pPr>
            <a:lvl8pPr marL="3126257" indent="0">
              <a:buNone/>
              <a:defRPr sz="1954"/>
            </a:lvl8pPr>
            <a:lvl9pPr marL="3572865" indent="0">
              <a:buNone/>
              <a:defRPr sz="19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608" indent="0">
              <a:buNone/>
              <a:defRPr sz="1368"/>
            </a:lvl2pPr>
            <a:lvl3pPr marL="893216" indent="0">
              <a:buNone/>
              <a:defRPr sz="1172"/>
            </a:lvl3pPr>
            <a:lvl4pPr marL="1339825" indent="0">
              <a:buNone/>
              <a:defRPr sz="977"/>
            </a:lvl4pPr>
            <a:lvl5pPr marL="1786433" indent="0">
              <a:buNone/>
              <a:defRPr sz="977"/>
            </a:lvl5pPr>
            <a:lvl6pPr marL="2233041" indent="0">
              <a:buNone/>
              <a:defRPr sz="977"/>
            </a:lvl6pPr>
            <a:lvl7pPr marL="2679649" indent="0">
              <a:buNone/>
              <a:defRPr sz="977"/>
            </a:lvl7pPr>
            <a:lvl8pPr marL="3126257" indent="0">
              <a:buNone/>
              <a:defRPr sz="977"/>
            </a:lvl8pPr>
            <a:lvl9pPr marL="3572865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5741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9864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649131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29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76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841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266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792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178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281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035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452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93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885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1ED4-2444-F63B-F663-AB20FACC2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5DD17-97D8-58FF-05F4-95ED92CBF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6AD3-9E1A-CE59-2011-9132303F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58DEE-9EE7-DB70-CB2C-42609BD4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8EE9B-D7D1-71CE-C25B-044718C0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06511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92D5-8AF9-1B2F-F88F-DA466873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0E526-7B31-AA76-89D3-00C85B6E2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A7569-F351-43DC-D88E-A7F1BCFD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2EA6-8335-0800-671C-420A4DDA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F7279-F7D2-2C27-6325-08717DF7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89601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C29C-C7DE-77DA-64DB-D1F8884C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EDA50-7DC8-44FE-E52C-AC7866DBB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F551B-6F9A-26B3-AA70-554FF3AE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B7728-1237-EF79-2815-8ACCCD22F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26F93-C457-8C3F-CA80-B3EEF6F5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39636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796B-5CAA-6141-DF8F-E17520F4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AC92-E79E-D152-486F-B1E82076B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BB8D0-7557-7AD3-2F30-DEECC2124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5B558-AFCB-663C-AABD-07F0CB14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D6F86-5968-7245-473C-D17B6E6D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226FA-F55A-B230-862E-E9F89F4B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518771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E7A5-0C71-9EAB-03D8-CBFAD0B1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1C4CC-DE72-5CE6-8EB3-DDB0FB69A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364B2-0891-C81B-0FAC-D36902C62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6EB2AE-F1E3-7143-BD2B-3021664B4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2104F9-CFD8-A245-B593-2C105A128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4BAC7-AD63-E17F-1C08-64697390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67F14-6D45-116D-4CC5-F089FDCB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2F98F-C010-2641-B0BE-4100711D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202116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F138-D11D-C725-CCC2-BC76B308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68471-A574-FDA2-8071-9BEB441E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6398F-940B-C2C6-12BB-376C3904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6D361-2E30-FC86-B134-6238F3B5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12627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59802-B746-39F3-595D-5EADD94D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E3EAE-15A1-F158-209B-A734D73E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D2BB2-A340-0059-4C28-E100CBC7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090416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B782-5B52-4C9D-C5DF-143679161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17DF-028C-1C72-D4F9-D37E10386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FE73C-3AF9-9EA0-07D1-4F3325C6D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9502B-6693-C35B-6145-A17BD6E77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9ED74-2595-6909-F769-0B771DAD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FE0F5-8A86-56B9-6E10-D7126229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67980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C659-2528-CF98-1F11-C31C555E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A3FD8-3A48-AE7D-91EF-9DA8AB934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69D53-22DB-CB7D-B6C8-28BDFEB8D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A9C61-A1F1-5D2F-4335-B3793B1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4CA61-6709-2EFD-9F50-0202E08B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94098-9AC0-2FAB-2ADF-A51F2C55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55797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6319-AF62-9DDE-11E0-7E58F20C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91BF2-6EDB-F023-4EE7-35E94719E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F1E15-DC11-816B-9B53-2E0A3390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62706-3B2B-37B7-36D1-0E69E65C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DA3D8-D95D-C59D-DBF6-10B9EDE5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36370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70B0DB-F1C7-33CC-A006-6EB6CA98E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81C72-474A-D1EB-970E-3C69800FD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12BD-A13F-55FB-4393-FBDBD433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232D2-62E3-8F4E-EC3A-712A719E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47059-3AAC-688D-26E8-B7E0D4B1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9667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5568" indent="0" algn="ctr">
              <a:buNone/>
              <a:defRPr sz="2000"/>
            </a:lvl2pPr>
            <a:lvl3pPr marL="911143" indent="0" algn="ctr">
              <a:buNone/>
              <a:defRPr sz="1800"/>
            </a:lvl3pPr>
            <a:lvl4pPr marL="1366716" indent="0" algn="ctr">
              <a:buNone/>
              <a:defRPr sz="1600"/>
            </a:lvl4pPr>
            <a:lvl5pPr marL="1822290" indent="0" algn="ctr">
              <a:buNone/>
              <a:defRPr sz="1600"/>
            </a:lvl5pPr>
            <a:lvl6pPr marL="2277864" indent="0" algn="ctr">
              <a:buNone/>
              <a:defRPr sz="1600"/>
            </a:lvl6pPr>
            <a:lvl7pPr marL="2733435" indent="0" algn="ctr">
              <a:buNone/>
              <a:defRPr sz="1600"/>
            </a:lvl7pPr>
            <a:lvl8pPr marL="3189010" indent="0" algn="ctr">
              <a:buNone/>
              <a:defRPr sz="1600"/>
            </a:lvl8pPr>
            <a:lvl9pPr marL="36445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351144"/>
      </p:ext>
    </p:extLst>
  </p:cSld>
  <p:clrMapOvr>
    <a:masterClrMapping/>
  </p:clrMapOvr>
  <p:transition spd="med">
    <p:pull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400705"/>
      </p:ext>
    </p:extLst>
  </p:cSld>
  <p:clrMapOvr>
    <a:masterClrMapping/>
  </p:clrMapOvr>
  <p:transition spd="med">
    <p:pull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80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556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11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6671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2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778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334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890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44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988562"/>
      </p:ext>
    </p:extLst>
  </p:cSld>
  <p:clrMapOvr>
    <a:masterClrMapping/>
  </p:clrMapOvr>
  <p:transition spd="med">
    <p:pull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259966"/>
      </p:ext>
    </p:extLst>
  </p:cSld>
  <p:clrMapOvr>
    <a:masterClrMapping/>
  </p:clrMapOvr>
  <p:transition spd="med">
    <p:pull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568" indent="0">
              <a:buNone/>
              <a:defRPr sz="2000" b="1"/>
            </a:lvl2pPr>
            <a:lvl3pPr marL="911143" indent="0">
              <a:buNone/>
              <a:defRPr sz="1800" b="1"/>
            </a:lvl3pPr>
            <a:lvl4pPr marL="1366716" indent="0">
              <a:buNone/>
              <a:defRPr sz="1600" b="1"/>
            </a:lvl4pPr>
            <a:lvl5pPr marL="1822290" indent="0">
              <a:buNone/>
              <a:defRPr sz="1600" b="1"/>
            </a:lvl5pPr>
            <a:lvl6pPr marL="2277864" indent="0">
              <a:buNone/>
              <a:defRPr sz="1600" b="1"/>
            </a:lvl6pPr>
            <a:lvl7pPr marL="2733435" indent="0">
              <a:buNone/>
              <a:defRPr sz="1600" b="1"/>
            </a:lvl7pPr>
            <a:lvl8pPr marL="3189010" indent="0">
              <a:buNone/>
              <a:defRPr sz="1600" b="1"/>
            </a:lvl8pPr>
            <a:lvl9pPr marL="36445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568" indent="0">
              <a:buNone/>
              <a:defRPr sz="2000" b="1"/>
            </a:lvl2pPr>
            <a:lvl3pPr marL="911143" indent="0">
              <a:buNone/>
              <a:defRPr sz="1800" b="1"/>
            </a:lvl3pPr>
            <a:lvl4pPr marL="1366716" indent="0">
              <a:buNone/>
              <a:defRPr sz="1600" b="1"/>
            </a:lvl4pPr>
            <a:lvl5pPr marL="1822290" indent="0">
              <a:buNone/>
              <a:defRPr sz="1600" b="1"/>
            </a:lvl5pPr>
            <a:lvl6pPr marL="2277864" indent="0">
              <a:buNone/>
              <a:defRPr sz="1600" b="1"/>
            </a:lvl6pPr>
            <a:lvl7pPr marL="2733435" indent="0">
              <a:buNone/>
              <a:defRPr sz="1600" b="1"/>
            </a:lvl7pPr>
            <a:lvl8pPr marL="3189010" indent="0">
              <a:buNone/>
              <a:defRPr sz="1600" b="1"/>
            </a:lvl8pPr>
            <a:lvl9pPr marL="36445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290897"/>
      </p:ext>
    </p:extLst>
  </p:cSld>
  <p:clrMapOvr>
    <a:masterClrMapping/>
  </p:clrMapOvr>
  <p:transition spd="med">
    <p:pull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697522"/>
      </p:ext>
    </p:extLst>
  </p:cSld>
  <p:clrMapOvr>
    <a:masterClrMapping/>
  </p:clrMapOvr>
  <p:transition spd="med">
    <p:pull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632708"/>
      </p:ext>
    </p:extLst>
  </p:cSld>
  <p:clrMapOvr>
    <a:masterClrMapping/>
  </p:clrMapOvr>
  <p:transition spd="med">
    <p:pull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5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5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5568" indent="0">
              <a:buNone/>
              <a:defRPr sz="1400"/>
            </a:lvl2pPr>
            <a:lvl3pPr marL="911143" indent="0">
              <a:buNone/>
              <a:defRPr sz="1200"/>
            </a:lvl3pPr>
            <a:lvl4pPr marL="1366716" indent="0">
              <a:buNone/>
              <a:defRPr sz="1000"/>
            </a:lvl4pPr>
            <a:lvl5pPr marL="1822290" indent="0">
              <a:buNone/>
              <a:defRPr sz="1000"/>
            </a:lvl5pPr>
            <a:lvl6pPr marL="2277864" indent="0">
              <a:buNone/>
              <a:defRPr sz="1000"/>
            </a:lvl6pPr>
            <a:lvl7pPr marL="2733435" indent="0">
              <a:buNone/>
              <a:defRPr sz="1000"/>
            </a:lvl7pPr>
            <a:lvl8pPr marL="3189010" indent="0">
              <a:buNone/>
              <a:defRPr sz="1000"/>
            </a:lvl8pPr>
            <a:lvl9pPr marL="36445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985790"/>
      </p:ext>
    </p:extLst>
  </p:cSld>
  <p:clrMapOvr>
    <a:masterClrMapping/>
  </p:clrMapOvr>
  <p:transition spd="med">
    <p:pull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5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5568" indent="0">
              <a:buNone/>
              <a:defRPr sz="2800"/>
            </a:lvl2pPr>
            <a:lvl3pPr marL="911143" indent="0">
              <a:buNone/>
              <a:defRPr sz="2400"/>
            </a:lvl3pPr>
            <a:lvl4pPr marL="1366716" indent="0">
              <a:buNone/>
              <a:defRPr sz="2000"/>
            </a:lvl4pPr>
            <a:lvl5pPr marL="1822290" indent="0">
              <a:buNone/>
              <a:defRPr sz="2000"/>
            </a:lvl5pPr>
            <a:lvl6pPr marL="2277864" indent="0">
              <a:buNone/>
              <a:defRPr sz="2000"/>
            </a:lvl6pPr>
            <a:lvl7pPr marL="2733435" indent="0">
              <a:buNone/>
              <a:defRPr sz="2000"/>
            </a:lvl7pPr>
            <a:lvl8pPr marL="3189010" indent="0">
              <a:buNone/>
              <a:defRPr sz="2000"/>
            </a:lvl8pPr>
            <a:lvl9pPr marL="364458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5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5568" indent="0">
              <a:buNone/>
              <a:defRPr sz="1400"/>
            </a:lvl2pPr>
            <a:lvl3pPr marL="911143" indent="0">
              <a:buNone/>
              <a:defRPr sz="1200"/>
            </a:lvl3pPr>
            <a:lvl4pPr marL="1366716" indent="0">
              <a:buNone/>
              <a:defRPr sz="1000"/>
            </a:lvl4pPr>
            <a:lvl5pPr marL="1822290" indent="0">
              <a:buNone/>
              <a:defRPr sz="1000"/>
            </a:lvl5pPr>
            <a:lvl6pPr marL="2277864" indent="0">
              <a:buNone/>
              <a:defRPr sz="1000"/>
            </a:lvl6pPr>
            <a:lvl7pPr marL="2733435" indent="0">
              <a:buNone/>
              <a:defRPr sz="1000"/>
            </a:lvl7pPr>
            <a:lvl8pPr marL="3189010" indent="0">
              <a:buNone/>
              <a:defRPr sz="1000"/>
            </a:lvl8pPr>
            <a:lvl9pPr marL="36445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24814"/>
      </p:ext>
    </p:extLst>
  </p:cSld>
  <p:clrMapOvr>
    <a:masterClrMapping/>
  </p:clrMapOvr>
  <p:transition spd="med">
    <p:pull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968698"/>
      </p:ext>
    </p:extLst>
  </p:cSld>
  <p:clrMapOvr>
    <a:masterClrMapping/>
  </p:clrMapOvr>
  <p:transition spd="med">
    <p:pull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906158"/>
      </p:ext>
    </p:extLst>
  </p:cSld>
  <p:clrMapOvr>
    <a:masterClrMapping/>
  </p:clrMapOvr>
  <p:transition spd="med">
    <p:pull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566683"/>
      </p:ext>
    </p:extLst>
  </p:cSld>
  <p:clrMapOvr>
    <a:masterClrMapping/>
  </p:clrMapOvr>
  <p:transition spd="med">
    <p:pull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65602"/>
      </p:ext>
    </p:extLst>
  </p:cSld>
  <p:clrMapOvr>
    <a:masterClrMapping/>
  </p:clrMapOvr>
  <p:transition spd="med">
    <p:pull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491810"/>
      </p:ext>
    </p:extLst>
  </p:cSld>
  <p:clrMapOvr>
    <a:masterClrMapping/>
  </p:clrMapOvr>
  <p:transition spd="med">
    <p:pull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45647"/>
      </p:ext>
    </p:extLst>
  </p:cSld>
  <p:clrMapOvr>
    <a:masterClrMapping/>
  </p:clrMapOvr>
  <p:transition spd="med">
    <p:pull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40321"/>
      </p:ext>
    </p:extLst>
  </p:cSld>
  <p:clrMapOvr>
    <a:masterClrMapping/>
  </p:clrMapOvr>
  <p:transition spd="med">
    <p:pull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448687"/>
      </p:ext>
    </p:extLst>
  </p:cSld>
  <p:clrMapOvr>
    <a:masterClrMapping/>
  </p:clrMapOvr>
  <p:transition spd="med">
    <p:pull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396212"/>
      </p:ext>
    </p:extLst>
  </p:cSld>
  <p:clrMapOvr>
    <a:masterClrMapping/>
  </p:clrMapOvr>
  <p:transition spd="med">
    <p:pull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673887"/>
      </p:ext>
    </p:extLst>
  </p:cSld>
  <p:clrMapOvr>
    <a:masterClrMapping/>
  </p:clrMapOvr>
  <p:transition spd="med">
    <p:pull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193227"/>
      </p:ext>
    </p:extLst>
  </p:cSld>
  <p:clrMapOvr>
    <a:masterClrMapping/>
  </p:clrMapOvr>
  <p:transition spd="med">
    <p:pull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786891"/>
      </p:ext>
    </p:extLst>
  </p:cSld>
  <p:clrMapOvr>
    <a:masterClrMapping/>
  </p:clrMapOvr>
  <p:transition spd="med">
    <p:pull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623605"/>
      </p:ext>
    </p:extLst>
  </p:cSld>
  <p:clrMapOvr>
    <a:masterClrMapping/>
  </p:clrMapOvr>
  <p:transition spd="med">
    <p:pull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5843" indent="0" algn="ctr">
              <a:buNone/>
              <a:defRPr sz="2000"/>
            </a:lvl2pPr>
            <a:lvl3pPr marL="911693" indent="0" algn="ctr">
              <a:buNone/>
              <a:defRPr sz="1800"/>
            </a:lvl3pPr>
            <a:lvl4pPr marL="1367541" indent="0" algn="ctr">
              <a:buNone/>
              <a:defRPr sz="1600"/>
            </a:lvl4pPr>
            <a:lvl5pPr marL="1823390" indent="0" algn="ctr">
              <a:buNone/>
              <a:defRPr sz="1600"/>
            </a:lvl5pPr>
            <a:lvl6pPr marL="2279235" indent="0" algn="ctr">
              <a:buNone/>
              <a:defRPr sz="1600"/>
            </a:lvl6pPr>
            <a:lvl7pPr marL="2735086" indent="0" algn="ctr">
              <a:buNone/>
              <a:defRPr sz="1600"/>
            </a:lvl7pPr>
            <a:lvl8pPr marL="3190932" indent="0" algn="ctr">
              <a:buNone/>
              <a:defRPr sz="1600"/>
            </a:lvl8pPr>
            <a:lvl9pPr marL="364678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05928"/>
      </p:ext>
    </p:extLst>
  </p:cSld>
  <p:clrMapOvr>
    <a:masterClrMapping/>
  </p:clrMapOvr>
  <p:transition spd="med">
    <p:pull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490059"/>
      </p:ext>
    </p:extLst>
  </p:cSld>
  <p:clrMapOvr>
    <a:masterClrMapping/>
  </p:clrMapOvr>
  <p:transition spd="med">
    <p:pull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97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584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16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675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33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79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350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09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467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756953"/>
      </p:ext>
    </p:extLst>
  </p:cSld>
  <p:clrMapOvr>
    <a:masterClrMapping/>
  </p:clrMapOvr>
  <p:transition spd="med">
    <p:pull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97080"/>
      </p:ext>
    </p:extLst>
  </p:cSld>
  <p:clrMapOvr>
    <a:masterClrMapping/>
  </p:clrMapOvr>
  <p:transition spd="med">
    <p:pull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843" indent="0">
              <a:buNone/>
              <a:defRPr sz="2000" b="1"/>
            </a:lvl2pPr>
            <a:lvl3pPr marL="911693" indent="0">
              <a:buNone/>
              <a:defRPr sz="1800" b="1"/>
            </a:lvl3pPr>
            <a:lvl4pPr marL="1367541" indent="0">
              <a:buNone/>
              <a:defRPr sz="1600" b="1"/>
            </a:lvl4pPr>
            <a:lvl5pPr marL="1823390" indent="0">
              <a:buNone/>
              <a:defRPr sz="1600" b="1"/>
            </a:lvl5pPr>
            <a:lvl6pPr marL="2279235" indent="0">
              <a:buNone/>
              <a:defRPr sz="1600" b="1"/>
            </a:lvl6pPr>
            <a:lvl7pPr marL="2735086" indent="0">
              <a:buNone/>
              <a:defRPr sz="1600" b="1"/>
            </a:lvl7pPr>
            <a:lvl8pPr marL="3190932" indent="0">
              <a:buNone/>
              <a:defRPr sz="1600" b="1"/>
            </a:lvl8pPr>
            <a:lvl9pPr marL="36467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843" indent="0">
              <a:buNone/>
              <a:defRPr sz="2000" b="1"/>
            </a:lvl2pPr>
            <a:lvl3pPr marL="911693" indent="0">
              <a:buNone/>
              <a:defRPr sz="1800" b="1"/>
            </a:lvl3pPr>
            <a:lvl4pPr marL="1367541" indent="0">
              <a:buNone/>
              <a:defRPr sz="1600" b="1"/>
            </a:lvl4pPr>
            <a:lvl5pPr marL="1823390" indent="0">
              <a:buNone/>
              <a:defRPr sz="1600" b="1"/>
            </a:lvl5pPr>
            <a:lvl6pPr marL="2279235" indent="0">
              <a:buNone/>
              <a:defRPr sz="1600" b="1"/>
            </a:lvl6pPr>
            <a:lvl7pPr marL="2735086" indent="0">
              <a:buNone/>
              <a:defRPr sz="1600" b="1"/>
            </a:lvl7pPr>
            <a:lvl8pPr marL="3190932" indent="0">
              <a:buNone/>
              <a:defRPr sz="1600" b="1"/>
            </a:lvl8pPr>
            <a:lvl9pPr marL="36467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440410"/>
      </p:ext>
    </p:extLst>
  </p:cSld>
  <p:clrMapOvr>
    <a:masterClrMapping/>
  </p:clrMapOvr>
  <p:transition spd="med">
    <p:pull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057908"/>
      </p:ext>
    </p:extLst>
  </p:cSld>
  <p:clrMapOvr>
    <a:masterClrMapping/>
  </p:clrMapOvr>
  <p:transition spd="med">
    <p:pull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248004"/>
      </p:ext>
    </p:extLst>
  </p:cSld>
  <p:clrMapOvr>
    <a:masterClrMapping/>
  </p:clrMapOvr>
  <p:transition spd="med">
    <p:pull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4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4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5843" indent="0">
              <a:buNone/>
              <a:defRPr sz="1400"/>
            </a:lvl2pPr>
            <a:lvl3pPr marL="911693" indent="0">
              <a:buNone/>
              <a:defRPr sz="1200"/>
            </a:lvl3pPr>
            <a:lvl4pPr marL="1367541" indent="0">
              <a:buNone/>
              <a:defRPr sz="1000"/>
            </a:lvl4pPr>
            <a:lvl5pPr marL="1823390" indent="0">
              <a:buNone/>
              <a:defRPr sz="1000"/>
            </a:lvl5pPr>
            <a:lvl6pPr marL="2279235" indent="0">
              <a:buNone/>
              <a:defRPr sz="1000"/>
            </a:lvl6pPr>
            <a:lvl7pPr marL="2735086" indent="0">
              <a:buNone/>
              <a:defRPr sz="1000"/>
            </a:lvl7pPr>
            <a:lvl8pPr marL="3190932" indent="0">
              <a:buNone/>
              <a:defRPr sz="1000"/>
            </a:lvl8pPr>
            <a:lvl9pPr marL="364678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852937"/>
      </p:ext>
    </p:extLst>
  </p:cSld>
  <p:clrMapOvr>
    <a:masterClrMapping/>
  </p:clrMapOvr>
  <p:transition spd="med">
    <p:pull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4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5843" indent="0">
              <a:buNone/>
              <a:defRPr sz="2800"/>
            </a:lvl2pPr>
            <a:lvl3pPr marL="911693" indent="0">
              <a:buNone/>
              <a:defRPr sz="2400"/>
            </a:lvl3pPr>
            <a:lvl4pPr marL="1367541" indent="0">
              <a:buNone/>
              <a:defRPr sz="2000"/>
            </a:lvl4pPr>
            <a:lvl5pPr marL="1823390" indent="0">
              <a:buNone/>
              <a:defRPr sz="2000"/>
            </a:lvl5pPr>
            <a:lvl6pPr marL="2279235" indent="0">
              <a:buNone/>
              <a:defRPr sz="2000"/>
            </a:lvl6pPr>
            <a:lvl7pPr marL="2735086" indent="0">
              <a:buNone/>
              <a:defRPr sz="2000"/>
            </a:lvl7pPr>
            <a:lvl8pPr marL="3190932" indent="0">
              <a:buNone/>
              <a:defRPr sz="2000"/>
            </a:lvl8pPr>
            <a:lvl9pPr marL="364678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4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5843" indent="0">
              <a:buNone/>
              <a:defRPr sz="1400"/>
            </a:lvl2pPr>
            <a:lvl3pPr marL="911693" indent="0">
              <a:buNone/>
              <a:defRPr sz="1200"/>
            </a:lvl3pPr>
            <a:lvl4pPr marL="1367541" indent="0">
              <a:buNone/>
              <a:defRPr sz="1000"/>
            </a:lvl4pPr>
            <a:lvl5pPr marL="1823390" indent="0">
              <a:buNone/>
              <a:defRPr sz="1000"/>
            </a:lvl5pPr>
            <a:lvl6pPr marL="2279235" indent="0">
              <a:buNone/>
              <a:defRPr sz="1000"/>
            </a:lvl6pPr>
            <a:lvl7pPr marL="2735086" indent="0">
              <a:buNone/>
              <a:defRPr sz="1000"/>
            </a:lvl7pPr>
            <a:lvl8pPr marL="3190932" indent="0">
              <a:buNone/>
              <a:defRPr sz="1000"/>
            </a:lvl8pPr>
            <a:lvl9pPr marL="364678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2645"/>
      </p:ext>
    </p:extLst>
  </p:cSld>
  <p:clrMapOvr>
    <a:masterClrMapping/>
  </p:clrMapOvr>
  <p:transition spd="med">
    <p:pull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908784"/>
      </p:ext>
    </p:extLst>
  </p:cSld>
  <p:clrMapOvr>
    <a:masterClrMapping/>
  </p:clrMapOvr>
  <p:transition spd="med">
    <p:pull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54657"/>
      </p:ext>
    </p:extLst>
  </p:cSld>
  <p:clrMapOvr>
    <a:masterClrMapping/>
  </p:clrMapOvr>
  <p:transition spd="med">
    <p:pull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6027" indent="0" algn="ctr">
              <a:buNone/>
              <a:defRPr sz="2000"/>
            </a:lvl2pPr>
            <a:lvl3pPr marL="912060" indent="0" algn="ctr">
              <a:buNone/>
              <a:defRPr sz="1800"/>
            </a:lvl3pPr>
            <a:lvl4pPr marL="1368091" indent="0" algn="ctr">
              <a:buNone/>
              <a:defRPr sz="1600"/>
            </a:lvl4pPr>
            <a:lvl5pPr marL="1824123" indent="0" algn="ctr">
              <a:buNone/>
              <a:defRPr sz="1600"/>
            </a:lvl5pPr>
            <a:lvl6pPr marL="2280153" indent="0" algn="ctr">
              <a:buNone/>
              <a:defRPr sz="1600"/>
            </a:lvl6pPr>
            <a:lvl7pPr marL="2736186" indent="0" algn="ctr">
              <a:buNone/>
              <a:defRPr sz="1600"/>
            </a:lvl7pPr>
            <a:lvl8pPr marL="3192214" indent="0" algn="ctr">
              <a:buNone/>
              <a:defRPr sz="1600"/>
            </a:lvl8pPr>
            <a:lvl9pPr marL="364824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770986"/>
      </p:ext>
    </p:extLst>
  </p:cSld>
  <p:clrMapOvr>
    <a:masterClrMapping/>
  </p:clrMapOvr>
  <p:transition spd="med">
    <p:pull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032100"/>
      </p:ext>
    </p:extLst>
  </p:cSld>
  <p:clrMapOvr>
    <a:masterClrMapping/>
  </p:clrMapOvr>
  <p:transition spd="med">
    <p:pull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8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602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20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680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41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01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36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22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482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836056"/>
      </p:ext>
    </p:extLst>
  </p:cSld>
  <p:clrMapOvr>
    <a:masterClrMapping/>
  </p:clrMapOvr>
  <p:transition spd="med">
    <p:pull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712171"/>
      </p:ext>
    </p:extLst>
  </p:cSld>
  <p:clrMapOvr>
    <a:masterClrMapping/>
  </p:clrMapOvr>
  <p:transition spd="med">
    <p:pull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027" indent="0">
              <a:buNone/>
              <a:defRPr sz="2000" b="1"/>
            </a:lvl2pPr>
            <a:lvl3pPr marL="912060" indent="0">
              <a:buNone/>
              <a:defRPr sz="1800" b="1"/>
            </a:lvl3pPr>
            <a:lvl4pPr marL="1368091" indent="0">
              <a:buNone/>
              <a:defRPr sz="1600" b="1"/>
            </a:lvl4pPr>
            <a:lvl5pPr marL="1824123" indent="0">
              <a:buNone/>
              <a:defRPr sz="1600" b="1"/>
            </a:lvl5pPr>
            <a:lvl6pPr marL="2280153" indent="0">
              <a:buNone/>
              <a:defRPr sz="1600" b="1"/>
            </a:lvl6pPr>
            <a:lvl7pPr marL="2736186" indent="0">
              <a:buNone/>
              <a:defRPr sz="1600" b="1"/>
            </a:lvl7pPr>
            <a:lvl8pPr marL="3192214" indent="0">
              <a:buNone/>
              <a:defRPr sz="1600" b="1"/>
            </a:lvl8pPr>
            <a:lvl9pPr marL="364824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027" indent="0">
              <a:buNone/>
              <a:defRPr sz="2000" b="1"/>
            </a:lvl2pPr>
            <a:lvl3pPr marL="912060" indent="0">
              <a:buNone/>
              <a:defRPr sz="1800" b="1"/>
            </a:lvl3pPr>
            <a:lvl4pPr marL="1368091" indent="0">
              <a:buNone/>
              <a:defRPr sz="1600" b="1"/>
            </a:lvl4pPr>
            <a:lvl5pPr marL="1824123" indent="0">
              <a:buNone/>
              <a:defRPr sz="1600" b="1"/>
            </a:lvl5pPr>
            <a:lvl6pPr marL="2280153" indent="0">
              <a:buNone/>
              <a:defRPr sz="1600" b="1"/>
            </a:lvl6pPr>
            <a:lvl7pPr marL="2736186" indent="0">
              <a:buNone/>
              <a:defRPr sz="1600" b="1"/>
            </a:lvl7pPr>
            <a:lvl8pPr marL="3192214" indent="0">
              <a:buNone/>
              <a:defRPr sz="1600" b="1"/>
            </a:lvl8pPr>
            <a:lvl9pPr marL="364824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492172"/>
      </p:ext>
    </p:extLst>
  </p:cSld>
  <p:clrMapOvr>
    <a:masterClrMapping/>
  </p:clrMapOvr>
  <p:transition spd="med">
    <p:pull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543421"/>
      </p:ext>
    </p:extLst>
  </p:cSld>
  <p:clrMapOvr>
    <a:masterClrMapping/>
  </p:clrMapOvr>
  <p:transition spd="med">
    <p:pull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301631"/>
      </p:ext>
    </p:extLst>
  </p:cSld>
  <p:clrMapOvr>
    <a:masterClrMapping/>
  </p:clrMapOvr>
  <p:transition spd="med">
    <p:pull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3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3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6027" indent="0">
              <a:buNone/>
              <a:defRPr sz="1400"/>
            </a:lvl2pPr>
            <a:lvl3pPr marL="912060" indent="0">
              <a:buNone/>
              <a:defRPr sz="1200"/>
            </a:lvl3pPr>
            <a:lvl4pPr marL="1368091" indent="0">
              <a:buNone/>
              <a:defRPr sz="1000"/>
            </a:lvl4pPr>
            <a:lvl5pPr marL="1824123" indent="0">
              <a:buNone/>
              <a:defRPr sz="1000"/>
            </a:lvl5pPr>
            <a:lvl6pPr marL="2280153" indent="0">
              <a:buNone/>
              <a:defRPr sz="1000"/>
            </a:lvl6pPr>
            <a:lvl7pPr marL="2736186" indent="0">
              <a:buNone/>
              <a:defRPr sz="1000"/>
            </a:lvl7pPr>
            <a:lvl8pPr marL="3192214" indent="0">
              <a:buNone/>
              <a:defRPr sz="1000"/>
            </a:lvl8pPr>
            <a:lvl9pPr marL="364824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829658"/>
      </p:ext>
    </p:extLst>
  </p:cSld>
  <p:clrMapOvr>
    <a:masterClrMapping/>
  </p:clrMapOvr>
  <p:transition spd="med">
    <p:pull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3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6027" indent="0">
              <a:buNone/>
              <a:defRPr sz="2800"/>
            </a:lvl2pPr>
            <a:lvl3pPr marL="912060" indent="0">
              <a:buNone/>
              <a:defRPr sz="2400"/>
            </a:lvl3pPr>
            <a:lvl4pPr marL="1368091" indent="0">
              <a:buNone/>
              <a:defRPr sz="2000"/>
            </a:lvl4pPr>
            <a:lvl5pPr marL="1824123" indent="0">
              <a:buNone/>
              <a:defRPr sz="2000"/>
            </a:lvl5pPr>
            <a:lvl6pPr marL="2280153" indent="0">
              <a:buNone/>
              <a:defRPr sz="2000"/>
            </a:lvl6pPr>
            <a:lvl7pPr marL="2736186" indent="0">
              <a:buNone/>
              <a:defRPr sz="2000"/>
            </a:lvl7pPr>
            <a:lvl8pPr marL="3192214" indent="0">
              <a:buNone/>
              <a:defRPr sz="2000"/>
            </a:lvl8pPr>
            <a:lvl9pPr marL="364824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3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6027" indent="0">
              <a:buNone/>
              <a:defRPr sz="1400"/>
            </a:lvl2pPr>
            <a:lvl3pPr marL="912060" indent="0">
              <a:buNone/>
              <a:defRPr sz="1200"/>
            </a:lvl3pPr>
            <a:lvl4pPr marL="1368091" indent="0">
              <a:buNone/>
              <a:defRPr sz="1000"/>
            </a:lvl4pPr>
            <a:lvl5pPr marL="1824123" indent="0">
              <a:buNone/>
              <a:defRPr sz="1000"/>
            </a:lvl5pPr>
            <a:lvl6pPr marL="2280153" indent="0">
              <a:buNone/>
              <a:defRPr sz="1000"/>
            </a:lvl6pPr>
            <a:lvl7pPr marL="2736186" indent="0">
              <a:buNone/>
              <a:defRPr sz="1000"/>
            </a:lvl7pPr>
            <a:lvl8pPr marL="3192214" indent="0">
              <a:buNone/>
              <a:defRPr sz="1000"/>
            </a:lvl8pPr>
            <a:lvl9pPr marL="364824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994863"/>
      </p:ext>
    </p:extLst>
  </p:cSld>
  <p:clrMapOvr>
    <a:masterClrMapping/>
  </p:clrMapOvr>
  <p:transition spd="med">
    <p:pull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976407"/>
      </p:ext>
    </p:extLst>
  </p:cSld>
  <p:clrMapOvr>
    <a:masterClrMapping/>
  </p:clrMapOvr>
  <p:transition spd="med">
    <p:pull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784948"/>
      </p:ext>
    </p:extLst>
  </p:cSld>
  <p:clrMapOvr>
    <a:masterClrMapping/>
  </p:clrMapOvr>
  <p:transition spd="med">
    <p:pull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4"/>
            <a:ext cx="9144000" cy="2387600"/>
          </a:xfrm>
        </p:spPr>
        <p:txBody>
          <a:bodyPr anchor="b"/>
          <a:lstStyle>
            <a:lvl1pPr algn="ctr"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</p:spPr>
        <p:txBody>
          <a:bodyPr/>
          <a:lstStyle>
            <a:lvl1pPr marL="0" indent="0" algn="ctr">
              <a:buNone/>
              <a:defRPr sz="2344"/>
            </a:lvl1pPr>
            <a:lvl2pPr marL="446557" indent="0" algn="ctr">
              <a:buNone/>
              <a:defRPr sz="1954"/>
            </a:lvl2pPr>
            <a:lvl3pPr marL="893115" indent="0" algn="ctr">
              <a:buNone/>
              <a:defRPr sz="1759"/>
            </a:lvl3pPr>
            <a:lvl4pPr marL="1339672" indent="0" algn="ctr">
              <a:buNone/>
              <a:defRPr sz="1563"/>
            </a:lvl4pPr>
            <a:lvl5pPr marL="1786229" indent="0" algn="ctr">
              <a:buNone/>
              <a:defRPr sz="1563"/>
            </a:lvl5pPr>
            <a:lvl6pPr marL="2232786" indent="0" algn="ctr">
              <a:buNone/>
              <a:defRPr sz="1563"/>
            </a:lvl6pPr>
            <a:lvl7pPr marL="2679344" indent="0" algn="ctr">
              <a:buNone/>
              <a:defRPr sz="1563"/>
            </a:lvl7pPr>
            <a:lvl8pPr marL="3125901" indent="0" algn="ctr">
              <a:buNone/>
              <a:defRPr sz="1563"/>
            </a:lvl8pPr>
            <a:lvl9pPr marL="3572458" indent="0" algn="ctr">
              <a:buNone/>
              <a:defRPr sz="15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4760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14783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599" cy="2852737"/>
          </a:xfrm>
        </p:spPr>
        <p:txBody>
          <a:bodyPr anchor="b"/>
          <a:lstStyle>
            <a:lvl1pPr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599" cy="1500187"/>
          </a:xfrm>
        </p:spPr>
        <p:txBody>
          <a:bodyPr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446557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2pPr>
            <a:lvl3pPr marL="893115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3pPr>
            <a:lvl4pPr marL="1339672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4pPr>
            <a:lvl5pPr marL="1786229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5pPr>
            <a:lvl6pPr marL="2232786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6pPr>
            <a:lvl7pPr marL="2679344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7pPr>
            <a:lvl8pPr marL="3125901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8pPr>
            <a:lvl9pPr marL="3572458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69973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825624"/>
            <a:ext cx="5181601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4"/>
            <a:ext cx="5181601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4316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65127"/>
            <a:ext cx="1051559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557" indent="0">
              <a:buNone/>
              <a:defRPr sz="1954" b="1"/>
            </a:lvl2pPr>
            <a:lvl3pPr marL="893115" indent="0">
              <a:buNone/>
              <a:defRPr sz="1759" b="1"/>
            </a:lvl3pPr>
            <a:lvl4pPr marL="1339672" indent="0">
              <a:buNone/>
              <a:defRPr sz="1563" b="1"/>
            </a:lvl4pPr>
            <a:lvl5pPr marL="1786229" indent="0">
              <a:buNone/>
              <a:defRPr sz="1563" b="1"/>
            </a:lvl5pPr>
            <a:lvl6pPr marL="2232786" indent="0">
              <a:buNone/>
              <a:defRPr sz="1563" b="1"/>
            </a:lvl6pPr>
            <a:lvl7pPr marL="2679344" indent="0">
              <a:buNone/>
              <a:defRPr sz="1563" b="1"/>
            </a:lvl7pPr>
            <a:lvl8pPr marL="3125901" indent="0">
              <a:buNone/>
              <a:defRPr sz="1563" b="1"/>
            </a:lvl8pPr>
            <a:lvl9pPr marL="3572458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557" indent="0">
              <a:buNone/>
              <a:defRPr sz="1954" b="1"/>
            </a:lvl2pPr>
            <a:lvl3pPr marL="893115" indent="0">
              <a:buNone/>
              <a:defRPr sz="1759" b="1"/>
            </a:lvl3pPr>
            <a:lvl4pPr marL="1339672" indent="0">
              <a:buNone/>
              <a:defRPr sz="1563" b="1"/>
            </a:lvl4pPr>
            <a:lvl5pPr marL="1786229" indent="0">
              <a:buNone/>
              <a:defRPr sz="1563" b="1"/>
            </a:lvl5pPr>
            <a:lvl6pPr marL="2232786" indent="0">
              <a:buNone/>
              <a:defRPr sz="1563" b="1"/>
            </a:lvl6pPr>
            <a:lvl7pPr marL="2679344" indent="0">
              <a:buNone/>
              <a:defRPr sz="1563" b="1"/>
            </a:lvl7pPr>
            <a:lvl8pPr marL="3125901" indent="0">
              <a:buNone/>
              <a:defRPr sz="1563" b="1"/>
            </a:lvl8pPr>
            <a:lvl9pPr marL="3572458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9697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91556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96607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1"/>
            <a:ext cx="3932237" cy="1600201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>
              <a:defRPr sz="3126"/>
            </a:lvl1pPr>
            <a:lvl2pPr>
              <a:defRPr sz="2735"/>
            </a:lvl2pPr>
            <a:lvl3pPr>
              <a:defRPr sz="234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557" indent="0">
              <a:buNone/>
              <a:defRPr sz="1367"/>
            </a:lvl2pPr>
            <a:lvl3pPr marL="893115" indent="0">
              <a:buNone/>
              <a:defRPr sz="1172"/>
            </a:lvl3pPr>
            <a:lvl4pPr marL="1339672" indent="0">
              <a:buNone/>
              <a:defRPr sz="977"/>
            </a:lvl4pPr>
            <a:lvl5pPr marL="1786229" indent="0">
              <a:buNone/>
              <a:defRPr sz="977"/>
            </a:lvl5pPr>
            <a:lvl6pPr marL="2232786" indent="0">
              <a:buNone/>
              <a:defRPr sz="977"/>
            </a:lvl6pPr>
            <a:lvl7pPr marL="2679344" indent="0">
              <a:buNone/>
              <a:defRPr sz="977"/>
            </a:lvl7pPr>
            <a:lvl8pPr marL="3125901" indent="0">
              <a:buNone/>
              <a:defRPr sz="977"/>
            </a:lvl8pPr>
            <a:lvl9pPr marL="3572458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23645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1"/>
            <a:ext cx="3932237" cy="1600201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7"/>
            <a:ext cx="6172200" cy="4873625"/>
          </a:xfrm>
        </p:spPr>
        <p:txBody>
          <a:bodyPr anchor="t"/>
          <a:lstStyle>
            <a:lvl1pPr marL="0" indent="0">
              <a:buNone/>
              <a:defRPr sz="3126"/>
            </a:lvl1pPr>
            <a:lvl2pPr marL="446557" indent="0">
              <a:buNone/>
              <a:defRPr sz="2735"/>
            </a:lvl2pPr>
            <a:lvl3pPr marL="893115" indent="0">
              <a:buNone/>
              <a:defRPr sz="2344"/>
            </a:lvl3pPr>
            <a:lvl4pPr marL="1339672" indent="0">
              <a:buNone/>
              <a:defRPr sz="1954"/>
            </a:lvl4pPr>
            <a:lvl5pPr marL="1786229" indent="0">
              <a:buNone/>
              <a:defRPr sz="1954"/>
            </a:lvl5pPr>
            <a:lvl6pPr marL="2232786" indent="0">
              <a:buNone/>
              <a:defRPr sz="1954"/>
            </a:lvl6pPr>
            <a:lvl7pPr marL="2679344" indent="0">
              <a:buNone/>
              <a:defRPr sz="1954"/>
            </a:lvl7pPr>
            <a:lvl8pPr marL="3125901" indent="0">
              <a:buNone/>
              <a:defRPr sz="1954"/>
            </a:lvl8pPr>
            <a:lvl9pPr marL="3572458" indent="0">
              <a:buNone/>
              <a:defRPr sz="19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557" indent="0">
              <a:buNone/>
              <a:defRPr sz="1367"/>
            </a:lvl2pPr>
            <a:lvl3pPr marL="893115" indent="0">
              <a:buNone/>
              <a:defRPr sz="1172"/>
            </a:lvl3pPr>
            <a:lvl4pPr marL="1339672" indent="0">
              <a:buNone/>
              <a:defRPr sz="977"/>
            </a:lvl4pPr>
            <a:lvl5pPr marL="1786229" indent="0">
              <a:buNone/>
              <a:defRPr sz="977"/>
            </a:lvl5pPr>
            <a:lvl6pPr marL="2232786" indent="0">
              <a:buNone/>
              <a:defRPr sz="977"/>
            </a:lvl6pPr>
            <a:lvl7pPr marL="2679344" indent="0">
              <a:buNone/>
              <a:defRPr sz="977"/>
            </a:lvl7pPr>
            <a:lvl8pPr marL="3125901" indent="0">
              <a:buNone/>
              <a:defRPr sz="977"/>
            </a:lvl8pPr>
            <a:lvl9pPr marL="3572458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75637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7871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6979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44"/>
            </a:lvl1pPr>
            <a:lvl2pPr marL="446608" indent="0" algn="ctr">
              <a:buNone/>
              <a:defRPr sz="1954"/>
            </a:lvl2pPr>
            <a:lvl3pPr marL="893216" indent="0" algn="ctr">
              <a:buNone/>
              <a:defRPr sz="1759"/>
            </a:lvl3pPr>
            <a:lvl4pPr marL="1339825" indent="0" algn="ctr">
              <a:buNone/>
              <a:defRPr sz="1563"/>
            </a:lvl4pPr>
            <a:lvl5pPr marL="1786433" indent="0" algn="ctr">
              <a:buNone/>
              <a:defRPr sz="1563"/>
            </a:lvl5pPr>
            <a:lvl6pPr marL="2233041" indent="0" algn="ctr">
              <a:buNone/>
              <a:defRPr sz="1563"/>
            </a:lvl6pPr>
            <a:lvl7pPr marL="2679649" indent="0" algn="ctr">
              <a:buNone/>
              <a:defRPr sz="1563"/>
            </a:lvl7pPr>
            <a:lvl8pPr marL="3126257" indent="0" algn="ctr">
              <a:buNone/>
              <a:defRPr sz="1563"/>
            </a:lvl8pPr>
            <a:lvl9pPr marL="3572865" indent="0" algn="ctr">
              <a:buNone/>
              <a:defRPr sz="15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1820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7504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446608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2pPr>
            <a:lvl3pPr marL="893216" indent="0">
              <a:buNone/>
              <a:defRPr sz="1759">
                <a:solidFill>
                  <a:schemeClr val="tx1">
                    <a:tint val="75000"/>
                  </a:schemeClr>
                </a:solidFill>
              </a:defRPr>
            </a:lvl3pPr>
            <a:lvl4pPr marL="1339825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4pPr>
            <a:lvl5pPr marL="1786433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5pPr>
            <a:lvl6pPr marL="2233041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6pPr>
            <a:lvl7pPr marL="2679649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7pPr>
            <a:lvl8pPr marL="3126257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8pPr>
            <a:lvl9pPr marL="3572865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9974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43675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608" indent="0">
              <a:buNone/>
              <a:defRPr sz="1954" b="1"/>
            </a:lvl2pPr>
            <a:lvl3pPr marL="893216" indent="0">
              <a:buNone/>
              <a:defRPr sz="1759" b="1"/>
            </a:lvl3pPr>
            <a:lvl4pPr marL="1339825" indent="0">
              <a:buNone/>
              <a:defRPr sz="1563" b="1"/>
            </a:lvl4pPr>
            <a:lvl5pPr marL="1786433" indent="0">
              <a:buNone/>
              <a:defRPr sz="1563" b="1"/>
            </a:lvl5pPr>
            <a:lvl6pPr marL="2233041" indent="0">
              <a:buNone/>
              <a:defRPr sz="1563" b="1"/>
            </a:lvl6pPr>
            <a:lvl7pPr marL="2679649" indent="0">
              <a:buNone/>
              <a:defRPr sz="1563" b="1"/>
            </a:lvl7pPr>
            <a:lvl8pPr marL="3126257" indent="0">
              <a:buNone/>
              <a:defRPr sz="1563" b="1"/>
            </a:lvl8pPr>
            <a:lvl9pPr marL="3572865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44" b="1"/>
            </a:lvl1pPr>
            <a:lvl2pPr marL="446608" indent="0">
              <a:buNone/>
              <a:defRPr sz="1954" b="1"/>
            </a:lvl2pPr>
            <a:lvl3pPr marL="893216" indent="0">
              <a:buNone/>
              <a:defRPr sz="1759" b="1"/>
            </a:lvl3pPr>
            <a:lvl4pPr marL="1339825" indent="0">
              <a:buNone/>
              <a:defRPr sz="1563" b="1"/>
            </a:lvl4pPr>
            <a:lvl5pPr marL="1786433" indent="0">
              <a:buNone/>
              <a:defRPr sz="1563" b="1"/>
            </a:lvl5pPr>
            <a:lvl6pPr marL="2233041" indent="0">
              <a:buNone/>
              <a:defRPr sz="1563" b="1"/>
            </a:lvl6pPr>
            <a:lvl7pPr marL="2679649" indent="0">
              <a:buNone/>
              <a:defRPr sz="1563" b="1"/>
            </a:lvl7pPr>
            <a:lvl8pPr marL="3126257" indent="0">
              <a:buNone/>
              <a:defRPr sz="1563" b="1"/>
            </a:lvl8pPr>
            <a:lvl9pPr marL="3572865" indent="0">
              <a:buNone/>
              <a:defRPr sz="15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6933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695488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56344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5"/>
            <a:ext cx="6172200" cy="4873625"/>
          </a:xfrm>
        </p:spPr>
        <p:txBody>
          <a:bodyPr/>
          <a:lstStyle>
            <a:lvl1pPr>
              <a:defRPr sz="3126"/>
            </a:lvl1pPr>
            <a:lvl2pPr>
              <a:defRPr sz="2735"/>
            </a:lvl2pPr>
            <a:lvl3pPr>
              <a:defRPr sz="234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608" indent="0">
              <a:buNone/>
              <a:defRPr sz="1368"/>
            </a:lvl2pPr>
            <a:lvl3pPr marL="893216" indent="0">
              <a:buNone/>
              <a:defRPr sz="1172"/>
            </a:lvl3pPr>
            <a:lvl4pPr marL="1339825" indent="0">
              <a:buNone/>
              <a:defRPr sz="977"/>
            </a:lvl4pPr>
            <a:lvl5pPr marL="1786433" indent="0">
              <a:buNone/>
              <a:defRPr sz="977"/>
            </a:lvl5pPr>
            <a:lvl6pPr marL="2233041" indent="0">
              <a:buNone/>
              <a:defRPr sz="977"/>
            </a:lvl6pPr>
            <a:lvl7pPr marL="2679649" indent="0">
              <a:buNone/>
              <a:defRPr sz="977"/>
            </a:lvl7pPr>
            <a:lvl8pPr marL="3126257" indent="0">
              <a:buNone/>
              <a:defRPr sz="977"/>
            </a:lvl8pPr>
            <a:lvl9pPr marL="3572865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615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5"/>
            <a:ext cx="6172200" cy="4873625"/>
          </a:xfrm>
        </p:spPr>
        <p:txBody>
          <a:bodyPr anchor="t"/>
          <a:lstStyle>
            <a:lvl1pPr marL="0" indent="0">
              <a:buNone/>
              <a:defRPr sz="3126"/>
            </a:lvl1pPr>
            <a:lvl2pPr marL="446608" indent="0">
              <a:buNone/>
              <a:defRPr sz="2735"/>
            </a:lvl2pPr>
            <a:lvl3pPr marL="893216" indent="0">
              <a:buNone/>
              <a:defRPr sz="2344"/>
            </a:lvl3pPr>
            <a:lvl4pPr marL="1339825" indent="0">
              <a:buNone/>
              <a:defRPr sz="1954"/>
            </a:lvl4pPr>
            <a:lvl5pPr marL="1786433" indent="0">
              <a:buNone/>
              <a:defRPr sz="1954"/>
            </a:lvl5pPr>
            <a:lvl6pPr marL="2233041" indent="0">
              <a:buNone/>
              <a:defRPr sz="1954"/>
            </a:lvl6pPr>
            <a:lvl7pPr marL="2679649" indent="0">
              <a:buNone/>
              <a:defRPr sz="1954"/>
            </a:lvl7pPr>
            <a:lvl8pPr marL="3126257" indent="0">
              <a:buNone/>
              <a:defRPr sz="1954"/>
            </a:lvl8pPr>
            <a:lvl9pPr marL="3572865" indent="0">
              <a:buNone/>
              <a:defRPr sz="19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63"/>
            </a:lvl1pPr>
            <a:lvl2pPr marL="446608" indent="0">
              <a:buNone/>
              <a:defRPr sz="1368"/>
            </a:lvl2pPr>
            <a:lvl3pPr marL="893216" indent="0">
              <a:buNone/>
              <a:defRPr sz="1172"/>
            </a:lvl3pPr>
            <a:lvl4pPr marL="1339825" indent="0">
              <a:buNone/>
              <a:defRPr sz="977"/>
            </a:lvl4pPr>
            <a:lvl5pPr marL="1786433" indent="0">
              <a:buNone/>
              <a:defRPr sz="977"/>
            </a:lvl5pPr>
            <a:lvl6pPr marL="2233041" indent="0">
              <a:buNone/>
              <a:defRPr sz="977"/>
            </a:lvl6pPr>
            <a:lvl7pPr marL="2679649" indent="0">
              <a:buNone/>
              <a:defRPr sz="977"/>
            </a:lvl7pPr>
            <a:lvl8pPr marL="3126257" indent="0">
              <a:buNone/>
              <a:defRPr sz="977"/>
            </a:lvl8pPr>
            <a:lvl9pPr marL="3572865" indent="0">
              <a:buNone/>
              <a:defRPr sz="9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2158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9948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0105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3" y="1020434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8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5" y="5956143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0B47CFE-8559-413F-A3B3-499EC9747377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10/13/2025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7" y="5951817"/>
            <a:ext cx="691721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6" y="5956143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598452-D625-4EF9-AE0B-7C04E25B2553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889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90" y="614410"/>
            <a:ext cx="1130933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9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5" y="2180502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6" y="5956143"/>
            <a:ext cx="1052508" cy="365125"/>
          </a:xfrm>
        </p:spPr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146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22" y="5141980"/>
            <a:ext cx="11290861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5" y="3043916"/>
            <a:ext cx="11029615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5" y="4541420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2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4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5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6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8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0B47CFE-8559-413F-A3B3-499EC9747377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10/13/2025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598452-D625-4EF9-AE0B-7C04E25B2553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9750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3" y="606560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60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200" y="2228006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21" y="2228006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6648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3" y="606560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60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5" y="2250898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10" indent="0">
              <a:buNone/>
              <a:defRPr sz="1500" b="1"/>
            </a:lvl2pPr>
            <a:lvl3pPr marL="685822" indent="0">
              <a:buNone/>
              <a:defRPr sz="1350" b="1"/>
            </a:lvl3pPr>
            <a:lvl4pPr marL="1028732" indent="0">
              <a:buNone/>
              <a:defRPr sz="1200" b="1"/>
            </a:lvl4pPr>
            <a:lvl5pPr marL="1371643" indent="0">
              <a:buNone/>
              <a:defRPr sz="1200" b="1"/>
            </a:lvl5pPr>
            <a:lvl6pPr marL="1714553" indent="0">
              <a:buNone/>
              <a:defRPr sz="1200" b="1"/>
            </a:lvl6pPr>
            <a:lvl7pPr marL="2057465" indent="0">
              <a:buNone/>
              <a:defRPr sz="1200" b="1"/>
            </a:lvl7pPr>
            <a:lvl8pPr marL="2400375" indent="0">
              <a:buNone/>
              <a:defRPr sz="1200" b="1"/>
            </a:lvl8pPr>
            <a:lvl9pPr marL="274328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6" y="2926055"/>
            <a:ext cx="539310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41" y="2250898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10" indent="0">
              <a:buNone/>
              <a:defRPr sz="1500" b="1"/>
            </a:lvl2pPr>
            <a:lvl3pPr marL="685822" indent="0">
              <a:buNone/>
              <a:defRPr sz="1350" b="1"/>
            </a:lvl3pPr>
            <a:lvl4pPr marL="1028732" indent="0">
              <a:buNone/>
              <a:defRPr sz="1200" b="1"/>
            </a:lvl4pPr>
            <a:lvl5pPr marL="1371643" indent="0">
              <a:buNone/>
              <a:defRPr sz="1200" b="1"/>
            </a:lvl5pPr>
            <a:lvl6pPr marL="1714553" indent="0">
              <a:buNone/>
              <a:defRPr sz="1200" b="1"/>
            </a:lvl6pPr>
            <a:lvl7pPr marL="2057465" indent="0">
              <a:buNone/>
              <a:defRPr sz="1200" b="1"/>
            </a:lvl7pPr>
            <a:lvl8pPr marL="2400375" indent="0">
              <a:buNone/>
              <a:defRPr sz="1200" b="1"/>
            </a:lvl8pPr>
            <a:lvl9pPr marL="274328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4" y="2926055"/>
            <a:ext cx="539310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6672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60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60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2106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98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20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8" y="5262296"/>
            <a:ext cx="4909445" cy="689514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7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9" y="5262302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10" indent="0">
              <a:buNone/>
              <a:defRPr sz="825"/>
            </a:lvl2pPr>
            <a:lvl3pPr marL="685822" indent="0">
              <a:buNone/>
              <a:defRPr sz="750"/>
            </a:lvl3pPr>
            <a:lvl4pPr marL="1028732" indent="0">
              <a:buNone/>
              <a:defRPr sz="675"/>
            </a:lvl4pPr>
            <a:lvl5pPr marL="1371643" indent="0">
              <a:buNone/>
              <a:defRPr sz="675"/>
            </a:lvl5pPr>
            <a:lvl6pPr marL="1714553" indent="0">
              <a:buNone/>
              <a:defRPr sz="675"/>
            </a:lvl6pPr>
            <a:lvl7pPr marL="2057465" indent="0">
              <a:buNone/>
              <a:defRPr sz="675"/>
            </a:lvl7pPr>
            <a:lvl8pPr marL="2400375" indent="0">
              <a:buNone/>
              <a:defRPr sz="675"/>
            </a:lvl8pPr>
            <a:lvl9pPr marL="2743285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0B47CFE-8559-413F-A3B3-499EC9747377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10/13/2025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598452-D625-4EF9-AE0B-7C04E25B2553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86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92"/>
            <a:ext cx="11029616" cy="566738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22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10" indent="0">
              <a:buNone/>
              <a:defRPr sz="1200"/>
            </a:lvl2pPr>
            <a:lvl3pPr marL="685822" indent="0">
              <a:buNone/>
              <a:defRPr sz="1200"/>
            </a:lvl3pPr>
            <a:lvl4pPr marL="1028732" indent="0">
              <a:buNone/>
              <a:defRPr sz="1200"/>
            </a:lvl4pPr>
            <a:lvl5pPr marL="1371643" indent="0">
              <a:buNone/>
              <a:defRPr sz="1200"/>
            </a:lvl5pPr>
            <a:lvl6pPr marL="1714553" indent="0">
              <a:buNone/>
              <a:defRPr sz="1200"/>
            </a:lvl6pPr>
            <a:lvl7pPr marL="2057465" indent="0">
              <a:buNone/>
              <a:defRPr sz="1200"/>
            </a:lvl7pPr>
            <a:lvl8pPr marL="2400375" indent="0">
              <a:buNone/>
              <a:defRPr sz="1200"/>
            </a:lvl8pPr>
            <a:lvl9pPr marL="2743285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4" y="5260131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10" indent="0">
              <a:buNone/>
              <a:defRPr sz="900"/>
            </a:lvl2pPr>
            <a:lvl3pPr marL="685822" indent="0">
              <a:buNone/>
              <a:defRPr sz="750"/>
            </a:lvl3pPr>
            <a:lvl4pPr marL="1028732" indent="0">
              <a:buNone/>
              <a:defRPr sz="675"/>
            </a:lvl4pPr>
            <a:lvl5pPr marL="1371643" indent="0">
              <a:buNone/>
              <a:defRPr sz="675"/>
            </a:lvl5pPr>
            <a:lvl6pPr marL="1714553" indent="0">
              <a:buNone/>
              <a:defRPr sz="675"/>
            </a:lvl6pPr>
            <a:lvl7pPr marL="2057465" indent="0">
              <a:buNone/>
              <a:defRPr sz="675"/>
            </a:lvl7pPr>
            <a:lvl8pPr marL="2400375" indent="0">
              <a:buNone/>
              <a:defRPr sz="675"/>
            </a:lvl8pPr>
            <a:lvl9pPr marL="2743285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027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90" y="614410"/>
            <a:ext cx="1130933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9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12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7" y="599727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6" y="675732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6" y="675732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80" y="5956143"/>
            <a:ext cx="13281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0B47CFE-8559-413F-A3B3-499EC9747377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10/13/2025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6" y="5951817"/>
            <a:ext cx="7896279" cy="365125"/>
          </a:xfrm>
        </p:spPr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43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598452-D625-4EF9-AE0B-7C04E25B2553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546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l="-14000" t="-1000" r="-18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4"/>
            <a:ext cx="10515599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843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893160" rtl="0" eaLnBrk="1" latinLnBrk="0" hangingPunct="1">
        <a:lnSpc>
          <a:spcPct val="90000"/>
        </a:lnSpc>
        <a:spcBef>
          <a:spcPct val="0"/>
        </a:spcBef>
        <a:buNone/>
        <a:defRPr sz="42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290" indent="-223290" algn="l" defTabSz="893160" rtl="0" eaLnBrk="1" latinLnBrk="0" hangingPunct="1">
        <a:lnSpc>
          <a:spcPct val="90000"/>
        </a:lnSpc>
        <a:spcBef>
          <a:spcPts val="977"/>
        </a:spcBef>
        <a:buFont typeface="Arial" panose="020B0604020202020204" pitchFamily="34" charset="0"/>
        <a:buChar char="•"/>
        <a:defRPr sz="2735" kern="1200">
          <a:solidFill>
            <a:schemeClr val="tx1"/>
          </a:solidFill>
          <a:latin typeface="+mn-lt"/>
          <a:ea typeface="+mn-ea"/>
          <a:cs typeface="+mn-cs"/>
        </a:defRPr>
      </a:lvl1pPr>
      <a:lvl2pPr marL="669870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2pPr>
      <a:lvl3pPr marL="1116450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954" kern="1200">
          <a:solidFill>
            <a:schemeClr val="tx1"/>
          </a:solidFill>
          <a:latin typeface="+mn-lt"/>
          <a:ea typeface="+mn-ea"/>
          <a:cs typeface="+mn-cs"/>
        </a:defRPr>
      </a:lvl3pPr>
      <a:lvl4pPr marL="1563029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2009609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456188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902768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349348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795927" indent="-223290" algn="l" defTabSz="893160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1pPr>
      <a:lvl2pPr marL="446580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2pPr>
      <a:lvl3pPr marL="893160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3pPr>
      <a:lvl4pPr marL="1339739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1786319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232898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679478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126058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572637" algn="l" defTabSz="893160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l="-14000" t="-1000" r="-18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142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893216" rtl="0" eaLnBrk="1" latinLnBrk="0" hangingPunct="1">
        <a:lnSpc>
          <a:spcPct val="90000"/>
        </a:lnSpc>
        <a:spcBef>
          <a:spcPct val="0"/>
        </a:spcBef>
        <a:buNone/>
        <a:defRPr sz="42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304" indent="-223304" algn="l" defTabSz="893216" rtl="0" eaLnBrk="1" latinLnBrk="0" hangingPunct="1">
        <a:lnSpc>
          <a:spcPct val="90000"/>
        </a:lnSpc>
        <a:spcBef>
          <a:spcPts val="977"/>
        </a:spcBef>
        <a:buFont typeface="Arial" panose="020B0604020202020204" pitchFamily="34" charset="0"/>
        <a:buChar char="•"/>
        <a:defRPr sz="2735" kern="1200">
          <a:solidFill>
            <a:schemeClr val="tx1"/>
          </a:solidFill>
          <a:latin typeface="+mn-lt"/>
          <a:ea typeface="+mn-ea"/>
          <a:cs typeface="+mn-cs"/>
        </a:defRPr>
      </a:lvl1pPr>
      <a:lvl2pPr marL="669912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2pPr>
      <a:lvl3pPr marL="1116520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954" kern="1200">
          <a:solidFill>
            <a:schemeClr val="tx1"/>
          </a:solidFill>
          <a:latin typeface="+mn-lt"/>
          <a:ea typeface="+mn-ea"/>
          <a:cs typeface="+mn-cs"/>
        </a:defRPr>
      </a:lvl3pPr>
      <a:lvl4pPr marL="1563129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2009737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456345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902953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349561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796169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1pPr>
      <a:lvl2pPr marL="446608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2pPr>
      <a:lvl3pPr marL="893216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3pPr>
      <a:lvl4pPr marL="1339825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1786433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233041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679649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126257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572865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108B7-A2E3-BC08-55E1-CD639F76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CCCB6-1869-4E90-85FC-FD88A4EC2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5D19B-25B6-3908-3BE4-5CE0E8A6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D1476-510D-4006-9322-6BCE1A1105BA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61AA-2181-39A4-85D5-FB47ECAE7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BFF8-FD34-62A7-21B1-E28C4F5E4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F0A9-80E9-47E5-AC84-1B2DEF9A30A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7589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3" y="365128"/>
            <a:ext cx="10515600" cy="1325563"/>
          </a:xfrm>
          <a:prstGeom prst="rect">
            <a:avLst/>
          </a:prstGeom>
        </p:spPr>
        <p:txBody>
          <a:bodyPr vert="horz" lIns="78550" tIns="39275" rIns="78550" bIns="39275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3" y="1825628"/>
            <a:ext cx="10515600" cy="4351338"/>
          </a:xfrm>
          <a:prstGeom prst="rect">
            <a:avLst/>
          </a:prstGeom>
        </p:spPr>
        <p:txBody>
          <a:bodyPr vert="horz" lIns="78550" tIns="39275" rIns="78550" bIns="3927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78550" tIns="39275" rIns="78550" bIns="3927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4523"/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14523"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3" y="6356352"/>
            <a:ext cx="4114800" cy="365125"/>
          </a:xfrm>
          <a:prstGeom prst="rect">
            <a:avLst/>
          </a:prstGeom>
        </p:spPr>
        <p:txBody>
          <a:bodyPr vert="horz" lIns="78550" tIns="39275" rIns="78550" bIns="3927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4523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78550" tIns="39275" rIns="78550" bIns="3927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4523"/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14523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42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ransition spd="med">
    <p:pull/>
  </p:transition>
  <p:txStyles>
    <p:titleStyle>
      <a:lvl1pPr algn="l" defTabSz="91114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776" indent="-227776" algn="l" defTabSz="9111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3356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8940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4499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0081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05658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1227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16794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72382" indent="-227776" algn="l" defTabSz="9111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568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143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6716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290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7864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3435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010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4587" algn="l" defTabSz="911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28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3" y="365128"/>
            <a:ext cx="10515600" cy="1325563"/>
          </a:xfrm>
          <a:prstGeom prst="rect">
            <a:avLst/>
          </a:prstGeom>
        </p:spPr>
        <p:txBody>
          <a:bodyPr vert="horz" lIns="78598" tIns="39299" rIns="78598" bIns="3929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3" y="1825628"/>
            <a:ext cx="10515600" cy="4351338"/>
          </a:xfrm>
          <a:prstGeom prst="rect">
            <a:avLst/>
          </a:prstGeom>
        </p:spPr>
        <p:txBody>
          <a:bodyPr vert="horz" lIns="78598" tIns="39299" rIns="78598" bIns="3929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78598" tIns="39299" rIns="78598" bIns="3929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5014"/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15014"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3" y="6356352"/>
            <a:ext cx="4114800" cy="365125"/>
          </a:xfrm>
          <a:prstGeom prst="rect">
            <a:avLst/>
          </a:prstGeom>
        </p:spPr>
        <p:txBody>
          <a:bodyPr vert="horz" lIns="78598" tIns="39299" rIns="78598" bIns="3929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5014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78598" tIns="39299" rIns="78598" bIns="3929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5014"/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15014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23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ransition spd="med">
    <p:pull/>
  </p:transition>
  <p:txStyles>
    <p:titleStyle>
      <a:lvl1pPr algn="l" defTabSz="91169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14" indent="-227914" algn="l" defTabSz="91169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3769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9625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5460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1317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07164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12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855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13" indent="-227914" algn="l" defTabSz="91169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43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693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41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390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35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086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32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784" algn="l" defTabSz="9116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3" y="365128"/>
            <a:ext cx="10515600" cy="1325563"/>
          </a:xfrm>
          <a:prstGeom prst="rect">
            <a:avLst/>
          </a:prstGeom>
        </p:spPr>
        <p:txBody>
          <a:bodyPr vert="horz" lIns="78630" tIns="39315" rIns="78630" bIns="39315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3" y="1825628"/>
            <a:ext cx="10515600" cy="4351338"/>
          </a:xfrm>
          <a:prstGeom prst="rect">
            <a:avLst/>
          </a:prstGeom>
        </p:spPr>
        <p:txBody>
          <a:bodyPr vert="horz" lIns="78630" tIns="39315" rIns="78630" bIns="3931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78630" tIns="39315" rIns="78630" bIns="393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5342"/>
            <a:fld id="{C7807186-1067-4749-B92A-A9B0A7D6597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15342"/>
              <a:t>10/13/2025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3" y="6356352"/>
            <a:ext cx="4114800" cy="365125"/>
          </a:xfrm>
          <a:prstGeom prst="rect">
            <a:avLst/>
          </a:prstGeom>
        </p:spPr>
        <p:txBody>
          <a:bodyPr vert="horz" lIns="78630" tIns="39315" rIns="78630" bIns="393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5342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78630" tIns="39315" rIns="78630" bIns="393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15342"/>
            <a:fld id="{5C3062BA-BB19-47A3-975B-D8BBEA3EE70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15342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60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ransition spd="med">
    <p:pull/>
  </p:transition>
  <p:txStyles>
    <p:titleStyle>
      <a:lvl1pPr algn="l" defTabSz="91206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07" indent="-228007" algn="l" defTabSz="9120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4044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082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100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2141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08171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203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230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265" indent="-228007" algn="l" defTabSz="9120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27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060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91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123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153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186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214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249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4"/>
            <a:ext cx="10515599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199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7549C3A-F940-4AFE-81B9-64DB57044DC5}" type="datetimeFigureOut">
              <a:rPr lang="x-none" smtClean="0">
                <a:solidFill>
                  <a:prstClr val="black">
                    <a:tint val="75000"/>
                  </a:prstClr>
                </a:solidFill>
              </a:rPr>
              <a:pPr defTabSz="914400"/>
              <a:t>10/13/2025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F8BE953-CD4D-48A8-A18C-B1EF2B197153}" type="slidenum">
              <a:rPr lang="x-none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7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893115" rtl="0" eaLnBrk="1" latinLnBrk="0" hangingPunct="1">
        <a:lnSpc>
          <a:spcPct val="90000"/>
        </a:lnSpc>
        <a:spcBef>
          <a:spcPct val="0"/>
        </a:spcBef>
        <a:buNone/>
        <a:defRPr sz="42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279" indent="-223279" algn="l" defTabSz="893115" rtl="0" eaLnBrk="1" latinLnBrk="0" hangingPunct="1">
        <a:lnSpc>
          <a:spcPct val="90000"/>
        </a:lnSpc>
        <a:spcBef>
          <a:spcPts val="977"/>
        </a:spcBef>
        <a:buFont typeface="Arial" panose="020B0604020202020204" pitchFamily="34" charset="0"/>
        <a:buChar char="•"/>
        <a:defRPr sz="2735" kern="1200">
          <a:solidFill>
            <a:schemeClr val="tx1"/>
          </a:solidFill>
          <a:latin typeface="+mn-lt"/>
          <a:ea typeface="+mn-ea"/>
          <a:cs typeface="+mn-cs"/>
        </a:defRPr>
      </a:lvl1pPr>
      <a:lvl2pPr marL="669836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2pPr>
      <a:lvl3pPr marL="1116394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954" kern="1200">
          <a:solidFill>
            <a:schemeClr val="tx1"/>
          </a:solidFill>
          <a:latin typeface="+mn-lt"/>
          <a:ea typeface="+mn-ea"/>
          <a:cs typeface="+mn-cs"/>
        </a:defRPr>
      </a:lvl3pPr>
      <a:lvl4pPr marL="1562950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2009508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456064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902623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349180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795737" indent="-223279" algn="l" defTabSz="893115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1pPr>
      <a:lvl2pPr marL="446557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2pPr>
      <a:lvl3pPr marL="893115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3pPr>
      <a:lvl4pPr marL="1339672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1786229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232786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679344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125901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572458" algn="l" defTabSz="893115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49C3A-F940-4AFE-81B9-64DB57044DC5}" type="datetimeFigureOut">
              <a:rPr lang="en-PK" smtClean="0"/>
              <a:t>10/13/2025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BE953-CD4D-48A8-A18C-B1EF2B1971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9461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xStyles>
    <p:titleStyle>
      <a:lvl1pPr algn="l" defTabSz="893216" rtl="0" eaLnBrk="1" latinLnBrk="0" hangingPunct="1">
        <a:lnSpc>
          <a:spcPct val="90000"/>
        </a:lnSpc>
        <a:spcBef>
          <a:spcPct val="0"/>
        </a:spcBef>
        <a:buNone/>
        <a:defRPr sz="42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304" indent="-223304" algn="l" defTabSz="893216" rtl="0" eaLnBrk="1" latinLnBrk="0" hangingPunct="1">
        <a:lnSpc>
          <a:spcPct val="90000"/>
        </a:lnSpc>
        <a:spcBef>
          <a:spcPts val="977"/>
        </a:spcBef>
        <a:buFont typeface="Arial" panose="020B0604020202020204" pitchFamily="34" charset="0"/>
        <a:buChar char="•"/>
        <a:defRPr sz="2735" kern="1200">
          <a:solidFill>
            <a:schemeClr val="tx1"/>
          </a:solidFill>
          <a:latin typeface="+mn-lt"/>
          <a:ea typeface="+mn-ea"/>
          <a:cs typeface="+mn-cs"/>
        </a:defRPr>
      </a:lvl1pPr>
      <a:lvl2pPr marL="669912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2pPr>
      <a:lvl3pPr marL="1116520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954" kern="1200">
          <a:solidFill>
            <a:schemeClr val="tx1"/>
          </a:solidFill>
          <a:latin typeface="+mn-lt"/>
          <a:ea typeface="+mn-ea"/>
          <a:cs typeface="+mn-cs"/>
        </a:defRPr>
      </a:lvl3pPr>
      <a:lvl4pPr marL="1563129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2009737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456345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902953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349561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796169" indent="-223304" algn="l" defTabSz="893216" rtl="0" eaLnBrk="1" latinLnBrk="0" hangingPunct="1">
        <a:lnSpc>
          <a:spcPct val="90000"/>
        </a:lnSpc>
        <a:spcBef>
          <a:spcPts val="488"/>
        </a:spcBef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1pPr>
      <a:lvl2pPr marL="446608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2pPr>
      <a:lvl3pPr marL="893216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3pPr>
      <a:lvl4pPr marL="1339825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1786433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233041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6pPr>
      <a:lvl7pPr marL="2679649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7pPr>
      <a:lvl8pPr marL="3126257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8pPr>
      <a:lvl9pPr marL="3572865" algn="l" defTabSz="893216" rtl="0" eaLnBrk="1" latinLnBrk="0" hangingPunct="1">
        <a:defRPr sz="1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5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4" y="5956143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00B47CFE-8559-413F-A3B3-499EC9747377}" type="datetimeFigureOut">
              <a:rPr lang="en-US" smtClean="0">
                <a:solidFill>
                  <a:srgbClr val="8CB64A"/>
                </a:solidFill>
              </a:rPr>
              <a:pPr/>
              <a:t>10/13/2025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7" y="5951817"/>
            <a:ext cx="6917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43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4C598452-D625-4EF9-AE0B-7C04E25B2553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6" y="457201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0756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xStyles>
    <p:titleStyle>
      <a:lvl1pPr algn="l" defTabSz="34291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8" indent="-229508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15" indent="-229508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22" indent="-202507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29" indent="-175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38" indent="-175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45" indent="-17145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52" indent="-17145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59" indent="-17145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66" indent="-17145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22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32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43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53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65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75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85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jp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2" Type="http://schemas.microsoft.com/office/2007/relationships/media" Target="../media/media3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2" Type="http://schemas.microsoft.com/office/2007/relationships/media" Target="../media/media5.mp3"/><Relationship Id="rId1" Type="http://schemas.openxmlformats.org/officeDocument/2006/relationships/audio" Target="NULL" TargetMode="External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6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media" Target="../media/media8.mp3"/><Relationship Id="rId2" Type="http://schemas.microsoft.com/office/2007/relationships/media" Target="../media/media7.mp3"/><Relationship Id="rId1" Type="http://schemas.openxmlformats.org/officeDocument/2006/relationships/audio" Target="NULL" TargetMode="External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78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media" Target="../media/media10.mp3"/><Relationship Id="rId2" Type="http://schemas.microsoft.com/office/2007/relationships/media" Target="../media/media9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media" Target="../media/media12.mp3"/><Relationship Id="rId2" Type="http://schemas.microsoft.com/office/2007/relationships/media" Target="../media/media11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media" Target="../media/media14.mp3"/><Relationship Id="rId2" Type="http://schemas.microsoft.com/office/2007/relationships/media" Target="../media/media13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media" Target="../media/media16.mp3"/><Relationship Id="rId2" Type="http://schemas.microsoft.com/office/2007/relationships/media" Target="../media/media15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media" Target="../media/media18.mp3"/><Relationship Id="rId2" Type="http://schemas.microsoft.com/office/2007/relationships/media" Target="../media/media17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media" Target="../media/media20.mp3"/><Relationship Id="rId2" Type="http://schemas.microsoft.com/office/2007/relationships/media" Target="../media/media19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media" Target="../media/media22.mp3"/><Relationship Id="rId2" Type="http://schemas.microsoft.com/office/2007/relationships/media" Target="../media/media21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media" Target="../media/media24.mp3"/><Relationship Id="rId2" Type="http://schemas.microsoft.com/office/2007/relationships/media" Target="../media/media23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media" Target="../media/media26.mp3"/><Relationship Id="rId2" Type="http://schemas.microsoft.com/office/2007/relationships/media" Target="../media/media25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media" Target="../media/media28.mp3"/><Relationship Id="rId2" Type="http://schemas.microsoft.com/office/2007/relationships/media" Target="../media/media27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media" Target="../media/media30.mp3"/><Relationship Id="rId2" Type="http://schemas.microsoft.com/office/2007/relationships/media" Target="../media/media29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media" Target="../media/media32.mp3"/><Relationship Id="rId2" Type="http://schemas.microsoft.com/office/2007/relationships/media" Target="../media/media31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media" Target="../media/media34.mp3"/><Relationship Id="rId2" Type="http://schemas.microsoft.com/office/2007/relationships/media" Target="../media/media33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89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media" Target="../media/media14.mp3"/><Relationship Id="rId2" Type="http://schemas.microsoft.com/office/2007/relationships/media" Target="../media/media13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media" Target="../media/media36.mp3"/><Relationship Id="rId2" Type="http://schemas.microsoft.com/office/2007/relationships/media" Target="../media/media35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media" Target="../media/media38.mp3"/><Relationship Id="rId2" Type="http://schemas.microsoft.com/office/2007/relationships/media" Target="../media/media37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media" Target="../media/media38.mp3"/><Relationship Id="rId2" Type="http://schemas.microsoft.com/office/2007/relationships/media" Target="../media/media37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media" Target="../media/media24.mp3"/><Relationship Id="rId2" Type="http://schemas.microsoft.com/office/2007/relationships/media" Target="../media/media23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media" Target="../media/media18.mp3"/><Relationship Id="rId2" Type="http://schemas.microsoft.com/office/2007/relationships/media" Target="../media/media17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media" Target="../media/media26.mp3"/><Relationship Id="rId2" Type="http://schemas.microsoft.com/office/2007/relationships/media" Target="../media/media25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media" Target="../media/media30.mp3"/><Relationship Id="rId2" Type="http://schemas.microsoft.com/office/2007/relationships/media" Target="../media/media29.mp3"/><Relationship Id="rId1" Type="http://schemas.openxmlformats.org/officeDocument/2006/relationships/audi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C844F7B-1A79-4DDB-BB3A-AFA0826B54DC}"/>
              </a:ext>
            </a:extLst>
          </p:cNvPr>
          <p:cNvSpPr txBox="1"/>
          <p:nvPr/>
        </p:nvSpPr>
        <p:spPr>
          <a:xfrm>
            <a:off x="1582269" y="2617586"/>
            <a:ext cx="9027462" cy="2400657"/>
          </a:xfrm>
          <a:prstGeom prst="rect">
            <a:avLst/>
          </a:prstGeom>
          <a:noFill/>
        </p:spPr>
        <p:txBody>
          <a:bodyPr wrap="square" rtlCol="0" anchor="b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1088418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15000" b="1" i="0" u="none" strike="noStrike" kern="1200" cap="none" spc="0" normalizeH="0" baseline="0" noProof="0" dirty="0">
                <a:ln/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فہم القرآن   کورس </a:t>
            </a:r>
            <a:endParaRPr kumimoji="0" lang="en-US" sz="15000" b="1" i="0" u="none" strike="noStrike" kern="1200" cap="none" spc="0" normalizeH="0" baseline="0" noProof="0" dirty="0">
              <a:ln/>
              <a:solidFill>
                <a:srgbClr val="FFC000">
                  <a:lumMod val="60000"/>
                  <a:lumOff val="40000"/>
                </a:srgbClr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02811-4E71-48FB-8F9D-644E9A74BADA}"/>
              </a:ext>
            </a:extLst>
          </p:cNvPr>
          <p:cNvSpPr txBox="1"/>
          <p:nvPr/>
        </p:nvSpPr>
        <p:spPr>
          <a:xfrm>
            <a:off x="1848571" y="1066917"/>
            <a:ext cx="8761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5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ترجمہ کرنے کی صلاحیت پیدا کرنے کے لیے ابتدائی قواعد ترجمہ پر مشتمل</a:t>
            </a:r>
            <a:endParaRPr kumimoji="0" lang="en-PK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036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8308"/>
            <a:ext cx="12192000" cy="4271881"/>
            <a:chOff x="0" y="0"/>
            <a:chExt cx="4899365" cy="16876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9365" cy="1687657"/>
            </a:xfrm>
            <a:custGeom>
              <a:avLst/>
              <a:gdLst/>
              <a:ahLst/>
              <a:cxnLst/>
              <a:rect l="l" t="t" r="r" b="b"/>
              <a:pathLst>
                <a:path w="4899365" h="1687657">
                  <a:moveTo>
                    <a:pt x="0" y="0"/>
                  </a:moveTo>
                  <a:lnTo>
                    <a:pt x="4899365" y="0"/>
                  </a:lnTo>
                  <a:lnTo>
                    <a:pt x="4899365" y="1687657"/>
                  </a:lnTo>
                  <a:lnTo>
                    <a:pt x="0" y="1687657"/>
                  </a:lnTo>
                  <a:close/>
                </a:path>
              </a:pathLst>
            </a:custGeom>
            <a:solidFill>
              <a:srgbClr val="106861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9365" cy="17257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202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579070" y="5836035"/>
            <a:ext cx="2425341" cy="305857"/>
          </a:xfrm>
          <a:custGeom>
            <a:avLst/>
            <a:gdLst/>
            <a:ahLst/>
            <a:cxnLst/>
            <a:rect l="l" t="t" r="r" b="b"/>
            <a:pathLst>
              <a:path w="3638011" h="458785">
                <a:moveTo>
                  <a:pt x="0" y="0"/>
                </a:moveTo>
                <a:lnTo>
                  <a:pt x="3638010" y="0"/>
                </a:lnTo>
                <a:lnTo>
                  <a:pt x="3638010" y="458785"/>
                </a:lnTo>
                <a:lnTo>
                  <a:pt x="0" y="45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t="-56610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534619" y="1783013"/>
            <a:ext cx="2651760" cy="4096512"/>
            <a:chOff x="0" y="0"/>
            <a:chExt cx="1438367" cy="220687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8367" cy="2206878"/>
            </a:xfrm>
            <a:custGeom>
              <a:avLst/>
              <a:gdLst/>
              <a:ahLst/>
              <a:cxnLst/>
              <a:rect l="l" t="t" r="r" b="b"/>
              <a:pathLst>
                <a:path w="1438367" h="2206878">
                  <a:moveTo>
                    <a:pt x="58651" y="0"/>
                  </a:moveTo>
                  <a:lnTo>
                    <a:pt x="1379716" y="0"/>
                  </a:lnTo>
                  <a:cubicBezTo>
                    <a:pt x="1395271" y="0"/>
                    <a:pt x="1410189" y="6179"/>
                    <a:pt x="1421188" y="17178"/>
                  </a:cubicBezTo>
                  <a:cubicBezTo>
                    <a:pt x="1432188" y="28178"/>
                    <a:pt x="1438367" y="43096"/>
                    <a:pt x="1438367" y="58651"/>
                  </a:cubicBezTo>
                  <a:lnTo>
                    <a:pt x="1438367" y="2148227"/>
                  </a:lnTo>
                  <a:cubicBezTo>
                    <a:pt x="1438367" y="2180620"/>
                    <a:pt x="1412108" y="2206878"/>
                    <a:pt x="1379716" y="2206878"/>
                  </a:cubicBezTo>
                  <a:lnTo>
                    <a:pt x="58651" y="2206878"/>
                  </a:lnTo>
                  <a:cubicBezTo>
                    <a:pt x="26259" y="2206878"/>
                    <a:pt x="0" y="2180620"/>
                    <a:pt x="0" y="2148227"/>
                  </a:cubicBezTo>
                  <a:lnTo>
                    <a:pt x="0" y="58651"/>
                  </a:lnTo>
                  <a:cubicBezTo>
                    <a:pt x="0" y="26259"/>
                    <a:pt x="26259" y="0"/>
                    <a:pt x="5865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EEA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38367" cy="224497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83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11538" y="1980737"/>
            <a:ext cx="2300259" cy="230025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b="-4751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8923077" y="4137066"/>
            <a:ext cx="1951079" cy="417837"/>
          </a:xfrm>
          <a:custGeom>
            <a:avLst/>
            <a:gdLst/>
            <a:ahLst/>
            <a:cxnLst/>
            <a:rect l="l" t="t" r="r" b="b"/>
            <a:pathLst>
              <a:path w="2222990" h="476068">
                <a:moveTo>
                  <a:pt x="108459" y="0"/>
                </a:moveTo>
                <a:lnTo>
                  <a:pt x="2114531" y="0"/>
                </a:lnTo>
                <a:cubicBezTo>
                  <a:pt x="2143296" y="0"/>
                  <a:pt x="2170883" y="11427"/>
                  <a:pt x="2191223" y="31767"/>
                </a:cubicBezTo>
                <a:cubicBezTo>
                  <a:pt x="2211563" y="52107"/>
                  <a:pt x="2222990" y="79694"/>
                  <a:pt x="2222990" y="108459"/>
                </a:cubicBezTo>
                <a:lnTo>
                  <a:pt x="2222990" y="367609"/>
                </a:lnTo>
                <a:cubicBezTo>
                  <a:pt x="2222990" y="396374"/>
                  <a:pt x="2211563" y="423961"/>
                  <a:pt x="2191223" y="444301"/>
                </a:cubicBezTo>
                <a:cubicBezTo>
                  <a:pt x="2170883" y="464641"/>
                  <a:pt x="2143296" y="476068"/>
                  <a:pt x="2114531" y="476068"/>
                </a:cubicBezTo>
                <a:lnTo>
                  <a:pt x="108459" y="476068"/>
                </a:lnTo>
                <a:cubicBezTo>
                  <a:pt x="79694" y="476068"/>
                  <a:pt x="52107" y="464641"/>
                  <a:pt x="31767" y="444301"/>
                </a:cubicBezTo>
                <a:cubicBezTo>
                  <a:pt x="11427" y="423961"/>
                  <a:pt x="0" y="396374"/>
                  <a:pt x="0" y="367609"/>
                </a:cubicBezTo>
                <a:lnTo>
                  <a:pt x="0" y="108459"/>
                </a:lnTo>
                <a:cubicBezTo>
                  <a:pt x="0" y="79694"/>
                  <a:pt x="11427" y="52107"/>
                  <a:pt x="31767" y="31767"/>
                </a:cubicBezTo>
                <a:cubicBezTo>
                  <a:pt x="52107" y="11427"/>
                  <a:pt x="79694" y="0"/>
                  <a:pt x="108459" y="0"/>
                </a:cubicBezTo>
                <a:close/>
              </a:path>
            </a:pathLst>
          </a:custGeom>
          <a:solidFill>
            <a:srgbClr val="106861"/>
          </a:solidFill>
          <a:ln cap="rnd">
            <a:solidFill>
              <a:schemeClr val="bg1"/>
            </a:solidFill>
            <a:prstDash val="solid"/>
            <a:round/>
          </a:ln>
        </p:spPr>
      </p:sp>
      <p:sp>
        <p:nvSpPr>
          <p:cNvPr id="47" name="TextBox 47"/>
          <p:cNvSpPr txBox="1"/>
          <p:nvPr/>
        </p:nvSpPr>
        <p:spPr>
          <a:xfrm>
            <a:off x="8923077" y="600393"/>
            <a:ext cx="2110693" cy="755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1" eaLnBrk="1" fontAlgn="auto" latinLnBrk="0" hangingPunct="1">
              <a:lnSpc>
                <a:spcPts val="571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ameel Noori Nastaleeq" panose="02000503000000020004" pitchFamily="2" charset="-78"/>
                <a:ea typeface="Open Sauce Bold"/>
                <a:cs typeface="Jameel Noori Nastaleeq" panose="02000503000000020004" pitchFamily="2" charset="-78"/>
                <a:sym typeface="Open Sauce Bold"/>
                <a:rtl/>
              </a:rPr>
              <a:t>آج کا سبق </a:t>
            </a:r>
            <a:endParaRPr kumimoji="0" lang="ar-EG" sz="5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ameel Noori Nastaleeq" panose="02000503000000020004" pitchFamily="2" charset="-78"/>
              <a:ea typeface="Open Sauce Bold"/>
              <a:cs typeface="Jameel Noori Nastaleeq" panose="02000503000000020004" pitchFamily="2" charset="-78"/>
              <a:sym typeface="Open Sauce Bold"/>
              <a:rtl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737310" y="4808760"/>
            <a:ext cx="2322614" cy="80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609630" rtl="1">
              <a:lnSpc>
                <a:spcPts val="3093"/>
              </a:lnSpc>
            </a:pPr>
            <a:r>
              <a:rPr lang="ur-PK" sz="2800" dirty="0">
                <a:latin typeface="Jameel Noori Nastaleeq" panose="02000503000000020004" pitchFamily="2" charset="-78"/>
                <a:ea typeface="Calibri" panose="020F0502020204030204" pitchFamily="34" charset="0"/>
                <a:cs typeface="Jameel Noori Nastaleeq" panose="02000503000000020004" pitchFamily="2" charset="-78"/>
              </a:rPr>
              <a:t>سے بہتر وہ شخص ہے جو سیکھے اور سکھائے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ameel Noori Nastaleeq"/>
              <a:ea typeface="Jameel Noori Nastaleeq"/>
              <a:cs typeface="Jameel Noori Nastaleeq"/>
              <a:sym typeface="Jameel Noori Nastaleeq"/>
            </a:endParaRPr>
          </a:p>
        </p:txBody>
      </p:sp>
      <p:sp>
        <p:nvSpPr>
          <p:cNvPr id="55" name="TextBox 47">
            <a:extLst>
              <a:ext uri="{FF2B5EF4-FFF2-40B4-BE49-F238E27FC236}">
                <a16:creationId xmlns:a16="http://schemas.microsoft.com/office/drawing/2014/main" id="{C59A12F2-5B8B-4CBF-856C-95C4A389973D}"/>
              </a:ext>
            </a:extLst>
          </p:cNvPr>
          <p:cNvSpPr txBox="1"/>
          <p:nvPr/>
        </p:nvSpPr>
        <p:spPr>
          <a:xfrm>
            <a:off x="8923077" y="4063069"/>
            <a:ext cx="1568762" cy="4196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609630" rtl="1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Open Sauce Bold"/>
                <a:cs typeface="Jameel Noori Nastaleeq" panose="02000503000000020004" pitchFamily="2" charset="-78"/>
                <a:sym typeface="Open Sauce Bold"/>
                <a:rtl/>
              </a:rPr>
              <a:t>حدیث رسول </a:t>
            </a:r>
            <a:r>
              <a:rPr kumimoji="0" lang="ur-PK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vi Nastaleeq" panose="02000503000000020004" pitchFamily="2" charset="-78"/>
                <a:ea typeface="Open Sauce Bold"/>
                <a:cs typeface="Alvi Nastaleeq" panose="02000503000000020004" pitchFamily="2" charset="-78"/>
                <a:sym typeface="Open Sauce Bold"/>
                <a:rtl/>
              </a:rPr>
              <a:t>ﷺ</a:t>
            </a:r>
            <a:endParaRPr kumimoji="0" lang="ar-EG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vi Nastaleeq" panose="02000503000000020004" pitchFamily="2" charset="-78"/>
              <a:ea typeface="Open Sauce Bold"/>
              <a:cs typeface="Alvi Nastaleeq" panose="02000503000000020004" pitchFamily="2" charset="-78"/>
              <a:sym typeface="Open Sauce Bold"/>
              <a:rtl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62ABF7-CE35-4322-9993-1CEA04BE1B67}"/>
              </a:ext>
            </a:extLst>
          </p:cNvPr>
          <p:cNvGrpSpPr/>
          <p:nvPr/>
        </p:nvGrpSpPr>
        <p:grpSpPr>
          <a:xfrm>
            <a:off x="1312958" y="1783016"/>
            <a:ext cx="2651760" cy="4420850"/>
            <a:chOff x="1312958" y="1783016"/>
            <a:chExt cx="2651760" cy="4420850"/>
          </a:xfrm>
        </p:grpSpPr>
        <p:sp>
          <p:nvSpPr>
            <p:cNvPr id="9" name="Freeform 9"/>
            <p:cNvSpPr/>
            <p:nvPr/>
          </p:nvSpPr>
          <p:spPr>
            <a:xfrm>
              <a:off x="1415128" y="5904569"/>
              <a:ext cx="2373322" cy="299297"/>
            </a:xfrm>
            <a:custGeom>
              <a:avLst/>
              <a:gdLst/>
              <a:ahLst/>
              <a:cxnLst/>
              <a:rect l="l" t="t" r="r" b="b"/>
              <a:pathLst>
                <a:path w="3638011" h="458785">
                  <a:moveTo>
                    <a:pt x="0" y="0"/>
                  </a:moveTo>
                  <a:lnTo>
                    <a:pt x="3638010" y="0"/>
                  </a:lnTo>
                  <a:lnTo>
                    <a:pt x="3638010" y="458785"/>
                  </a:lnTo>
                  <a:lnTo>
                    <a:pt x="0" y="45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t="-56610"/>
              </a:stretch>
            </a:blipFill>
          </p:spPr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E5A855A-8B9B-4910-8187-5ECD551AE2CE}"/>
                </a:ext>
              </a:extLst>
            </p:cNvPr>
            <p:cNvGrpSpPr/>
            <p:nvPr/>
          </p:nvGrpSpPr>
          <p:grpSpPr>
            <a:xfrm>
              <a:off x="1312958" y="1783016"/>
              <a:ext cx="2651760" cy="4095779"/>
              <a:chOff x="1312958" y="1783016"/>
              <a:chExt cx="2651760" cy="4095779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1312958" y="1783016"/>
                <a:ext cx="2651760" cy="4095779"/>
                <a:chOff x="0" y="0"/>
                <a:chExt cx="1438367" cy="2206879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0" y="0"/>
                  <a:ext cx="1438367" cy="220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367" h="2206878">
                      <a:moveTo>
                        <a:pt x="58651" y="0"/>
                      </a:moveTo>
                      <a:lnTo>
                        <a:pt x="1379716" y="0"/>
                      </a:lnTo>
                      <a:cubicBezTo>
                        <a:pt x="1395271" y="0"/>
                        <a:pt x="1410189" y="6179"/>
                        <a:pt x="1421188" y="17178"/>
                      </a:cubicBezTo>
                      <a:cubicBezTo>
                        <a:pt x="1432188" y="28178"/>
                        <a:pt x="1438367" y="43096"/>
                        <a:pt x="1438367" y="58651"/>
                      </a:cubicBezTo>
                      <a:lnTo>
                        <a:pt x="1438367" y="2148227"/>
                      </a:lnTo>
                      <a:cubicBezTo>
                        <a:pt x="1438367" y="2180620"/>
                        <a:pt x="1412108" y="2206878"/>
                        <a:pt x="1379716" y="2206878"/>
                      </a:cubicBezTo>
                      <a:lnTo>
                        <a:pt x="58651" y="2206878"/>
                      </a:lnTo>
                      <a:cubicBezTo>
                        <a:pt x="26259" y="2206878"/>
                        <a:pt x="0" y="2180620"/>
                        <a:pt x="0" y="2148227"/>
                      </a:cubicBezTo>
                      <a:lnTo>
                        <a:pt x="0" y="58651"/>
                      </a:lnTo>
                      <a:cubicBezTo>
                        <a:pt x="0" y="26259"/>
                        <a:pt x="26259" y="0"/>
                        <a:pt x="5865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47625" cap="rnd">
                  <a:solidFill>
                    <a:srgbClr val="AEEA00"/>
                  </a:solidFill>
                  <a:prstDash val="solid"/>
                  <a:round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0" y="-38100"/>
                  <a:ext cx="1438367" cy="2244979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marL="0" marR="0" lvl="0" indent="0" algn="ctr" defTabSz="609630" rtl="0" eaLnBrk="1" fontAlgn="auto" latinLnBrk="0" hangingPunct="1">
                    <a:lnSpc>
                      <a:spcPts val="1837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1504996" y="1972201"/>
                <a:ext cx="2250925" cy="2250925"/>
                <a:chOff x="0" y="0"/>
                <a:chExt cx="6350000" cy="635000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0" y="0"/>
                  <a:ext cx="6350000" cy="6351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0" h="6351270">
                      <a:moveTo>
                        <a:pt x="0" y="5955030"/>
                      </a:moveTo>
                      <a:lnTo>
                        <a:pt x="0" y="394970"/>
                      </a:lnTo>
                      <a:cubicBezTo>
                        <a:pt x="0" y="176530"/>
                        <a:pt x="176530" y="0"/>
                        <a:pt x="394970" y="0"/>
                      </a:cubicBezTo>
                      <a:lnTo>
                        <a:pt x="5956300" y="0"/>
                      </a:lnTo>
                      <a:cubicBezTo>
                        <a:pt x="6173470" y="0"/>
                        <a:pt x="6350000" y="176530"/>
                        <a:pt x="6350000" y="394970"/>
                      </a:cubicBezTo>
                      <a:lnTo>
                        <a:pt x="6350000" y="5956300"/>
                      </a:lnTo>
                      <a:cubicBezTo>
                        <a:pt x="6350000" y="6174740"/>
                        <a:pt x="6173470" y="6351270"/>
                        <a:pt x="5955030" y="6351270"/>
                      </a:cubicBezTo>
                      <a:lnTo>
                        <a:pt x="394970" y="6351270"/>
                      </a:lnTo>
                      <a:cubicBezTo>
                        <a:pt x="176530" y="6350000"/>
                        <a:pt x="0" y="6173470"/>
                        <a:pt x="0" y="5955030"/>
                      </a:cubicBezTo>
                      <a:close/>
                    </a:path>
                  </a:pathLst>
                </a:custGeom>
                <a:blipFill>
                  <a:blip r:embed="rId4"/>
                  <a:stretch>
                    <a:fillRect l="-9" r="-9"/>
                  </a:stretch>
                </a:blipFill>
              </p:spPr>
            </p:sp>
          </p:grpSp>
          <p:sp>
            <p:nvSpPr>
              <p:cNvPr id="37" name="Freeform 37"/>
              <p:cNvSpPr/>
              <p:nvPr/>
            </p:nvSpPr>
            <p:spPr>
              <a:xfrm>
                <a:off x="1701417" y="4137070"/>
                <a:ext cx="1909236" cy="408876"/>
              </a:xfrm>
              <a:custGeom>
                <a:avLst/>
                <a:gdLst/>
                <a:ahLst/>
                <a:cxnLst/>
                <a:rect l="l" t="t" r="r" b="b"/>
                <a:pathLst>
                  <a:path w="2222990" h="476068">
                    <a:moveTo>
                      <a:pt x="108459" y="0"/>
                    </a:moveTo>
                    <a:lnTo>
                      <a:pt x="2114531" y="0"/>
                    </a:lnTo>
                    <a:cubicBezTo>
                      <a:pt x="2143296" y="0"/>
                      <a:pt x="2170883" y="11427"/>
                      <a:pt x="2191223" y="31767"/>
                    </a:cubicBezTo>
                    <a:cubicBezTo>
                      <a:pt x="2211563" y="52107"/>
                      <a:pt x="2222990" y="79694"/>
                      <a:pt x="2222990" y="108459"/>
                    </a:cubicBezTo>
                    <a:lnTo>
                      <a:pt x="2222990" y="367609"/>
                    </a:lnTo>
                    <a:cubicBezTo>
                      <a:pt x="2222990" y="396374"/>
                      <a:pt x="2211563" y="423961"/>
                      <a:pt x="2191223" y="444301"/>
                    </a:cubicBezTo>
                    <a:cubicBezTo>
                      <a:pt x="2170883" y="464641"/>
                      <a:pt x="2143296" y="476068"/>
                      <a:pt x="2114531" y="476068"/>
                    </a:cubicBezTo>
                    <a:lnTo>
                      <a:pt x="108459" y="476068"/>
                    </a:lnTo>
                    <a:cubicBezTo>
                      <a:pt x="79694" y="476068"/>
                      <a:pt x="52107" y="464641"/>
                      <a:pt x="31767" y="444301"/>
                    </a:cubicBezTo>
                    <a:cubicBezTo>
                      <a:pt x="11427" y="423961"/>
                      <a:pt x="0" y="396374"/>
                      <a:pt x="0" y="367609"/>
                    </a:cubicBezTo>
                    <a:lnTo>
                      <a:pt x="0" y="108459"/>
                    </a:lnTo>
                    <a:cubicBezTo>
                      <a:pt x="0" y="79694"/>
                      <a:pt x="11427" y="52107"/>
                      <a:pt x="31767" y="31767"/>
                    </a:cubicBezTo>
                    <a:cubicBezTo>
                      <a:pt x="52107" y="11427"/>
                      <a:pt x="79694" y="0"/>
                      <a:pt x="108459" y="0"/>
                    </a:cubicBezTo>
                    <a:close/>
                  </a:path>
                </a:pathLst>
              </a:custGeom>
              <a:solidFill>
                <a:srgbClr val="106861"/>
              </a:solidFill>
              <a:ln cap="rnd">
                <a:solidFill>
                  <a:schemeClr val="bg1"/>
                </a:solidFill>
                <a:prstDash val="solid"/>
                <a:round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427646" y="4879024"/>
                <a:ext cx="2422383" cy="4924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609630" rtl="1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ur-PK" sz="3200" dirty="0">
                    <a:solidFill>
                      <a:srgbClr val="343432"/>
                    </a:solidFill>
                    <a:latin typeface="Jameel Noori Nastaleeq"/>
                    <a:ea typeface="Jameel Noori Nastaleeq"/>
                    <a:cs typeface="Jameel Noori Nastaleeq"/>
                    <a:sym typeface="Jameel Noori Nastaleeq"/>
                    <a:rtl/>
                  </a:rPr>
                  <a:t>آسان آیات کے معانی 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343432"/>
                  </a:solidFill>
                  <a:effectLst/>
                  <a:uLnTx/>
                  <a:uFillTx/>
                  <a:latin typeface="Jameel Noori Nastaleeq"/>
                  <a:ea typeface="Jameel Noori Nastaleeq"/>
                  <a:cs typeface="Jameel Noori Nastaleeq"/>
                  <a:sym typeface="Jameel Noori Nastaleeq"/>
                </a:endParaRPr>
              </a:p>
            </p:txBody>
          </p:sp>
          <p:sp>
            <p:nvSpPr>
              <p:cNvPr id="56" name="TextBox 47">
                <a:extLst>
                  <a:ext uri="{FF2B5EF4-FFF2-40B4-BE49-F238E27FC236}">
                    <a16:creationId xmlns:a16="http://schemas.microsoft.com/office/drawing/2014/main" id="{A9B2C5A3-7DF4-4133-85B4-309B8960460D}"/>
                  </a:ext>
                </a:extLst>
              </p:cNvPr>
              <p:cNvSpPr txBox="1"/>
              <p:nvPr/>
            </p:nvSpPr>
            <p:spPr>
              <a:xfrm>
                <a:off x="1784445" y="4089344"/>
                <a:ext cx="1423779" cy="423193"/>
              </a:xfrm>
              <a:prstGeom prst="rect">
                <a:avLst/>
              </a:prstGeom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r" defTabSz="609630" rtl="1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ur-PK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Open Sauce Bold"/>
                    <a:cs typeface="Jameel Noori Nastaleeq" panose="02000503000000020004" pitchFamily="2" charset="-78"/>
                    <a:sym typeface="Open Sauce Bold"/>
                    <a:rtl/>
                  </a:rPr>
                  <a:t>لفظی و با محاورہ ترجمہ </a:t>
                </a:r>
                <a:endParaRPr kumimoji="0" lang="ar-EG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Open Sauce Bold"/>
                  <a:cs typeface="Jameel Noori Nastaleeq" panose="02000503000000020004" pitchFamily="2" charset="-78"/>
                  <a:sym typeface="Open Sauce Bold"/>
                  <a:rtl/>
                </a:endParaRPr>
              </a:p>
            </p:txBody>
          </p:sp>
        </p:grpSp>
      </p:grpSp>
      <p:sp>
        <p:nvSpPr>
          <p:cNvPr id="58" name="TextBox 47">
            <a:extLst>
              <a:ext uri="{FF2B5EF4-FFF2-40B4-BE49-F238E27FC236}">
                <a16:creationId xmlns:a16="http://schemas.microsoft.com/office/drawing/2014/main" id="{EB38366B-0C51-46D5-B771-BCA77880FF96}"/>
              </a:ext>
            </a:extLst>
          </p:cNvPr>
          <p:cNvSpPr txBox="1"/>
          <p:nvPr/>
        </p:nvSpPr>
        <p:spPr>
          <a:xfrm>
            <a:off x="1515649" y="565878"/>
            <a:ext cx="2110693" cy="755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1" eaLnBrk="1" fontAlgn="auto" latinLnBrk="0" hangingPunct="1">
              <a:lnSpc>
                <a:spcPts val="571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ameel Noori Nastaleeq" panose="02000503000000020004" pitchFamily="2" charset="-78"/>
                <a:ea typeface="Open Sauce Bold"/>
                <a:cs typeface="Jameel Noori Nastaleeq" panose="02000503000000020004" pitchFamily="2" charset="-78"/>
                <a:sym typeface="Open Sauce Bold"/>
                <a:rtl/>
              </a:rPr>
              <a:t>لیکچر نمبر1 </a:t>
            </a:r>
            <a:endParaRPr kumimoji="0" lang="ar-EG" sz="4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ameel Noori Nastaleeq" panose="02000503000000020004" pitchFamily="2" charset="-78"/>
              <a:ea typeface="Open Sauce Bold"/>
              <a:cs typeface="Jameel Noori Nastaleeq" panose="02000503000000020004" pitchFamily="2" charset="-78"/>
              <a:sym typeface="Open Sauce Bold"/>
              <a:rtl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C961EF-E851-42DA-BE48-26B653B0247F}"/>
              </a:ext>
            </a:extLst>
          </p:cNvPr>
          <p:cNvGrpSpPr/>
          <p:nvPr/>
        </p:nvGrpSpPr>
        <p:grpSpPr>
          <a:xfrm>
            <a:off x="4923788" y="1783013"/>
            <a:ext cx="2651760" cy="4395077"/>
            <a:chOff x="4895314" y="1783013"/>
            <a:chExt cx="2651760" cy="4395077"/>
          </a:xfrm>
        </p:grpSpPr>
        <p:sp>
          <p:nvSpPr>
            <p:cNvPr id="10" name="Freeform 10"/>
            <p:cNvSpPr/>
            <p:nvPr/>
          </p:nvSpPr>
          <p:spPr>
            <a:xfrm>
              <a:off x="5046642" y="5878793"/>
              <a:ext cx="2379844" cy="299297"/>
            </a:xfrm>
            <a:custGeom>
              <a:avLst/>
              <a:gdLst/>
              <a:ahLst/>
              <a:cxnLst/>
              <a:rect l="l" t="t" r="r" b="b"/>
              <a:pathLst>
                <a:path w="3638011" h="458785">
                  <a:moveTo>
                    <a:pt x="0" y="0"/>
                  </a:moveTo>
                  <a:lnTo>
                    <a:pt x="3638011" y="0"/>
                  </a:lnTo>
                  <a:lnTo>
                    <a:pt x="3638011" y="458785"/>
                  </a:lnTo>
                  <a:lnTo>
                    <a:pt x="0" y="45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t="-56610"/>
              </a:stretch>
            </a:blipFill>
          </p:spPr>
        </p:sp>
        <p:grpSp>
          <p:nvGrpSpPr>
            <p:cNvPr id="23" name="Group 23"/>
            <p:cNvGrpSpPr/>
            <p:nvPr/>
          </p:nvGrpSpPr>
          <p:grpSpPr>
            <a:xfrm>
              <a:off x="4895314" y="1783013"/>
              <a:ext cx="2651760" cy="4095777"/>
              <a:chOff x="0" y="0"/>
              <a:chExt cx="1438367" cy="220687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38367" cy="2206878"/>
              </a:xfrm>
              <a:custGeom>
                <a:avLst/>
                <a:gdLst/>
                <a:ahLst/>
                <a:cxnLst/>
                <a:rect l="l" t="t" r="r" b="b"/>
                <a:pathLst>
                  <a:path w="1438367" h="2206878">
                    <a:moveTo>
                      <a:pt x="58651" y="0"/>
                    </a:moveTo>
                    <a:lnTo>
                      <a:pt x="1379716" y="0"/>
                    </a:lnTo>
                    <a:cubicBezTo>
                      <a:pt x="1395271" y="0"/>
                      <a:pt x="1410189" y="6179"/>
                      <a:pt x="1421188" y="17178"/>
                    </a:cubicBezTo>
                    <a:cubicBezTo>
                      <a:pt x="1432188" y="28178"/>
                      <a:pt x="1438367" y="43096"/>
                      <a:pt x="1438367" y="58651"/>
                    </a:cubicBezTo>
                    <a:lnTo>
                      <a:pt x="1438367" y="2148227"/>
                    </a:lnTo>
                    <a:cubicBezTo>
                      <a:pt x="1438367" y="2180620"/>
                      <a:pt x="1412108" y="2206878"/>
                      <a:pt x="1379716" y="2206878"/>
                    </a:cubicBezTo>
                    <a:lnTo>
                      <a:pt x="58651" y="2206878"/>
                    </a:lnTo>
                    <a:cubicBezTo>
                      <a:pt x="26259" y="2206878"/>
                      <a:pt x="0" y="2180620"/>
                      <a:pt x="0" y="2148227"/>
                    </a:cubicBezTo>
                    <a:lnTo>
                      <a:pt x="0" y="58651"/>
                    </a:lnTo>
                    <a:cubicBezTo>
                      <a:pt x="0" y="26259"/>
                      <a:pt x="26259" y="0"/>
                      <a:pt x="586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EEA00"/>
                </a:solidFill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438367" cy="2244979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marL="0" marR="0" lvl="0" indent="0" algn="ctr" defTabSz="609630" rtl="0" eaLnBrk="1" fontAlgn="auto" latinLnBrk="0" hangingPunct="1">
                  <a:lnSpc>
                    <a:spcPts val="1837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087353" y="1972199"/>
              <a:ext cx="2257108" cy="2250924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127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1270">
                    <a:moveTo>
                      <a:pt x="0" y="5955030"/>
                    </a:moveTo>
                    <a:lnTo>
                      <a:pt x="0" y="394970"/>
                    </a:lnTo>
                    <a:cubicBezTo>
                      <a:pt x="0" y="176530"/>
                      <a:pt x="176530" y="0"/>
                      <a:pt x="394970" y="0"/>
                    </a:cubicBezTo>
                    <a:lnTo>
                      <a:pt x="5956300" y="0"/>
                    </a:lnTo>
                    <a:cubicBezTo>
                      <a:pt x="6173470" y="0"/>
                      <a:pt x="6350000" y="176530"/>
                      <a:pt x="6350000" y="394970"/>
                    </a:cubicBezTo>
                    <a:lnTo>
                      <a:pt x="6350000" y="5956300"/>
                    </a:lnTo>
                    <a:cubicBezTo>
                      <a:pt x="6350000" y="6174740"/>
                      <a:pt x="6173470" y="6351270"/>
                      <a:pt x="5955030" y="6351270"/>
                    </a:cubicBezTo>
                    <a:lnTo>
                      <a:pt x="394970" y="6351270"/>
                    </a:lnTo>
                    <a:cubicBezTo>
                      <a:pt x="176530" y="6350000"/>
                      <a:pt x="0" y="6173470"/>
                      <a:pt x="0" y="595503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8906" r="-38906"/>
                </a:stretch>
              </a:blipFill>
            </p:spPr>
          </p:sp>
        </p:grpSp>
        <p:sp>
          <p:nvSpPr>
            <p:cNvPr id="29" name="Freeform 29"/>
            <p:cNvSpPr/>
            <p:nvPr/>
          </p:nvSpPr>
          <p:spPr>
            <a:xfrm>
              <a:off x="5283772" y="4137066"/>
              <a:ext cx="1914478" cy="408875"/>
            </a:xfrm>
            <a:custGeom>
              <a:avLst/>
              <a:gdLst/>
              <a:ahLst/>
              <a:cxnLst/>
              <a:rect l="l" t="t" r="r" b="b"/>
              <a:pathLst>
                <a:path w="2222990" h="476068">
                  <a:moveTo>
                    <a:pt x="108459" y="0"/>
                  </a:moveTo>
                  <a:lnTo>
                    <a:pt x="2114531" y="0"/>
                  </a:lnTo>
                  <a:cubicBezTo>
                    <a:pt x="2143296" y="0"/>
                    <a:pt x="2170883" y="11427"/>
                    <a:pt x="2191223" y="31767"/>
                  </a:cubicBezTo>
                  <a:cubicBezTo>
                    <a:pt x="2211563" y="52107"/>
                    <a:pt x="2222990" y="79694"/>
                    <a:pt x="2222990" y="108459"/>
                  </a:cubicBezTo>
                  <a:lnTo>
                    <a:pt x="2222990" y="367609"/>
                  </a:lnTo>
                  <a:cubicBezTo>
                    <a:pt x="2222990" y="396374"/>
                    <a:pt x="2211563" y="423961"/>
                    <a:pt x="2191223" y="444301"/>
                  </a:cubicBezTo>
                  <a:cubicBezTo>
                    <a:pt x="2170883" y="464641"/>
                    <a:pt x="2143296" y="476068"/>
                    <a:pt x="2114531" y="476068"/>
                  </a:cubicBezTo>
                  <a:lnTo>
                    <a:pt x="108459" y="476068"/>
                  </a:lnTo>
                  <a:cubicBezTo>
                    <a:pt x="79694" y="476068"/>
                    <a:pt x="52107" y="464641"/>
                    <a:pt x="31767" y="444301"/>
                  </a:cubicBezTo>
                  <a:cubicBezTo>
                    <a:pt x="11427" y="423961"/>
                    <a:pt x="0" y="396374"/>
                    <a:pt x="0" y="367609"/>
                  </a:cubicBezTo>
                  <a:lnTo>
                    <a:pt x="0" y="108459"/>
                  </a:lnTo>
                  <a:cubicBezTo>
                    <a:pt x="0" y="79694"/>
                    <a:pt x="11427" y="52107"/>
                    <a:pt x="31767" y="31767"/>
                  </a:cubicBezTo>
                  <a:cubicBezTo>
                    <a:pt x="52107" y="11427"/>
                    <a:pt x="79694" y="0"/>
                    <a:pt x="108459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solidFill>
                <a:schemeClr val="bg1"/>
              </a:solidFill>
              <a:prstDash val="solid"/>
              <a:round/>
            </a:ln>
          </p:spPr>
        </p:sp>
        <p:sp>
          <p:nvSpPr>
            <p:cNvPr id="53" name="TextBox 47">
              <a:extLst>
                <a:ext uri="{FF2B5EF4-FFF2-40B4-BE49-F238E27FC236}">
                  <a16:creationId xmlns:a16="http://schemas.microsoft.com/office/drawing/2014/main" id="{56F91E55-97C8-4573-92E8-DA136D978CF8}"/>
                </a:ext>
              </a:extLst>
            </p:cNvPr>
            <p:cNvSpPr txBox="1"/>
            <p:nvPr/>
          </p:nvSpPr>
          <p:spPr>
            <a:xfrm>
              <a:off x="5493979" y="4069400"/>
              <a:ext cx="1427689" cy="423193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609630" rtl="1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ur-PK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Open Sauce Bold"/>
                  <a:cs typeface="Jameel Noori Nastaleeq" panose="02000503000000020004" pitchFamily="2" charset="-78"/>
                  <a:sym typeface="Open Sauce Bold"/>
                  <a:rtl/>
                </a:rPr>
                <a:t>قواعدِ ترجمہ </a:t>
              </a:r>
              <a:endParaRPr kumimoji="0" lang="ar-EG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Open Sauce Bold"/>
                <a:cs typeface="Jameel Noori Nastaleeq" panose="02000503000000020004" pitchFamily="2" charset="-78"/>
                <a:sym typeface="Open Sauce Bold"/>
                <a:rtl/>
              </a:endParaRPr>
            </a:p>
          </p:txBody>
        </p:sp>
        <p:sp>
          <p:nvSpPr>
            <p:cNvPr id="44" name="TextBox 48">
              <a:extLst>
                <a:ext uri="{FF2B5EF4-FFF2-40B4-BE49-F238E27FC236}">
                  <a16:creationId xmlns:a16="http://schemas.microsoft.com/office/drawing/2014/main" id="{5A4A49A2-71DD-4CD9-BA4F-945005CCEC43}"/>
                </a:ext>
              </a:extLst>
            </p:cNvPr>
            <p:cNvSpPr txBox="1"/>
            <p:nvPr/>
          </p:nvSpPr>
          <p:spPr>
            <a:xfrm>
              <a:off x="5043727" y="4666574"/>
              <a:ext cx="2322614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609630" rtl="1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ur-PK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343432"/>
                  </a:solidFill>
                  <a:effectLst/>
                  <a:uLnTx/>
                  <a:uFillTx/>
                  <a:latin typeface="Jameel Noori Nastaleeq"/>
                  <a:ea typeface="Jameel Noori Nastaleeq"/>
                  <a:cs typeface="Jameel Noori Nastaleeq"/>
                  <a:sym typeface="Jameel Noori Nastaleeq"/>
                  <a:rtl/>
                </a:rPr>
                <a:t>پارہ  اول کے اردواسماء </a:t>
              </a:r>
            </a:p>
            <a:p>
              <a:pPr marL="0" marR="0" lvl="0" indent="0" algn="ctr" defTabSz="609630" rtl="1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ur-PK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343432"/>
                  </a:solidFill>
                  <a:effectLst/>
                  <a:uLnTx/>
                  <a:uFillTx/>
                  <a:latin typeface="Jameel Noori Nastaleeq"/>
                  <a:ea typeface="Jameel Noori Nastaleeq"/>
                  <a:cs typeface="Jameel Noori Nastaleeq"/>
                  <a:sym typeface="Jameel Noori Nastaleeq"/>
                  <a:rtl/>
                </a:rPr>
                <a:t>اور قواعدِ ترجمہ 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49843" y="10393"/>
            <a:ext cx="2057400" cy="6847608"/>
            <a:chOff x="0" y="0"/>
            <a:chExt cx="812800" cy="2976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9557075" y="5339804"/>
            <a:ext cx="2537714" cy="1388821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402" y="-10120"/>
            <a:ext cx="1585004" cy="6868120"/>
            <a:chOff x="0" y="0"/>
            <a:chExt cx="812800" cy="29761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2813" y="2688921"/>
            <a:ext cx="73491" cy="1879331"/>
            <a:chOff x="0" y="0"/>
            <a:chExt cx="26312" cy="6728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31549" y="20222"/>
            <a:ext cx="2505119" cy="1388821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833190" y="609599"/>
            <a:ext cx="3576407" cy="5643419"/>
            <a:chOff x="0" y="0"/>
            <a:chExt cx="1438367" cy="2339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38367" cy="2339625"/>
            </a:xfrm>
            <a:custGeom>
              <a:avLst/>
              <a:gdLst/>
              <a:ahLst/>
              <a:cxnLst/>
              <a:rect l="l" t="t" r="r" b="b"/>
              <a:pathLst>
                <a:path w="1438367" h="2339625">
                  <a:moveTo>
                    <a:pt x="44738" y="0"/>
                  </a:moveTo>
                  <a:lnTo>
                    <a:pt x="1393629" y="0"/>
                  </a:lnTo>
                  <a:cubicBezTo>
                    <a:pt x="1405495" y="0"/>
                    <a:pt x="1416874" y="4713"/>
                    <a:pt x="1425264" y="13103"/>
                  </a:cubicBezTo>
                  <a:cubicBezTo>
                    <a:pt x="1433654" y="21493"/>
                    <a:pt x="1438367" y="32872"/>
                    <a:pt x="1438367" y="44738"/>
                  </a:cubicBezTo>
                  <a:lnTo>
                    <a:pt x="1438367" y="2294887"/>
                  </a:lnTo>
                  <a:cubicBezTo>
                    <a:pt x="1438367" y="2319595"/>
                    <a:pt x="1418337" y="2339625"/>
                    <a:pt x="1393629" y="2339625"/>
                  </a:cubicBezTo>
                  <a:lnTo>
                    <a:pt x="44738" y="2339625"/>
                  </a:lnTo>
                  <a:cubicBezTo>
                    <a:pt x="20030" y="2339625"/>
                    <a:pt x="0" y="2319595"/>
                    <a:pt x="0" y="2294887"/>
                  </a:cubicBezTo>
                  <a:lnTo>
                    <a:pt x="0" y="44738"/>
                  </a:lnTo>
                  <a:cubicBezTo>
                    <a:pt x="0" y="20030"/>
                    <a:pt x="20030" y="0"/>
                    <a:pt x="4473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438367" cy="23777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83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944974" y="2387962"/>
            <a:ext cx="5216665" cy="199573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609630" rtl="1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1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فضیلتِ قرآن </a:t>
            </a:r>
            <a:endParaRPr kumimoji="0" lang="en-US" sz="1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ameel Noori Nastaleeq"/>
              <a:ea typeface="Jameel Noori Nastaleeq"/>
              <a:cs typeface="Jameel Noori Nastaleeq"/>
              <a:sym typeface="Jameel Noori Nastaleeq"/>
            </a:endParaRPr>
          </a:p>
        </p:txBody>
      </p:sp>
      <p:grpSp>
        <p:nvGrpSpPr>
          <p:cNvPr id="27" name="Group 21">
            <a:extLst>
              <a:ext uri="{FF2B5EF4-FFF2-40B4-BE49-F238E27FC236}">
                <a16:creationId xmlns:a16="http://schemas.microsoft.com/office/drawing/2014/main" id="{262D9AF1-003A-489D-9732-B70918804402}"/>
              </a:ext>
            </a:extLst>
          </p:cNvPr>
          <p:cNvGrpSpPr/>
          <p:nvPr/>
        </p:nvGrpSpPr>
        <p:grpSpPr>
          <a:xfrm>
            <a:off x="4742699" y="837311"/>
            <a:ext cx="2777356" cy="734620"/>
            <a:chOff x="-19677" y="-76200"/>
            <a:chExt cx="2413742" cy="638443"/>
          </a:xfrm>
        </p:grpSpPr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1BF81B1-928A-4999-828F-430D34FDCDB1}"/>
                </a:ext>
              </a:extLst>
            </p:cNvPr>
            <p:cNvSpPr/>
            <p:nvPr/>
          </p:nvSpPr>
          <p:spPr>
            <a:xfrm>
              <a:off x="0" y="0"/>
              <a:ext cx="2394065" cy="562243"/>
            </a:xfrm>
            <a:custGeom>
              <a:avLst/>
              <a:gdLst/>
              <a:ahLst/>
              <a:cxnLst/>
              <a:rect l="l" t="t" r="r" b="b"/>
              <a:pathLst>
                <a:path w="2394065" h="562243">
                  <a:moveTo>
                    <a:pt x="76818" y="0"/>
                  </a:moveTo>
                  <a:lnTo>
                    <a:pt x="2317247" y="0"/>
                  </a:lnTo>
                  <a:cubicBezTo>
                    <a:pt x="2359673" y="0"/>
                    <a:pt x="2394065" y="34393"/>
                    <a:pt x="2394065" y="76818"/>
                  </a:cubicBezTo>
                  <a:lnTo>
                    <a:pt x="2394065" y="485424"/>
                  </a:lnTo>
                  <a:cubicBezTo>
                    <a:pt x="2394065" y="527850"/>
                    <a:pt x="2359673" y="562243"/>
                    <a:pt x="2317247" y="562243"/>
                  </a:cubicBezTo>
                  <a:lnTo>
                    <a:pt x="76818" y="562243"/>
                  </a:lnTo>
                  <a:cubicBezTo>
                    <a:pt x="56445" y="562243"/>
                    <a:pt x="36906" y="554149"/>
                    <a:pt x="22500" y="539743"/>
                  </a:cubicBezTo>
                  <a:cubicBezTo>
                    <a:pt x="8093" y="525337"/>
                    <a:pt x="0" y="505798"/>
                    <a:pt x="0" y="485424"/>
                  </a:cubicBezTo>
                  <a:lnTo>
                    <a:pt x="0" y="76818"/>
                  </a:lnTo>
                  <a:cubicBezTo>
                    <a:pt x="0" y="34393"/>
                    <a:pt x="34393" y="0"/>
                    <a:pt x="76818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id="29" name="TextBox 23">
              <a:extLst>
                <a:ext uri="{FF2B5EF4-FFF2-40B4-BE49-F238E27FC236}">
                  <a16:creationId xmlns:a16="http://schemas.microsoft.com/office/drawing/2014/main" id="{56652EE9-9DB3-4A1A-83F5-6359F02458A4}"/>
                </a:ext>
              </a:extLst>
            </p:cNvPr>
            <p:cNvSpPr txBox="1"/>
            <p:nvPr/>
          </p:nvSpPr>
          <p:spPr>
            <a:xfrm>
              <a:off x="-19677" y="-76200"/>
              <a:ext cx="2394065" cy="63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609630" rtl="1" eaLnBrk="1" fontAlgn="auto" latinLnBrk="0" hangingPunct="1">
                <a:lnSpc>
                  <a:spcPts val="3772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sz="2733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uce"/>
                  <a:cs typeface="Alvi Nastaleeq" panose="02000503000000020004" pitchFamily="2" charset="-78"/>
                  <a:sym typeface="Open Sauce"/>
                  <a:rtl/>
                </a:rPr>
                <a:t>حدیث رسول ﷺ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D173F5C9-35C8-4601-A627-279C05D0F4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327" y="683895"/>
            <a:ext cx="3455548" cy="5495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38ED1A8-B8CE-4153-93A2-E1CECDEFDCB7}"/>
              </a:ext>
            </a:extLst>
          </p:cNvPr>
          <p:cNvSpPr txBox="1"/>
          <p:nvPr/>
        </p:nvSpPr>
        <p:spPr>
          <a:xfrm>
            <a:off x="7922726" y="761762"/>
            <a:ext cx="3967424" cy="1015663"/>
          </a:xfrm>
          <a:prstGeom prst="rect">
            <a:avLst/>
          </a:prstGeom>
          <a:noFill/>
        </p:spPr>
        <p:txBody>
          <a:bodyPr wrap="square" rtlCol="0" anchor="b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1088418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6000" b="1" i="0" u="none" strike="noStrike" kern="1200" cap="none" spc="0" normalizeH="0" baseline="0" noProof="0" dirty="0">
                <a:ln/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حدیث رسول </a:t>
            </a:r>
            <a:r>
              <a:rPr kumimoji="0" lang="ur-PK" sz="6000" b="1" i="0" u="none" strike="noStrike" kern="1200" cap="none" spc="0" normalizeH="0" baseline="0" noProof="0" dirty="0">
                <a:ln/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lvi Nastaleeq" panose="02000503000000020004" pitchFamily="2" charset="-78"/>
                <a:cs typeface="Alvi Nastaleeq" panose="02000503000000020004" pitchFamily="2" charset="-78"/>
              </a:rPr>
              <a:t>ﷺ</a:t>
            </a:r>
            <a:endParaRPr kumimoji="0" lang="en-US" sz="6000" b="1" i="0" u="none" strike="noStrike" kern="1200" cap="none" spc="0" normalizeH="0" baseline="0" noProof="0" dirty="0">
              <a:ln/>
              <a:solidFill>
                <a:srgbClr val="FFC000">
                  <a:lumMod val="60000"/>
                  <a:lumOff val="40000"/>
                </a:srgbClr>
              </a:solidFill>
              <a:effectLst/>
              <a:uLnTx/>
              <a:uFillTx/>
              <a:latin typeface="Alvi Nastaleeq" panose="02000503000000020004" pitchFamily="2" charset="-78"/>
              <a:cs typeface="Alvi Nastaleeq" panose="02000503000000020004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C4D23-7B55-4B5B-83D2-F6CD6B8A693F}"/>
              </a:ext>
            </a:extLst>
          </p:cNvPr>
          <p:cNvSpPr/>
          <p:nvPr/>
        </p:nvSpPr>
        <p:spPr>
          <a:xfrm>
            <a:off x="147783" y="4106851"/>
            <a:ext cx="11511458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Jameel Noori Nastaleeq" panose="02000503000000020004" pitchFamily="2" charset="-78"/>
                <a:ea typeface="Calibri" panose="020F0502020204030204" pitchFamily="34" charset="0"/>
                <a:cs typeface="Jameel Noori Nastaleeq" panose="02000503000000020004" pitchFamily="2" charset="-78"/>
              </a:rPr>
              <a:t> </a:t>
            </a:r>
            <a:r>
              <a:rPr lang="ur-PK" sz="4000" dirty="0">
                <a:solidFill>
                  <a:schemeClr val="bg1"/>
                </a:solidFill>
                <a:latin typeface="Jameel Noori Nastaleeq" panose="02000503000000020004" pitchFamily="2" charset="-78"/>
                <a:ea typeface="Calibri" panose="020F0502020204030204" pitchFamily="34" charset="0"/>
                <a:cs typeface="Jameel Noori Nastaleeq" panose="02000503000000020004" pitchFamily="2" charset="-78"/>
              </a:rPr>
              <a:t>”حضرت عثمان (بن عفان) رضی اللہ عنہ سے روایت ہے کہ حضور نبی اکرم </a:t>
            </a:r>
            <a:r>
              <a:rPr lang="ur-PK" sz="4000" dirty="0">
                <a:solidFill>
                  <a:schemeClr val="bg1"/>
                </a:solidFill>
                <a:latin typeface="Alvi Nastaleeq" panose="02000503000000020004" pitchFamily="2" charset="-78"/>
                <a:ea typeface="Calibri" panose="020F0502020204030204" pitchFamily="34" charset="0"/>
                <a:cs typeface="Alvi Nastaleeq" panose="02000503000000020004" pitchFamily="2" charset="-78"/>
              </a:rPr>
              <a:t>ﷺ</a:t>
            </a:r>
            <a:r>
              <a:rPr lang="ur-PK" sz="4000" dirty="0">
                <a:solidFill>
                  <a:schemeClr val="bg1"/>
                </a:solidFill>
                <a:latin typeface="Jameel Noori Nastaleeq" panose="02000503000000020004" pitchFamily="2" charset="-78"/>
                <a:ea typeface="Calibri" panose="020F0502020204030204" pitchFamily="34" charset="0"/>
                <a:cs typeface="Jameel Noori Nastaleeq" panose="02000503000000020004" pitchFamily="2" charset="-78"/>
              </a:rPr>
              <a:t> نے فرمایا: تم میں سے بہتر وہ شخص ہے جو قرآن (پڑھنا اور اس کے رموز و اَسرار اور مسائل) سیکھے اور سکھائے۔</a:t>
            </a:r>
            <a:endParaRPr lang="en-US" sz="4000" dirty="0">
              <a:solidFill>
                <a:schemeClr val="bg1"/>
              </a:solidFill>
              <a:latin typeface="Jameel Noori Nastaleeq" panose="02000503000000020004" pitchFamily="2" charset="-78"/>
              <a:cs typeface="Jameel Noori Nastaleeq" panose="02000503000000020004" pitchFamily="2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D9E3C-7668-4130-B6BB-6C5102D7DA72}"/>
              </a:ext>
            </a:extLst>
          </p:cNvPr>
          <p:cNvSpPr/>
          <p:nvPr/>
        </p:nvSpPr>
        <p:spPr>
          <a:xfrm>
            <a:off x="665018" y="1625402"/>
            <a:ext cx="9488375" cy="2481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4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ur-PK" sz="4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عَنْ عُثْمَانَ </a:t>
            </a:r>
            <a:r>
              <a:rPr lang="ur-PK" sz="4400" b="1" dirty="0">
                <a:solidFill>
                  <a:srgbClr val="FFFF00"/>
                </a:solidFill>
                <a:latin typeface="ZakariyaSet" panose="02000600020000020004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>
                <a:solidFill>
                  <a:srgbClr val="FFFF00"/>
                </a:solidFill>
                <a:latin typeface="ZakariyaSet" panose="02000600020000020004" pitchFamily="50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ur-PK" sz="4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، عَنِ النَّبِیِّ </a:t>
            </a:r>
            <a:r>
              <a:rPr lang="ur-PK" sz="4400" b="1" dirty="0">
                <a:ln/>
                <a:solidFill>
                  <a:srgbClr val="FFFF00"/>
                </a:solidFill>
                <a:latin typeface="Alvi Nastaleeq" panose="02000503000000020004" pitchFamily="2" charset="-78"/>
                <a:cs typeface="Alvi Nastaleeq" panose="02000503000000020004" pitchFamily="2" charset="-78"/>
              </a:rPr>
              <a:t>ﷺ</a:t>
            </a:r>
            <a:r>
              <a:rPr lang="ur-PK" sz="4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، قَالَ:</a:t>
            </a:r>
            <a:r>
              <a:rPr lang="ur-PK" sz="5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r" rtl="1">
              <a:lnSpc>
                <a:spcPct val="150000"/>
              </a:lnSpc>
            </a:pPr>
            <a:r>
              <a:rPr lang="ur-PK" sz="5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خَيْرُکُم مَنْ تَعَلَّمَ الْقُرْآنَ وَعَلَّمَهُ.</a:t>
            </a:r>
            <a:r>
              <a:rPr lang="en-US" sz="5400" dirty="0">
                <a:solidFill>
                  <a:srgbClr val="FFFF00"/>
                </a:solidFill>
                <a:latin typeface="Al_Mushaf" panose="02000000000000000000" pitchFamily="2" charset="-78"/>
                <a:ea typeface="Calibri" panose="020F0502020204030204" pitchFamily="34" charset="0"/>
              </a:rPr>
              <a:t>..</a:t>
            </a:r>
            <a:endParaRPr lang="en-US" sz="5400" dirty="0">
              <a:solidFill>
                <a:srgbClr val="FFFF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92513D-7217-4B10-8136-C12DFDAD31F5}"/>
              </a:ext>
            </a:extLst>
          </p:cNvPr>
          <p:cNvSpPr/>
          <p:nvPr/>
        </p:nvSpPr>
        <p:spPr>
          <a:xfrm>
            <a:off x="1043709" y="3241673"/>
            <a:ext cx="2034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ur-PK" sz="3200" dirty="0">
                <a:solidFill>
                  <a:schemeClr val="bg1"/>
                </a:solidFill>
                <a:latin typeface="Jameel Noori Nastaleeq" panose="02000503000000020004" pitchFamily="2" charset="-78"/>
                <a:ea typeface="Calibri" panose="020F0502020204030204" pitchFamily="34" charset="0"/>
                <a:cs typeface="Jameel Noori Nastaleeq" panose="02000503000000020004" pitchFamily="2" charset="-78"/>
              </a:rPr>
              <a:t>بخاری                                    ( 5027 )  </a:t>
            </a:r>
            <a:endParaRPr lang="en-US" sz="3200" dirty="0">
              <a:solidFill>
                <a:schemeClr val="bg1"/>
              </a:solidFill>
              <a:latin typeface="Jameel Noori Nastaleeq" panose="02000503000000020004" pitchFamily="2" charset="-78"/>
              <a:cs typeface="Jameel Noori Nastaleeq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1165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98613" y="38101"/>
            <a:ext cx="1849839" cy="6819900"/>
            <a:chOff x="0" y="0"/>
            <a:chExt cx="730801" cy="2976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0801" cy="2976105"/>
            </a:xfrm>
            <a:custGeom>
              <a:avLst/>
              <a:gdLst/>
              <a:ahLst/>
              <a:cxnLst/>
              <a:rect l="l" t="t" r="r" b="b"/>
              <a:pathLst>
                <a:path w="730801" h="2976105">
                  <a:moveTo>
                    <a:pt x="0" y="0"/>
                  </a:moveTo>
                  <a:lnTo>
                    <a:pt x="730801" y="0"/>
                  </a:lnTo>
                  <a:lnTo>
                    <a:pt x="730801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30801" cy="29951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9466941" y="5239059"/>
            <a:ext cx="2537714" cy="1388821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-10120"/>
            <a:ext cx="1849839" cy="6868120"/>
            <a:chOff x="0" y="0"/>
            <a:chExt cx="812800" cy="29761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2813" y="2688921"/>
            <a:ext cx="73491" cy="1879331"/>
            <a:chOff x="0" y="0"/>
            <a:chExt cx="26312" cy="6728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85301" y="39390"/>
            <a:ext cx="2537714" cy="1388821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098917" y="4862034"/>
            <a:ext cx="3044952" cy="102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1" eaLnBrk="1" fontAlgn="auto" latinLnBrk="0" hangingPunct="1">
              <a:lnSpc>
                <a:spcPts val="40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2797" b="0" i="0" u="none" strike="noStrike" kern="1200" cap="none" spc="0" normalizeH="0" baseline="0" noProof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سورہ بقرہ </a:t>
            </a:r>
          </a:p>
          <a:p>
            <a:pPr marL="0" marR="0" lvl="0" indent="0" algn="ctr" defTabSz="609630" rtl="1" eaLnBrk="1" fontAlgn="auto" latinLnBrk="0" hangingPunct="1">
              <a:lnSpc>
                <a:spcPts val="40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2797" b="0" i="0" u="none" strike="noStrike" kern="1200" cap="none" spc="0" normalizeH="0" baseline="0" noProof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آیت </a:t>
            </a:r>
            <a:r>
              <a:rPr kumimoji="0" lang="en-US" sz="2797" b="0" i="0" u="none" strike="noStrike" kern="1200" cap="none" spc="0" normalizeH="0" baseline="0" noProof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</a:rPr>
              <a:t>5</a:t>
            </a:r>
            <a:r>
              <a:rPr kumimoji="0" lang="ar-EG" sz="2797" b="0" i="0" u="none" strike="noStrike" kern="1200" cap="none" spc="0" normalizeH="0" baseline="0" noProof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 تا </a:t>
            </a:r>
            <a:r>
              <a:rPr kumimoji="0" lang="en-US" sz="2797" b="0" i="0" u="none" strike="noStrike" kern="1200" cap="none" spc="0" normalizeH="0" baseline="0" noProof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</a:rPr>
              <a:t>10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776288" y="939800"/>
            <a:ext cx="3660207" cy="4978400"/>
            <a:chOff x="0" y="0"/>
            <a:chExt cx="1438367" cy="22068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38367" cy="2206878"/>
            </a:xfrm>
            <a:custGeom>
              <a:avLst/>
              <a:gdLst/>
              <a:ahLst/>
              <a:cxnLst/>
              <a:rect l="l" t="t" r="r" b="b"/>
              <a:pathLst>
                <a:path w="1438367" h="2206878">
                  <a:moveTo>
                    <a:pt x="57814" y="0"/>
                  </a:moveTo>
                  <a:lnTo>
                    <a:pt x="1380553" y="0"/>
                  </a:lnTo>
                  <a:cubicBezTo>
                    <a:pt x="1395886" y="0"/>
                    <a:pt x="1410591" y="6091"/>
                    <a:pt x="1421433" y="16933"/>
                  </a:cubicBezTo>
                  <a:cubicBezTo>
                    <a:pt x="1432276" y="27776"/>
                    <a:pt x="1438367" y="42481"/>
                    <a:pt x="1438367" y="57814"/>
                  </a:cubicBezTo>
                  <a:lnTo>
                    <a:pt x="1438367" y="2149064"/>
                  </a:lnTo>
                  <a:cubicBezTo>
                    <a:pt x="1438367" y="2180994"/>
                    <a:pt x="1412483" y="2206878"/>
                    <a:pt x="1380553" y="2206878"/>
                  </a:cubicBezTo>
                  <a:lnTo>
                    <a:pt x="57814" y="2206878"/>
                  </a:lnTo>
                  <a:cubicBezTo>
                    <a:pt x="25884" y="2206878"/>
                    <a:pt x="0" y="2180994"/>
                    <a:pt x="0" y="2149064"/>
                  </a:cubicBezTo>
                  <a:lnTo>
                    <a:pt x="0" y="57814"/>
                  </a:lnTo>
                  <a:cubicBezTo>
                    <a:pt x="0" y="25884"/>
                    <a:pt x="25884" y="0"/>
                    <a:pt x="5781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38367" cy="224497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83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64398" y="1082962"/>
            <a:ext cx="3483986" cy="4687455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38906" r="-3890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3568800" y="1038148"/>
            <a:ext cx="2617804" cy="662832"/>
            <a:chOff x="-1" y="-86796"/>
            <a:chExt cx="2222991" cy="562864"/>
          </a:xfrm>
        </p:grpSpPr>
        <p:sp>
          <p:nvSpPr>
            <p:cNvPr id="23" name="Freeform 23"/>
            <p:cNvSpPr/>
            <p:nvPr/>
          </p:nvSpPr>
          <p:spPr>
            <a:xfrm>
              <a:off x="-1" y="-86796"/>
              <a:ext cx="2222990" cy="476068"/>
            </a:xfrm>
            <a:custGeom>
              <a:avLst/>
              <a:gdLst/>
              <a:ahLst/>
              <a:cxnLst/>
              <a:rect l="l" t="t" r="r" b="b"/>
              <a:pathLst>
                <a:path w="2222990" h="476068">
                  <a:moveTo>
                    <a:pt x="80836" y="0"/>
                  </a:moveTo>
                  <a:lnTo>
                    <a:pt x="2142154" y="0"/>
                  </a:lnTo>
                  <a:cubicBezTo>
                    <a:pt x="2163593" y="0"/>
                    <a:pt x="2184154" y="8517"/>
                    <a:pt x="2199314" y="23676"/>
                  </a:cubicBezTo>
                  <a:cubicBezTo>
                    <a:pt x="2214474" y="38836"/>
                    <a:pt x="2222990" y="59397"/>
                    <a:pt x="2222990" y="80836"/>
                  </a:cubicBezTo>
                  <a:lnTo>
                    <a:pt x="2222990" y="395232"/>
                  </a:lnTo>
                  <a:cubicBezTo>
                    <a:pt x="2222990" y="416671"/>
                    <a:pt x="2214474" y="437232"/>
                    <a:pt x="2199314" y="452392"/>
                  </a:cubicBezTo>
                  <a:cubicBezTo>
                    <a:pt x="2184154" y="467552"/>
                    <a:pt x="2163593" y="476068"/>
                    <a:pt x="2142154" y="476068"/>
                  </a:cubicBezTo>
                  <a:lnTo>
                    <a:pt x="80836" y="476068"/>
                  </a:lnTo>
                  <a:cubicBezTo>
                    <a:pt x="59397" y="476068"/>
                    <a:pt x="38836" y="467552"/>
                    <a:pt x="23676" y="452392"/>
                  </a:cubicBezTo>
                  <a:cubicBezTo>
                    <a:pt x="8517" y="437232"/>
                    <a:pt x="0" y="416671"/>
                    <a:pt x="0" y="395232"/>
                  </a:cubicBezTo>
                  <a:lnTo>
                    <a:pt x="0" y="80836"/>
                  </a:lnTo>
                  <a:cubicBezTo>
                    <a:pt x="0" y="59397"/>
                    <a:pt x="8517" y="38836"/>
                    <a:pt x="23676" y="23676"/>
                  </a:cubicBezTo>
                  <a:cubicBezTo>
                    <a:pt x="38836" y="8517"/>
                    <a:pt x="59397" y="0"/>
                    <a:pt x="80836" y="0"/>
                  </a:cubicBezTo>
                  <a:close/>
                </a:path>
              </a:pathLst>
            </a:custGeom>
            <a:solidFill>
              <a:srgbClr val="CEAD5C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2222990" cy="542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609630" rtl="1" eaLnBrk="1" fontAlgn="auto" latinLnBrk="0" hangingPunct="1">
                <a:lnSpc>
                  <a:spcPts val="266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ur-PK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vi Nastaleeq" panose="02000503000000020004" pitchFamily="2" charset="-78"/>
                  <a:ea typeface="Open Sauce Bold"/>
                  <a:cs typeface="Alvi Nastaleeq" panose="02000503000000020004" pitchFamily="2" charset="-78"/>
                  <a:sym typeface="Open Sauce Bold"/>
                  <a:rtl/>
                </a:rPr>
                <a:t>قواعدِ ترجمہ </a:t>
              </a:r>
              <a:endParaRPr kumimoji="0" lang="ar-EG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vi Nastaleeq" panose="02000503000000020004" pitchFamily="2" charset="-78"/>
                <a:ea typeface="Open Sauce Bold"/>
                <a:cs typeface="Alvi Nastaleeq" panose="02000503000000020004" pitchFamily="2" charset="-78"/>
                <a:sym typeface="Open Sauce Bold"/>
                <a:rtl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722128" y="1780285"/>
            <a:ext cx="4229129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marR="0" lvl="0" indent="-857250" algn="r" defTabSz="60963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r-PK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پارہ اول اردو اسماء</a:t>
            </a:r>
          </a:p>
          <a:p>
            <a:pPr marL="857250" marR="0" lvl="0" indent="-857250" algn="r" defTabSz="60963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r-PK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کثیر الاستعمال الفاظ </a:t>
            </a:r>
          </a:p>
          <a:p>
            <a:pPr marL="857250" marR="0" lvl="0" indent="-857250" algn="r" defTabSz="60963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r-PK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قواعدِ ترجمہ 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Jameel Noori Nastaleeq"/>
              <a:ea typeface="Jameel Noori Nastaleeq"/>
              <a:cs typeface="Jameel Noori Nastaleeq"/>
              <a:sym typeface="Jameel Noori Nastaleeq"/>
            </a:endParaRPr>
          </a:p>
        </p:txBody>
      </p:sp>
    </p:spTree>
    <p:extLst>
      <p:ext uri="{BB962C8B-B14F-4D97-AF65-F5344CB8AC3E}">
        <p14:creationId xmlns:p14="http://schemas.microsoft.com/office/powerpoint/2010/main" val="309434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03481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148441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47833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14493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اللہ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مرض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سورت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کثیر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علم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تجارت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شہدا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بعد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غیب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مالک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مثال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قبل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ملائکہ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مسلمان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غیب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نور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نہریں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خلیفہ/ نائب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حضرت اسحق  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عذاب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فرش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مثال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حکمت والا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8919" marR="389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اعمال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25899" marR="12589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963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03481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148441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47833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14493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آدم  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خوف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قلیل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عدل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جنت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آیات 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باطل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فرعون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سلویٰ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شجر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نعمت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زکوٰۃ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مو سیٰ 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قول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شیطان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پہلا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صبر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بہتر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رزق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بعض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کافر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کبیر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موت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احسن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25899" marR="12589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46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03481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148441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47833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14493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حق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صالح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غافل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والدین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عذاب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ذلت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قوت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کلام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یتیم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رسول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ادنی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طور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ایام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دنیا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روح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غضب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رحمت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احسان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جزا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حضرت مریمؑ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اجر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فضل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مساکین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یوم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عیسیؑ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25899" marR="12589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52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005859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446063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28730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33596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رب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خالص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رسول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فضل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حضرت اسماعیلؑ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کافر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حضرت 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جبرائیل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فتنہ/آزمائش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مشرکین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امام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ایمان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میکائیلؑ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ہاروت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اہل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مصلی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آخرت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اکثر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ماروت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لعنت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مقام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موت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کتاب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شہر بابل 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آیت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قواعد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03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03481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148441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47833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14493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ّٰ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ہ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مَرَض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سُوْرَۃ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لْفٰسِقِیْن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لْحَکِیْم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ت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ِ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جَارَت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شُھَدَآء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کَثِیْرا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عِلْم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مٰـلِک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مَثَل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قَبْل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بَعْد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غَیْب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لْغَیْب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نُوْر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 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لْاَنْہٰـر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لْمَلٰٓئِکَۃ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اِبْلِیْس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عَذَاب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فِرَاشا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مَثَـلًا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خَلِیْفَۃ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اِسْحٰقَ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25899" marR="12589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59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03481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148441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47833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14493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آدَم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خَوْف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قَلِیْلا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لْمَن</a:t>
                      </a: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لسَّلْوٰی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لْجَنَّۃ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اٰیٰت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لْبَاطِل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فِرْعَوْنَ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عَدْل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لشَّجَرَۃ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نِعْمَت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لزَّکٰوۃ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مُوْسٰٓی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قَوْلاً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لشَّیْطٰن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اَوَّل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لصَّبْر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خَیْرٌ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رِ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زْق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بَعْض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کَافِر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کَبِیْرَۃ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مَوْت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مُسْلِمُوْن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25899" marR="12589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31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03481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148441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47833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14493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لْحَق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صَالِح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غَافِل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لْوَالِدَیْن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لْعَذَاب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لذِّلَّۃ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قُوَّۃ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کَلَام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لْیَتٰمٰی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لرُّسُل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اَدْنٰی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لطُّوْر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اَیَّامًا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لدُّنْیَا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رُوْح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غَضَب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رَحْمَت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اِحْسَانًا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جَزَآء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مَرْیَم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اَجْر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فَضْل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لْمَسٰکِیْن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یَوْم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37297" marR="3729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عِیْسٰی</a:t>
                      </a:r>
                      <a:endParaRPr lang="en-US" sz="4800" b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125899" marR="12589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874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4610-C8AF-4752-8774-A50D5A5B5AED}"/>
              </a:ext>
            </a:extLst>
          </p:cNvPr>
          <p:cNvGraphicFramePr>
            <a:graphicFrameLocks noGrp="1"/>
          </p:cNvGraphicFramePr>
          <p:nvPr/>
        </p:nvGraphicFramePr>
        <p:xfrm>
          <a:off x="416468" y="357035"/>
          <a:ext cx="11389173" cy="606223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005859">
                  <a:extLst>
                    <a:ext uri="{9D8B030D-6E8A-4147-A177-3AD203B41FA5}">
                      <a16:colId xmlns:a16="http://schemas.microsoft.com/office/drawing/2014/main" val="3677574106"/>
                    </a:ext>
                  </a:extLst>
                </a:gridCol>
                <a:gridCol w="2446063">
                  <a:extLst>
                    <a:ext uri="{9D8B030D-6E8A-4147-A177-3AD203B41FA5}">
                      <a16:colId xmlns:a16="http://schemas.microsoft.com/office/drawing/2014/main" val="2071192565"/>
                    </a:ext>
                  </a:extLst>
                </a:gridCol>
                <a:gridCol w="2313974">
                  <a:extLst>
                    <a:ext uri="{9D8B030D-6E8A-4147-A177-3AD203B41FA5}">
                      <a16:colId xmlns:a16="http://schemas.microsoft.com/office/drawing/2014/main" val="2119126940"/>
                    </a:ext>
                  </a:extLst>
                </a:gridCol>
                <a:gridCol w="2287309">
                  <a:extLst>
                    <a:ext uri="{9D8B030D-6E8A-4147-A177-3AD203B41FA5}">
                      <a16:colId xmlns:a16="http://schemas.microsoft.com/office/drawing/2014/main" val="3930772400"/>
                    </a:ext>
                  </a:extLst>
                </a:gridCol>
                <a:gridCol w="2335968">
                  <a:extLst>
                    <a:ext uri="{9D8B030D-6E8A-4147-A177-3AD203B41FA5}">
                      <a16:colId xmlns:a16="http://schemas.microsoft.com/office/drawing/2014/main" val="3120433141"/>
                    </a:ext>
                  </a:extLst>
                </a:gridCol>
              </a:tblGrid>
              <a:tr h="1010373">
                <a:tc gridSpan="5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اردو </a:t>
                      </a:r>
                      <a:r>
                        <a:rPr lang="ur-PK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</a:t>
                      </a:r>
                      <a:r>
                        <a:rPr lang="ar-SA" sz="4800" b="0" kern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عربی میں ہم معنیٰ اسماء</a:t>
                      </a:r>
                      <a:endParaRPr lang="en-US" sz="4800" b="0" kern="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Jameel Noori Nastaleeq" panose="02000503000000020004" pitchFamily="2" charset="-78"/>
                        <a:ea typeface="Calibri" panose="020F0502020204030204" pitchFamily="34" charset="0"/>
                        <a:cs typeface="Jameel Noori Nastaleeq" panose="02000503000000020004" pitchFamily="2" charset="-78"/>
                      </a:endParaRPr>
                    </a:p>
                  </a:txBody>
                  <a:tcPr marL="100584" marR="100584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35173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بّ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خَالِصَۃ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رَسُوْل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لْفَضْل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لسُّجُوْد</a:t>
                      </a:r>
                      <a:endParaRPr lang="en-US" sz="4800" b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25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ْ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کٰفِرِیْن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جِبْرِیْل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فِتْنَۃ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لْمُشْرِکِیْن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اُمَّۃ</a:t>
                      </a:r>
                      <a:endParaRPr lang="en-US" sz="4800" b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06390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اِیْمَان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مِیْکٰل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مَارُوْت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اَھْل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لْحِکْمَۃ</a:t>
                      </a:r>
                      <a:endParaRPr lang="en-US" sz="4800" b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80482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 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لْاٰخِرَۃ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اَکْثَر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ھَارُوْت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لَعْنَۃ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لصّٰلِحِیْن</a:t>
                      </a:r>
                      <a:endParaRPr lang="en-US" sz="4800" b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445206"/>
                  </a:ext>
                </a:extLst>
              </a:tr>
              <a:tr h="10103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لْمَوْت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</a:t>
                      </a:r>
                      <a:r>
                        <a:rPr lang="ur-PK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َ</a:t>
                      </a: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لْکِتٰب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بَابِل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4800" b="0" kern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اٰیَۃ</a:t>
                      </a:r>
                      <a:endParaRPr lang="en-US" sz="4800" b="0" kern="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44757" marR="4475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r-PK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مِ</a:t>
                      </a:r>
                      <a:r>
                        <a:rPr lang="ar-SA" sz="4800" b="0" kern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لَّۃ</a:t>
                      </a:r>
                      <a:endParaRPr lang="en-US" sz="4800" b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l Qalam Quran Majeed" panose="02010000000000000000" pitchFamily="2" charset="-78"/>
                        <a:ea typeface="Calibri" panose="020F0502020204030204" pitchFamily="34" charset="0"/>
                        <a:cs typeface="Al Qalam Quran Majeed" panose="02010000000000000000" pitchFamily="2" charset="-78"/>
                      </a:endParaRPr>
                    </a:p>
                  </a:txBody>
                  <a:tcPr marL="55946" marR="5594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3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066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CAD1D8-1602-4493-95BC-7693C080AC6F}"/>
              </a:ext>
            </a:extLst>
          </p:cNvPr>
          <p:cNvSpPr txBox="1"/>
          <p:nvPr/>
        </p:nvSpPr>
        <p:spPr>
          <a:xfrm>
            <a:off x="526473" y="2362616"/>
            <a:ext cx="10917381" cy="2215991"/>
          </a:xfrm>
          <a:prstGeom prst="rect">
            <a:avLst/>
          </a:prstGeom>
          <a:noFill/>
        </p:spPr>
        <p:txBody>
          <a:bodyPr wrap="square" rtlCol="0" anchor="b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1088418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13800" i="0" u="none" strike="noStrike" kern="1200" cap="none" spc="0" normalizeH="0" baseline="0" noProof="0" dirty="0">
                <a:ln/>
                <a:solidFill>
                  <a:srgbClr val="FFFF00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کثیر الاستعمال حروف</a:t>
            </a:r>
            <a:endParaRPr kumimoji="0" lang="en-US" sz="13800" i="0" u="none" strike="noStrike" kern="1200" cap="none" spc="0" normalizeH="0" baseline="0" noProof="0" dirty="0">
              <a:ln/>
              <a:solidFill>
                <a:srgbClr val="FFFF00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45128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5FD91E-F565-4A97-8C4D-1BBE9C0D7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893597"/>
              </p:ext>
            </p:extLst>
          </p:nvPr>
        </p:nvGraphicFramePr>
        <p:xfrm>
          <a:off x="2549234" y="1602477"/>
          <a:ext cx="7093530" cy="4325694"/>
        </p:xfrm>
        <a:graphic>
          <a:graphicData uri="http://schemas.openxmlformats.org/drawingml/2006/table">
            <a:tbl>
              <a:tblPr rtl="1"/>
              <a:tblGrid>
                <a:gridCol w="2364510">
                  <a:extLst>
                    <a:ext uri="{9D8B030D-6E8A-4147-A177-3AD203B41FA5}">
                      <a16:colId xmlns:a16="http://schemas.microsoft.com/office/drawing/2014/main" val="3638011845"/>
                    </a:ext>
                  </a:extLst>
                </a:gridCol>
                <a:gridCol w="2364510">
                  <a:extLst>
                    <a:ext uri="{9D8B030D-6E8A-4147-A177-3AD203B41FA5}">
                      <a16:colId xmlns:a16="http://schemas.microsoft.com/office/drawing/2014/main" val="1670309122"/>
                    </a:ext>
                  </a:extLst>
                </a:gridCol>
                <a:gridCol w="2364510">
                  <a:extLst>
                    <a:ext uri="{9D8B030D-6E8A-4147-A177-3AD203B41FA5}">
                      <a16:colId xmlns:a16="http://schemas.microsoft.com/office/drawing/2014/main" val="1610077899"/>
                    </a:ext>
                  </a:extLst>
                </a:gridCol>
              </a:tblGrid>
              <a:tr h="793147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9000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57259"/>
                  </a:ext>
                </a:extLst>
              </a:tr>
              <a:tr h="817017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مِن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سے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2490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060060"/>
                  </a:ext>
                </a:extLst>
              </a:tr>
              <a:tr h="85521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لَِ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کے لیے 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2024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52359"/>
                  </a:ext>
                </a:extLst>
              </a:tr>
              <a:tr h="893316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عَلٰی 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پر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1445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90778"/>
                  </a:ext>
                </a:extLst>
              </a:tr>
              <a:tr h="912198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بَ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ساتھ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chemeClr val="bg1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792</a:t>
                      </a:r>
                    </a:p>
                  </a:txBody>
                  <a:tcPr marL="15342" marR="15342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5908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280C8D-ACEB-47B7-82F3-F6E77716F158}"/>
              </a:ext>
            </a:extLst>
          </p:cNvPr>
          <p:cNvSpPr txBox="1"/>
          <p:nvPr/>
        </p:nvSpPr>
        <p:spPr>
          <a:xfrm>
            <a:off x="2799778" y="703726"/>
            <a:ext cx="6592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منفرد اور کثیر الاستعمال الفاظ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03730-F679-4498-B78E-ACFBFCF508B4}"/>
              </a:ext>
            </a:extLst>
          </p:cNvPr>
          <p:cNvSpPr/>
          <p:nvPr/>
        </p:nvSpPr>
        <p:spPr>
          <a:xfrm>
            <a:off x="352226" y="5004841"/>
            <a:ext cx="1992854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1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vi Nastaleeq" panose="02000503000000020004" pitchFamily="2" charset="-78"/>
                <a:ea typeface="+mn-ea"/>
                <a:cs typeface="Alvi Nastaleeq" panose="02000503000000020004" pitchFamily="2" charset="-78"/>
              </a:rPr>
              <a:t>15751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DE14D98F-E2F2-4C5B-8D8D-3D49A56982D3}"/>
              </a:ext>
            </a:extLst>
          </p:cNvPr>
          <p:cNvSpPr/>
          <p:nvPr/>
        </p:nvSpPr>
        <p:spPr>
          <a:xfrm>
            <a:off x="11295616" y="519973"/>
            <a:ext cx="683947" cy="655781"/>
          </a:xfrm>
          <a:prstGeom prst="hexagon">
            <a:avLst/>
          </a:prstGeom>
          <a:solidFill>
            <a:srgbClr val="E2C975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r-PK" sz="2800" dirty="0"/>
              <a:t>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9933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659B77-4469-4410-9484-69C212F93D3D}"/>
              </a:ext>
            </a:extLst>
          </p:cNvPr>
          <p:cNvSpPr/>
          <p:nvPr/>
        </p:nvSpPr>
        <p:spPr>
          <a:xfrm>
            <a:off x="10265449" y="1727064"/>
            <a:ext cx="599844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بَ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8ADCE0-5D8F-4284-8FCD-A600DA805F35}"/>
              </a:ext>
            </a:extLst>
          </p:cNvPr>
          <p:cNvSpPr/>
          <p:nvPr/>
        </p:nvSpPr>
        <p:spPr>
          <a:xfrm>
            <a:off x="8001497" y="1727064"/>
            <a:ext cx="69121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کَ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7BB716-518B-474E-874D-1E9868402425}"/>
              </a:ext>
            </a:extLst>
          </p:cNvPr>
          <p:cNvSpPr/>
          <p:nvPr/>
        </p:nvSpPr>
        <p:spPr>
          <a:xfrm>
            <a:off x="5788661" y="1727064"/>
            <a:ext cx="54534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لِ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A94043-427D-46B9-A5D4-88983892E64A}"/>
              </a:ext>
            </a:extLst>
          </p:cNvPr>
          <p:cNvSpPr/>
          <p:nvPr/>
        </p:nvSpPr>
        <p:spPr>
          <a:xfrm>
            <a:off x="1326707" y="1727064"/>
            <a:ext cx="98728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مِنْ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FAFA68-AE37-4B21-9022-002096115E6F}"/>
              </a:ext>
            </a:extLst>
          </p:cNvPr>
          <p:cNvSpPr/>
          <p:nvPr/>
        </p:nvSpPr>
        <p:spPr>
          <a:xfrm>
            <a:off x="10348893" y="4396464"/>
            <a:ext cx="55335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فِیْ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D00267-E802-4774-85AA-63B78DAB70FA}"/>
              </a:ext>
            </a:extLst>
          </p:cNvPr>
          <p:cNvSpPr/>
          <p:nvPr/>
        </p:nvSpPr>
        <p:spPr>
          <a:xfrm>
            <a:off x="7970316" y="4396464"/>
            <a:ext cx="886781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عَنْ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9501E-BA12-4BE7-B4A3-B9E4469C54F3}"/>
              </a:ext>
            </a:extLst>
          </p:cNvPr>
          <p:cNvSpPr/>
          <p:nvPr/>
        </p:nvSpPr>
        <p:spPr>
          <a:xfrm>
            <a:off x="5696314" y="4396464"/>
            <a:ext cx="86273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عَلٰی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CD45C3-AE67-458F-8AF4-296212C48AEA}"/>
              </a:ext>
            </a:extLst>
          </p:cNvPr>
          <p:cNvSpPr/>
          <p:nvPr/>
        </p:nvSpPr>
        <p:spPr>
          <a:xfrm>
            <a:off x="1450725" y="4396464"/>
            <a:ext cx="68800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اِلٰی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59293-2F8E-490B-AA4E-06CA24CFA81C}"/>
              </a:ext>
            </a:extLst>
          </p:cNvPr>
          <p:cNvSpPr/>
          <p:nvPr/>
        </p:nvSpPr>
        <p:spPr>
          <a:xfrm>
            <a:off x="3598654" y="1727064"/>
            <a:ext cx="46038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و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56B856-C5B3-4DC2-9AB2-2C6107EBCE42}"/>
              </a:ext>
            </a:extLst>
          </p:cNvPr>
          <p:cNvSpPr/>
          <p:nvPr/>
        </p:nvSpPr>
        <p:spPr>
          <a:xfrm>
            <a:off x="3352862" y="4396464"/>
            <a:ext cx="98456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حتیٰ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331A6B-A117-42AD-8C05-FA535CBBE878}"/>
              </a:ext>
            </a:extLst>
          </p:cNvPr>
          <p:cNvSpPr/>
          <p:nvPr/>
        </p:nvSpPr>
        <p:spPr>
          <a:xfrm>
            <a:off x="10011137" y="2966050"/>
            <a:ext cx="101662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ساتھ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1F1FF-7909-4F04-85C5-C8C60143BE44}"/>
              </a:ext>
            </a:extLst>
          </p:cNvPr>
          <p:cNvSpPr/>
          <p:nvPr/>
        </p:nvSpPr>
        <p:spPr>
          <a:xfrm>
            <a:off x="7479294" y="2966050"/>
            <a:ext cx="142539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کی طرح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7BA8C-E724-4C0E-9E9D-225CB63A9C89}"/>
              </a:ext>
            </a:extLst>
          </p:cNvPr>
          <p:cNvSpPr/>
          <p:nvPr/>
        </p:nvSpPr>
        <p:spPr>
          <a:xfrm>
            <a:off x="5193060" y="2966050"/>
            <a:ext cx="1426994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کے لیے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1B957-A85C-470D-B0FD-DC77033624EF}"/>
              </a:ext>
            </a:extLst>
          </p:cNvPr>
          <p:cNvSpPr/>
          <p:nvPr/>
        </p:nvSpPr>
        <p:spPr>
          <a:xfrm>
            <a:off x="1300625" y="2966050"/>
            <a:ext cx="98728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سے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95D54E-4A5D-420D-A1B8-9F6560AD3DD9}"/>
              </a:ext>
            </a:extLst>
          </p:cNvPr>
          <p:cNvSpPr/>
          <p:nvPr/>
        </p:nvSpPr>
        <p:spPr>
          <a:xfrm>
            <a:off x="2749225" y="2966050"/>
            <a:ext cx="215699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اور / قسم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91E216-D9E5-4D28-9B62-69308A9313F7}"/>
              </a:ext>
            </a:extLst>
          </p:cNvPr>
          <p:cNvSpPr/>
          <p:nvPr/>
        </p:nvSpPr>
        <p:spPr>
          <a:xfrm>
            <a:off x="10140729" y="5527757"/>
            <a:ext cx="779381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میں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EAA342-26C4-41AF-A9B7-9448651A1E51}"/>
              </a:ext>
            </a:extLst>
          </p:cNvPr>
          <p:cNvSpPr/>
          <p:nvPr/>
        </p:nvSpPr>
        <p:spPr>
          <a:xfrm>
            <a:off x="7511298" y="5521810"/>
            <a:ext cx="171874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کے متعلق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69DA61-7F85-4B81-B567-F5B35EC05E58}"/>
              </a:ext>
            </a:extLst>
          </p:cNvPr>
          <p:cNvSpPr/>
          <p:nvPr/>
        </p:nvSpPr>
        <p:spPr>
          <a:xfrm>
            <a:off x="5867033" y="5449666"/>
            <a:ext cx="52129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پر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BF298-709B-4550-BFCF-A1FFBC9FB4C0}"/>
              </a:ext>
            </a:extLst>
          </p:cNvPr>
          <p:cNvSpPr/>
          <p:nvPr/>
        </p:nvSpPr>
        <p:spPr>
          <a:xfrm>
            <a:off x="680851" y="5527757"/>
            <a:ext cx="194376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کی طرف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37F80A-12FC-4860-8638-D78F078FC712}"/>
              </a:ext>
            </a:extLst>
          </p:cNvPr>
          <p:cNvSpPr/>
          <p:nvPr/>
        </p:nvSpPr>
        <p:spPr>
          <a:xfrm>
            <a:off x="2760194" y="5521810"/>
            <a:ext cx="221978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یہاں تک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1711EF-9DDA-4131-A315-4D8E2B237FB6}"/>
              </a:ext>
            </a:extLst>
          </p:cNvPr>
          <p:cNvSpPr txBox="1"/>
          <p:nvPr/>
        </p:nvSpPr>
        <p:spPr>
          <a:xfrm>
            <a:off x="3285499" y="578877"/>
            <a:ext cx="5551666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1088473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60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حروفِ جارہ کے معانی </a:t>
            </a:r>
            <a:endParaRPr kumimoji="0" lang="en-US" sz="6000" b="0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95A30AEA-2B41-4297-A23D-2D1084FE968E}"/>
              </a:ext>
            </a:extLst>
          </p:cNvPr>
          <p:cNvSpPr/>
          <p:nvPr/>
        </p:nvSpPr>
        <p:spPr>
          <a:xfrm>
            <a:off x="11295616" y="603849"/>
            <a:ext cx="683947" cy="655781"/>
          </a:xfrm>
          <a:prstGeom prst="hexagon">
            <a:avLst/>
          </a:prstGeom>
          <a:solidFill>
            <a:srgbClr val="E2C975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ameel Noori Nastaleeq" panose="02000503000000020004" pitchFamily="2" charset="-78"/>
                <a:cs typeface="Jameel Noori Nastaleeq" panose="02000503000000020004" pitchFamily="2" charset="-78"/>
              </a:rPr>
              <a:t>1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ameel Noori Nastaleeq" panose="02000503000000020004" pitchFamily="2" charset="-78"/>
              <a:cs typeface="Jameel Noori Nastaleeq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156458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2" grpId="0"/>
      <p:bldP spid="23" grpId="0"/>
      <p:bldP spid="24" grpId="0"/>
      <p:bldP spid="2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5A24020C-A566-7A70-196E-8162570B4E93}"/>
              </a:ext>
            </a:extLst>
          </p:cNvPr>
          <p:cNvSpPr txBox="1">
            <a:spLocks/>
          </p:cNvSpPr>
          <p:nvPr/>
        </p:nvSpPr>
        <p:spPr>
          <a:xfrm>
            <a:off x="2571994" y="1298793"/>
            <a:ext cx="7048011" cy="2833884"/>
          </a:xfrm>
          <a:prstGeom prst="rect">
            <a:avLst/>
          </a:prstGeom>
          <a:ln>
            <a:noFill/>
          </a:ln>
        </p:spPr>
        <p:txBody>
          <a:bodyPr vert="horz" lIns="89322" tIns="44661" rIns="89322" bIns="44661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93284" rtl="1" eaLnBrk="1" fontAlgn="auto" latinLnBrk="0" hangingPunct="1">
              <a:lnSpc>
                <a:spcPct val="100000"/>
              </a:lnSpc>
              <a:spcBef>
                <a:spcPts val="97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r-PK" sz="16902" b="1" i="0" u="none" strike="noStrike" kern="1200" cap="none" spc="0" normalizeH="0" baseline="0" noProof="0" dirty="0">
                <a:ln/>
                <a:solidFill>
                  <a:srgbClr val="FF0000"/>
                </a:solidFill>
                <a:effectLst/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دعائے قنوت 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1B035B0-1BA7-CFA9-219C-936DE4868A9B}"/>
              </a:ext>
            </a:extLst>
          </p:cNvPr>
          <p:cNvSpPr txBox="1">
            <a:spLocks/>
          </p:cNvSpPr>
          <p:nvPr/>
        </p:nvSpPr>
        <p:spPr>
          <a:xfrm>
            <a:off x="2391882" y="4552321"/>
            <a:ext cx="7048011" cy="1322028"/>
          </a:xfrm>
          <a:prstGeom prst="rect">
            <a:avLst/>
          </a:prstGeom>
          <a:ln>
            <a:noFill/>
          </a:ln>
        </p:spPr>
        <p:txBody>
          <a:bodyPr vert="horz" lIns="89322" tIns="44661" rIns="89322" bIns="44661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93284" rtl="1" eaLnBrk="1" fontAlgn="auto" latinLnBrk="0" hangingPunct="1">
              <a:lnSpc>
                <a:spcPct val="100000"/>
              </a:lnSpc>
              <a:spcBef>
                <a:spcPts val="97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r-PK" sz="80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کا ترجمہ  خود کریں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EEB483-3231-4C57-BCC0-E58BA220F1CF}"/>
              </a:ext>
            </a:extLst>
          </p:cNvPr>
          <p:cNvCxnSpPr>
            <a:cxnSpLocks/>
          </p:cNvCxnSpPr>
          <p:nvPr/>
        </p:nvCxnSpPr>
        <p:spPr>
          <a:xfrm>
            <a:off x="452401" y="270369"/>
            <a:ext cx="10531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ADB376-5D63-42ED-B297-A01F554CD970}"/>
              </a:ext>
            </a:extLst>
          </p:cNvPr>
          <p:cNvCxnSpPr>
            <a:cxnSpLocks/>
          </p:cNvCxnSpPr>
          <p:nvPr/>
        </p:nvCxnSpPr>
        <p:spPr>
          <a:xfrm>
            <a:off x="387749" y="344257"/>
            <a:ext cx="0" cy="10319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9530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F777D-26B2-A9BC-BF46-D7E9838DD830}"/>
              </a:ext>
            </a:extLst>
          </p:cNvPr>
          <p:cNvSpPr txBox="1"/>
          <p:nvPr/>
        </p:nvSpPr>
        <p:spPr>
          <a:xfrm>
            <a:off x="4892633" y="860757"/>
            <a:ext cx="2406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دعائے قنوت </a:t>
            </a:r>
            <a:endParaRPr kumimoji="0" lang="en-PK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CC20E-2E54-38A0-E664-E743CD072142}"/>
              </a:ext>
            </a:extLst>
          </p:cNvPr>
          <p:cNvSpPr txBox="1"/>
          <p:nvPr/>
        </p:nvSpPr>
        <p:spPr>
          <a:xfrm>
            <a:off x="581891" y="2191480"/>
            <a:ext cx="110143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اَللّٰهُمَّ إِنَّا نَسْتَعِيْنُکَ وَنَسْتَغْفِرُکَ، وَنُؤْمِنُ بِکَ وَنَتَوَکَلُّ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عَلَيْکَ، وَنُثْنِیْ عَلَيْکَ الْخَيْرَ، وَنَشْکُرُکَ وَلَا نَکْفُرُکَ،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وَنَخْلَعُ وَنَتْرُکُ مَنْ يَفْجُرُکَ، اَللّٰهُمَّ اِيَاکَ نَعْبُدُ وَلَکَ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نُصَلِّیْ وَنَسْجُدُ وَاِلَيْکَ نَسْعٰی وَنَحْفِدُ، وَنَرْجُوْا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رَحْمَتَکَ، وَنَخْشٰی عَذَابَکَ اِنَّ عَذَابَکَ بِالْکُفَّارِ مُلْحِقٌ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5902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F777D-26B2-A9BC-BF46-D7E9838DD830}"/>
              </a:ext>
            </a:extLst>
          </p:cNvPr>
          <p:cNvSpPr txBox="1"/>
          <p:nvPr/>
        </p:nvSpPr>
        <p:spPr>
          <a:xfrm>
            <a:off x="3353462" y="860757"/>
            <a:ext cx="4502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دعائے قنوت کی تفصیل </a:t>
            </a:r>
            <a:endParaRPr kumimoji="0" lang="en-PK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2FD812-60E6-44C8-684D-72329771A3D7}"/>
              </a:ext>
            </a:extLst>
          </p:cNvPr>
          <p:cNvGraphicFramePr>
            <a:graphicFrameLocks noGrp="1"/>
          </p:cNvGraphicFramePr>
          <p:nvPr/>
        </p:nvGraphicFramePr>
        <p:xfrm>
          <a:off x="1232164" y="3210188"/>
          <a:ext cx="9727672" cy="1718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918">
                  <a:extLst>
                    <a:ext uri="{9D8B030D-6E8A-4147-A177-3AD203B41FA5}">
                      <a16:colId xmlns:a16="http://schemas.microsoft.com/office/drawing/2014/main" val="2057790433"/>
                    </a:ext>
                  </a:extLst>
                </a:gridCol>
                <a:gridCol w="2621000">
                  <a:extLst>
                    <a:ext uri="{9D8B030D-6E8A-4147-A177-3AD203B41FA5}">
                      <a16:colId xmlns:a16="http://schemas.microsoft.com/office/drawing/2014/main" val="1845646613"/>
                    </a:ext>
                  </a:extLst>
                </a:gridCol>
                <a:gridCol w="2242836">
                  <a:extLst>
                    <a:ext uri="{9D8B030D-6E8A-4147-A177-3AD203B41FA5}">
                      <a16:colId xmlns:a16="http://schemas.microsoft.com/office/drawing/2014/main" val="3707663076"/>
                    </a:ext>
                  </a:extLst>
                </a:gridCol>
                <a:gridCol w="2431918">
                  <a:extLst>
                    <a:ext uri="{9D8B030D-6E8A-4147-A177-3AD203B41FA5}">
                      <a16:colId xmlns:a16="http://schemas.microsoft.com/office/drawing/2014/main" val="3761466070"/>
                    </a:ext>
                  </a:extLst>
                </a:gridCol>
              </a:tblGrid>
              <a:tr h="859239">
                <a:tc>
                  <a:txBody>
                    <a:bodyPr/>
                    <a:lstStyle/>
                    <a:p>
                      <a:pPr algn="ctr" rtl="1"/>
                      <a:r>
                        <a:rPr lang="ur-PK" sz="40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نئے الفاظ </a:t>
                      </a:r>
                      <a:endParaRPr lang="en-PK" sz="40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ur-PK" sz="40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آپ معنیٰ جانتے ہیں </a:t>
                      </a:r>
                      <a:endParaRPr lang="en-PK" sz="40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ur-PK" sz="40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منفرد </a:t>
                      </a:r>
                      <a:r>
                        <a:rPr lang="en-US" sz="40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</a:t>
                      </a:r>
                      <a:endParaRPr lang="en-PK" sz="40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</a:t>
                      </a:r>
                      <a:r>
                        <a:rPr lang="ur-PK" sz="40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کل الفاظ </a:t>
                      </a:r>
                      <a:endParaRPr lang="en-PK" sz="4000" dirty="0"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945937"/>
                  </a:ext>
                </a:extLst>
              </a:tr>
              <a:tr h="859239">
                <a:tc>
                  <a:txBody>
                    <a:bodyPr/>
                    <a:lstStyle/>
                    <a:p>
                      <a:pPr algn="ctr" rtl="1"/>
                      <a:r>
                        <a:rPr lang="ur-PK" sz="48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12</a:t>
                      </a:r>
                      <a:endParaRPr lang="en-PK" sz="48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ur-PK" sz="48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21</a:t>
                      </a:r>
                      <a:endParaRPr lang="en-PK" sz="48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ur-PK" sz="48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33</a:t>
                      </a:r>
                      <a:endParaRPr lang="en-PK" sz="48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800" dirty="0">
                          <a:solidFill>
                            <a:schemeClr val="tx1"/>
                          </a:solidFill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49</a:t>
                      </a:r>
                      <a:endParaRPr lang="en-PK" sz="4800" dirty="0">
                        <a:solidFill>
                          <a:schemeClr val="tx1"/>
                        </a:solidFill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009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168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F777D-26B2-A9BC-BF46-D7E9838DD830}"/>
              </a:ext>
            </a:extLst>
          </p:cNvPr>
          <p:cNvSpPr txBox="1"/>
          <p:nvPr/>
        </p:nvSpPr>
        <p:spPr>
          <a:xfrm>
            <a:off x="2852967" y="860757"/>
            <a:ext cx="5958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اگر آپ ان الفاظ کا معنیٰ جانتے ہیں </a:t>
            </a:r>
            <a:endParaRPr kumimoji="0" lang="en-PK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3915FF-8E96-71C3-07B5-355CB590764F}"/>
              </a:ext>
            </a:extLst>
          </p:cNvPr>
          <p:cNvGraphicFramePr>
            <a:graphicFrameLocks noGrp="1"/>
          </p:cNvGraphicFramePr>
          <p:nvPr/>
        </p:nvGraphicFramePr>
        <p:xfrm>
          <a:off x="8995029" y="2393786"/>
          <a:ext cx="2160000" cy="396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381724204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خیر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94378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کفار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1056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رحمت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30041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عذاب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0637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توکل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4776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B40DC6-D557-FC1F-CE24-29E0E5713160}"/>
              </a:ext>
            </a:extLst>
          </p:cNvPr>
          <p:cNvGraphicFramePr>
            <a:graphicFrameLocks noGrp="1"/>
          </p:cNvGraphicFramePr>
          <p:nvPr/>
        </p:nvGraphicFramePr>
        <p:xfrm>
          <a:off x="6422462" y="2393786"/>
          <a:ext cx="2160000" cy="396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3656085455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ترک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32288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خشیت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47995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خلع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2098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استعانت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7687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استغفار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4447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BCE008-2B43-7E3B-3D4D-C6CD4AFEFF1E}"/>
              </a:ext>
            </a:extLst>
          </p:cNvPr>
          <p:cNvGraphicFramePr>
            <a:graphicFrameLocks noGrp="1"/>
          </p:cNvGraphicFramePr>
          <p:nvPr/>
        </p:nvGraphicFramePr>
        <p:xfrm>
          <a:off x="3698312" y="2393786"/>
          <a:ext cx="2160000" cy="396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1352315386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سعی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71254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شکر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35828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عبادت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7257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ثنا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83552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صلوۃ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51054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CFC1C1-9777-E6EA-63AC-16AD945A384E}"/>
              </a:ext>
            </a:extLst>
          </p:cNvPr>
          <p:cNvGraphicFramePr>
            <a:graphicFrameLocks noGrp="1"/>
          </p:cNvGraphicFramePr>
          <p:nvPr/>
        </p:nvGraphicFramePr>
        <p:xfrm>
          <a:off x="1059668" y="2393786"/>
          <a:ext cx="2160000" cy="396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316894965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سجدہ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79782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ایمان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15688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51282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نہیں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44914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ملحق </a:t>
                      </a:r>
                    </a:p>
                  </a:txBody>
                  <a:tcPr marL="14133" marR="14133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745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589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F777D-26B2-A9BC-BF46-D7E9838DD830}"/>
              </a:ext>
            </a:extLst>
          </p:cNvPr>
          <p:cNvSpPr txBox="1"/>
          <p:nvPr/>
        </p:nvSpPr>
        <p:spPr>
          <a:xfrm>
            <a:off x="2195467" y="860757"/>
            <a:ext cx="7038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glow rad="228600">
                    <a:srgbClr val="88D5A9">
                      <a:satMod val="175000"/>
                      <a:alpha val="40000"/>
                    </a:srgbClr>
                  </a:glow>
                </a:effectLst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تو آپ ان الفاظ کا معنیٰ تقریباً جانتے ہیں </a:t>
            </a:r>
            <a:endParaRPr kumimoji="0" lang="en-PK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glow rad="228600">
                  <a:srgbClr val="88D5A9">
                    <a:satMod val="175000"/>
                    <a:alpha val="40000"/>
                  </a:srgbClr>
                </a:glo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11D273-D78A-67B8-5227-05925EC0E142}"/>
              </a:ext>
            </a:extLst>
          </p:cNvPr>
          <p:cNvGraphicFramePr>
            <a:graphicFrameLocks noGrp="1"/>
          </p:cNvGraphicFramePr>
          <p:nvPr/>
        </p:nvGraphicFramePr>
        <p:xfrm>
          <a:off x="9175029" y="2190113"/>
          <a:ext cx="2160000" cy="432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53093843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الْخَيْرَ</a:t>
                      </a:r>
                    </a:p>
                  </a:txBody>
                  <a:tcPr marL="20692" marR="20692" marT="5994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58577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بِالْکُفَّارِ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93121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رَحْمَتَکَ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25302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عَذَابَکَ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6027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نَتَوَکَل ُّ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39902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A995668-3C6E-421A-AC7F-9360E7F9A3E8}"/>
              </a:ext>
            </a:extLst>
          </p:cNvPr>
          <p:cNvGraphicFramePr>
            <a:graphicFrameLocks noGrp="1"/>
          </p:cNvGraphicFramePr>
          <p:nvPr/>
        </p:nvGraphicFramePr>
        <p:xfrm>
          <a:off x="6364776" y="2190113"/>
          <a:ext cx="2160000" cy="432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4121676054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نَتْرُکُ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59617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نَخْشٰی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0488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نَخْلَعُ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58131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نَسْتَعِيْنُکَ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3380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نَسْتَغْفِرُکَ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501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4FFAA2-3845-9FA2-24D8-4DA3C6906950}"/>
              </a:ext>
            </a:extLst>
          </p:cNvPr>
          <p:cNvGraphicFramePr>
            <a:graphicFrameLocks noGrp="1"/>
          </p:cNvGraphicFramePr>
          <p:nvPr/>
        </p:nvGraphicFramePr>
        <p:xfrm>
          <a:off x="3554522" y="2190113"/>
          <a:ext cx="2160000" cy="4320001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2026470180"/>
                    </a:ext>
                  </a:extLst>
                </a:gridCol>
              </a:tblGrid>
              <a:tr h="84207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نَسْجُدُ</a:t>
                      </a:r>
                    </a:p>
                  </a:txBody>
                  <a:tcPr marL="20692" marR="20692" marT="5994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458589"/>
                  </a:ext>
                </a:extLst>
              </a:tr>
              <a:tr h="84207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نَسْعٰی</a:t>
                      </a:r>
                    </a:p>
                  </a:txBody>
                  <a:tcPr marL="20692" marR="20692" marT="5994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987207"/>
                  </a:ext>
                </a:extLst>
              </a:tr>
              <a:tr h="951701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نَشْکُرُکَ</a:t>
                      </a:r>
                    </a:p>
                  </a:txBody>
                  <a:tcPr marL="20692" marR="20692" marT="5994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841597"/>
                  </a:ext>
                </a:extLst>
              </a:tr>
              <a:tr h="84207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نَعْبُدُ</a:t>
                      </a:r>
                    </a:p>
                  </a:txBody>
                  <a:tcPr marL="20692" marR="20692" marT="5994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579862"/>
                  </a:ext>
                </a:extLst>
              </a:tr>
              <a:tr h="84207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نُثْنِیْ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75184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35285E3-83C0-84DB-4BDF-6121703B281F}"/>
              </a:ext>
            </a:extLst>
          </p:cNvPr>
          <p:cNvGraphicFramePr>
            <a:graphicFrameLocks noGrp="1"/>
          </p:cNvGraphicFramePr>
          <p:nvPr/>
        </p:nvGraphicFramePr>
        <p:xfrm>
          <a:off x="744268" y="2190113"/>
          <a:ext cx="2160000" cy="4320000"/>
        </p:xfrm>
        <a:graphic>
          <a:graphicData uri="http://schemas.openxmlformats.org/drawingml/2006/table">
            <a:tbl>
              <a:tblPr rtl="1"/>
              <a:tblGrid>
                <a:gridCol w="2160000">
                  <a:extLst>
                    <a:ext uri="{9D8B030D-6E8A-4147-A177-3AD203B41FA5}">
                      <a16:colId xmlns:a16="http://schemas.microsoft.com/office/drawing/2014/main" val="121597407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نُصَلِّیْ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46481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نُؤْمِنُ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264053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660803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لَا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839129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مُلْحِق </a:t>
                      </a:r>
                    </a:p>
                  </a:txBody>
                  <a:tcPr marL="20692" marR="20692" marT="5994" marB="0" anchor="b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323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77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ECAF8-3D37-506E-F863-543A230DFF8E}"/>
              </a:ext>
            </a:extLst>
          </p:cNvPr>
          <p:cNvSpPr txBox="1"/>
          <p:nvPr/>
        </p:nvSpPr>
        <p:spPr>
          <a:xfrm>
            <a:off x="1011381" y="2196265"/>
            <a:ext cx="10390911" cy="4062651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1088473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دعائے قنوت اور قرآن مجید میں </a:t>
            </a:r>
          </a:p>
          <a:p>
            <a:pPr marL="0" marR="0" lvl="0" indent="0" algn="ctr" defTabSz="1088473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جن الفاظ کے شروع میں </a:t>
            </a:r>
            <a:r>
              <a:rPr kumimoji="0" lang="ur-PK" sz="6600" b="0" i="0" u="sng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ن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آئے اور آخر میں </a:t>
            </a:r>
            <a:r>
              <a:rPr kumimoji="0" lang="ur-PK" sz="6600" b="0" i="0" u="sng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 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ہو تو  </a:t>
            </a:r>
          </a:p>
          <a:p>
            <a:pPr marL="0" marR="0" lvl="0" indent="0" algn="ctr" defTabSz="1088473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جیسے : 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نَعْبُدُکَ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، 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نَشْکُرُکَ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، 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نَسْتَعِیْنُکَ</a:t>
            </a:r>
            <a:endParaRPr kumimoji="0" lang="ur-PK" sz="6600" b="0" i="0" u="none" strike="noStrike" kern="1200" cap="none" spc="0" normalizeH="0" baseline="0" noProof="0" dirty="0">
              <a:ln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Jameel Noori Nastaleeq" panose="02000503000000020004" pitchFamily="2" charset="-78"/>
              <a:ea typeface="+mn-ea"/>
              <a:cs typeface="Jameel Noori Nastaleeq" panose="02000503000000020004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1D2F6-0026-DD2F-23A5-03CE360A1F39}"/>
              </a:ext>
            </a:extLst>
          </p:cNvPr>
          <p:cNvSpPr txBox="1"/>
          <p:nvPr/>
        </p:nvSpPr>
        <p:spPr>
          <a:xfrm>
            <a:off x="3371850" y="738906"/>
            <a:ext cx="5448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glow rad="228600">
                    <a:srgbClr val="88D5A9">
                      <a:satMod val="175000"/>
                      <a:alpha val="40000"/>
                    </a:srgbClr>
                  </a:glow>
                </a:effectLst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ترجمہ کرنے کا قاعدہ 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glow rad="228600">
                  <a:srgbClr val="88D5A9">
                    <a:satMod val="175000"/>
                    <a:alpha val="40000"/>
                  </a:srgbClr>
                </a:glo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913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4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4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D79F35-1D80-8D6B-ED4B-C6C24EF3EA66}"/>
              </a:ext>
            </a:extLst>
          </p:cNvPr>
          <p:cNvSpPr txBox="1"/>
          <p:nvPr/>
        </p:nvSpPr>
        <p:spPr>
          <a:xfrm>
            <a:off x="833938" y="2672025"/>
            <a:ext cx="10390911" cy="2662267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857250" marR="0" lvl="0" indent="-857250" algn="r" defTabSz="1088473" rtl="1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ن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کا معنیٰ 	</a:t>
            </a:r>
            <a:r>
              <a:rPr kumimoji="0" lang="en-US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” 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ہم</a:t>
            </a:r>
            <a:r>
              <a:rPr kumimoji="0" lang="en-US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“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                      کریں گ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ے</a:t>
            </a:r>
          </a:p>
          <a:p>
            <a:pPr marL="857250" marR="0" lvl="0" indent="-857250" algn="r" defTabSz="1088473" rtl="1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کامعنیٰ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” 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تیرا </a:t>
            </a:r>
            <a:r>
              <a:rPr kumimoji="0" lang="en-US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/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تیری </a:t>
            </a:r>
            <a:r>
              <a:rPr kumimoji="0" lang="en-US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/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تجھ </a:t>
            </a:r>
            <a:r>
              <a:rPr kumimoji="0" lang="en-US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“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 	</a:t>
            </a:r>
            <a:r>
              <a:rPr kumimoji="0" lang="ur-PK" sz="6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Jameel Noori Nastaleeq" panose="02000503000000020004" pitchFamily="2" charset="-78"/>
                <a:ea typeface="+mn-ea"/>
                <a:cs typeface="Jameel Noori Nastaleeq" panose="02000503000000020004" pitchFamily="2" charset="-78"/>
              </a:rPr>
              <a:t>کریں گے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BF17A-D71B-2B42-FAF5-02E5659A904E}"/>
              </a:ext>
            </a:extLst>
          </p:cNvPr>
          <p:cNvSpPr txBox="1"/>
          <p:nvPr/>
        </p:nvSpPr>
        <p:spPr>
          <a:xfrm>
            <a:off x="3371850" y="780471"/>
            <a:ext cx="5448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glow rad="228600">
                    <a:srgbClr val="88D5A9">
                      <a:satMod val="175000"/>
                      <a:alpha val="40000"/>
                    </a:srgbClr>
                  </a:glow>
                </a:effectLst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ترجمہ کرنے کا قاعدہ 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glow rad="228600">
                  <a:srgbClr val="88D5A9">
                    <a:satMod val="175000"/>
                    <a:alpha val="40000"/>
                  </a:srgbClr>
                </a:glo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094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4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A9EF7D5-C2CF-4F29-75D8-0B8C491353A9}"/>
              </a:ext>
            </a:extLst>
          </p:cNvPr>
          <p:cNvSpPr txBox="1"/>
          <p:nvPr/>
        </p:nvSpPr>
        <p:spPr>
          <a:xfrm>
            <a:off x="3958137" y="932271"/>
            <a:ext cx="4275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قنوت کا ترجمہ 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67E441-A6D0-9A20-D40F-1EA3E82CD8B8}"/>
              </a:ext>
            </a:extLst>
          </p:cNvPr>
          <p:cNvGraphicFramePr>
            <a:graphicFrameLocks noGrp="1"/>
          </p:cNvGraphicFramePr>
          <p:nvPr/>
        </p:nvGraphicFramePr>
        <p:xfrm>
          <a:off x="6947312" y="1925647"/>
          <a:ext cx="2520000" cy="4687518"/>
        </p:xfrm>
        <a:graphic>
          <a:graphicData uri="http://schemas.openxmlformats.org/drawingml/2006/table">
            <a:tbl>
              <a:tblPr rtl="1"/>
              <a:tblGrid>
                <a:gridCol w="2520000">
                  <a:extLst>
                    <a:ext uri="{9D8B030D-6E8A-4147-A177-3AD203B41FA5}">
                      <a16:colId xmlns:a16="http://schemas.microsoft.com/office/drawing/2014/main" val="3282056893"/>
                    </a:ext>
                  </a:extLst>
                </a:gridCol>
              </a:tblGrid>
              <a:tr h="1152268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نُ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ؤْمِنُ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51968"/>
                  </a:ext>
                </a:extLst>
              </a:tr>
              <a:tr h="1230714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8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58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تَوَکَّلُ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78002"/>
                  </a:ext>
                </a:extLst>
              </a:tr>
              <a:tr h="1152268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نُ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ثْنِیْ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44436"/>
                  </a:ext>
                </a:extLst>
              </a:tr>
              <a:tr h="1152268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خْلَعُ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99711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19BC2C3-28AE-148B-E8EC-422C64F8767E}"/>
              </a:ext>
            </a:extLst>
          </p:cNvPr>
          <p:cNvGraphicFramePr>
            <a:graphicFrameLocks noGrp="1"/>
          </p:cNvGraphicFramePr>
          <p:nvPr/>
        </p:nvGraphicFramePr>
        <p:xfrm>
          <a:off x="2093076" y="1925646"/>
          <a:ext cx="4818494" cy="1145309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45309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</a:t>
                      </a:r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ایمان لاتے ہیں </a:t>
                      </a:r>
                      <a:endParaRPr lang="ur-PK" sz="6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3D3BDBC-8390-8FC1-61D6-49C02CF00054}"/>
              </a:ext>
            </a:extLst>
          </p:cNvPr>
          <p:cNvGraphicFramePr>
            <a:graphicFrameLocks noGrp="1"/>
          </p:cNvGraphicFramePr>
          <p:nvPr/>
        </p:nvGraphicFramePr>
        <p:xfrm>
          <a:off x="2081852" y="3106956"/>
          <a:ext cx="4818494" cy="1145307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45307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توکل کرتے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F21794-3DE1-759F-F807-F637F453A149}"/>
              </a:ext>
            </a:extLst>
          </p:cNvPr>
          <p:cNvGraphicFramePr>
            <a:graphicFrameLocks noGrp="1"/>
          </p:cNvGraphicFramePr>
          <p:nvPr/>
        </p:nvGraphicFramePr>
        <p:xfrm>
          <a:off x="2094278" y="4288265"/>
          <a:ext cx="4818494" cy="1153765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5376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ثنا کرتے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1FF2300-A01C-5C0C-36AC-CE055EBCA4CE}"/>
              </a:ext>
            </a:extLst>
          </p:cNvPr>
          <p:cNvGraphicFramePr>
            <a:graphicFrameLocks noGrp="1"/>
          </p:cNvGraphicFramePr>
          <p:nvPr/>
        </p:nvGraphicFramePr>
        <p:xfrm>
          <a:off x="2094278" y="5478031"/>
          <a:ext cx="4818494" cy="1135133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35133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علیحدگی اختیار کرتے ہیں 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37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A9EF7D5-C2CF-4F29-75D8-0B8C491353A9}"/>
              </a:ext>
            </a:extLst>
          </p:cNvPr>
          <p:cNvSpPr txBox="1"/>
          <p:nvPr/>
        </p:nvSpPr>
        <p:spPr>
          <a:xfrm>
            <a:off x="2799778" y="799333"/>
            <a:ext cx="6592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ن کا معنیٰ ہم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67E441-A6D0-9A20-D40F-1EA3E82CD8B8}"/>
              </a:ext>
            </a:extLst>
          </p:cNvPr>
          <p:cNvGraphicFramePr>
            <a:graphicFrameLocks noGrp="1"/>
          </p:cNvGraphicFramePr>
          <p:nvPr/>
        </p:nvGraphicFramePr>
        <p:xfrm>
          <a:off x="7231397" y="1966252"/>
          <a:ext cx="2520000" cy="4544858"/>
        </p:xfrm>
        <a:graphic>
          <a:graphicData uri="http://schemas.openxmlformats.org/drawingml/2006/table">
            <a:tbl>
              <a:tblPr rtl="1"/>
              <a:tblGrid>
                <a:gridCol w="2520000">
                  <a:extLst>
                    <a:ext uri="{9D8B030D-6E8A-4147-A177-3AD203B41FA5}">
                      <a16:colId xmlns:a16="http://schemas.microsoft.com/office/drawing/2014/main" val="3282056893"/>
                    </a:ext>
                  </a:extLst>
                </a:gridCol>
              </a:tblGrid>
              <a:tr h="1126651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تْرُکُ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51968"/>
                  </a:ext>
                </a:extLst>
              </a:tr>
              <a:tr h="1157929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عْبُدُ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78002"/>
                  </a:ext>
                </a:extLst>
              </a:tr>
              <a:tr h="1133627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نُ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صَلِّیْ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44436"/>
                  </a:ext>
                </a:extLst>
              </a:tr>
              <a:tr h="1126651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سْجُدُ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99711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19BC2C3-28AE-148B-E8EC-422C64F8767E}"/>
              </a:ext>
            </a:extLst>
          </p:cNvPr>
          <p:cNvGraphicFramePr>
            <a:graphicFrameLocks noGrp="1"/>
          </p:cNvGraphicFramePr>
          <p:nvPr/>
        </p:nvGraphicFramePr>
        <p:xfrm>
          <a:off x="2377161" y="1972476"/>
          <a:ext cx="4818494" cy="1122874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22874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ترک کرتے ہیں 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3D3BDBC-8390-8FC1-61D6-49C02CF00054}"/>
              </a:ext>
            </a:extLst>
          </p:cNvPr>
          <p:cNvGraphicFramePr>
            <a:graphicFrameLocks noGrp="1"/>
          </p:cNvGraphicFramePr>
          <p:nvPr/>
        </p:nvGraphicFramePr>
        <p:xfrm>
          <a:off x="2377161" y="3117454"/>
          <a:ext cx="4818494" cy="1122875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2287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عبادت کرتے ہیں</a:t>
                      </a:r>
                    </a:p>
                  </a:txBody>
                  <a:tcPr marL="24708" marR="24708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F21794-3DE1-759F-F807-F637F453A149}"/>
              </a:ext>
            </a:extLst>
          </p:cNvPr>
          <p:cNvGraphicFramePr>
            <a:graphicFrameLocks noGrp="1"/>
          </p:cNvGraphicFramePr>
          <p:nvPr/>
        </p:nvGraphicFramePr>
        <p:xfrm>
          <a:off x="2377161" y="4262433"/>
          <a:ext cx="4818494" cy="1122875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12287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نماز ادا کرتے ہیں 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1FF2300-A01C-5C0C-36AC-CE055EBCA4CE}"/>
              </a:ext>
            </a:extLst>
          </p:cNvPr>
          <p:cNvGraphicFramePr>
            <a:graphicFrameLocks noGrp="1"/>
          </p:cNvGraphicFramePr>
          <p:nvPr/>
        </p:nvGraphicFramePr>
        <p:xfrm>
          <a:off x="2377161" y="5410823"/>
          <a:ext cx="4818494" cy="1093311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93311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سجدہ کرتے ہیں </a:t>
                      </a:r>
                    </a:p>
                  </a:txBody>
                  <a:tcPr marL="24708" marR="24708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254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A9EF7D5-C2CF-4F29-75D8-0B8C491353A9}"/>
              </a:ext>
            </a:extLst>
          </p:cNvPr>
          <p:cNvSpPr txBox="1"/>
          <p:nvPr/>
        </p:nvSpPr>
        <p:spPr>
          <a:xfrm>
            <a:off x="2799779" y="817263"/>
            <a:ext cx="6592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ن کا معنیٰ ہم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67E441-A6D0-9A20-D40F-1EA3E82CD8B8}"/>
              </a:ext>
            </a:extLst>
          </p:cNvPr>
          <p:cNvGraphicFramePr>
            <a:graphicFrameLocks noGrp="1"/>
          </p:cNvGraphicFramePr>
          <p:nvPr/>
        </p:nvGraphicFramePr>
        <p:xfrm>
          <a:off x="7194809" y="2059851"/>
          <a:ext cx="2520000" cy="4320000"/>
        </p:xfrm>
        <a:graphic>
          <a:graphicData uri="http://schemas.openxmlformats.org/drawingml/2006/table">
            <a:tbl>
              <a:tblPr rtl="1"/>
              <a:tblGrid>
                <a:gridCol w="2520000">
                  <a:extLst>
                    <a:ext uri="{9D8B030D-6E8A-4147-A177-3AD203B41FA5}">
                      <a16:colId xmlns:a16="http://schemas.microsoft.com/office/drawing/2014/main" val="328205689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سْعٰی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5196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رْجُوْا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7800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خْشٰی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4443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حْفِدُ</a:t>
                      </a:r>
                    </a:p>
                  </a:txBody>
                  <a:tcPr marL="20420" marR="2042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25541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19BC2C3-28AE-148B-E8EC-422C64F8767E}"/>
              </a:ext>
            </a:extLst>
          </p:cNvPr>
          <p:cNvGraphicFramePr>
            <a:graphicFrameLocks noGrp="1"/>
          </p:cNvGraphicFramePr>
          <p:nvPr/>
        </p:nvGraphicFramePr>
        <p:xfrm>
          <a:off x="2304831" y="2041597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دوڑتے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3D3BDBC-8390-8FC1-61D6-49C02CF00054}"/>
              </a:ext>
            </a:extLst>
          </p:cNvPr>
          <p:cNvGraphicFramePr>
            <a:graphicFrameLocks noGrp="1"/>
          </p:cNvGraphicFramePr>
          <p:nvPr/>
        </p:nvGraphicFramePr>
        <p:xfrm>
          <a:off x="2304831" y="3121597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امید لگاتے ہیں 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F21794-3DE1-759F-F807-F637F453A149}"/>
              </a:ext>
            </a:extLst>
          </p:cNvPr>
          <p:cNvGraphicFramePr>
            <a:graphicFrameLocks noGrp="1"/>
          </p:cNvGraphicFramePr>
          <p:nvPr/>
        </p:nvGraphicFramePr>
        <p:xfrm>
          <a:off x="2304831" y="4229309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خوف کھاتے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4C51AD-1034-3A72-BBE5-5E031CE195F1}"/>
              </a:ext>
            </a:extLst>
          </p:cNvPr>
          <p:cNvGraphicFramePr>
            <a:graphicFrameLocks noGrp="1"/>
          </p:cNvGraphicFramePr>
          <p:nvPr/>
        </p:nvGraphicFramePr>
        <p:xfrm>
          <a:off x="2304831" y="5303608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حاضری دیتے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57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A9EF7D5-C2CF-4F29-75D8-0B8C491353A9}"/>
              </a:ext>
            </a:extLst>
          </p:cNvPr>
          <p:cNvSpPr txBox="1"/>
          <p:nvPr/>
        </p:nvSpPr>
        <p:spPr>
          <a:xfrm>
            <a:off x="2799778" y="907373"/>
            <a:ext cx="6592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ک کا معنیٰ تیرا 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67E441-A6D0-9A20-D40F-1EA3E82CD8B8}"/>
              </a:ext>
            </a:extLst>
          </p:cNvPr>
          <p:cNvGraphicFramePr>
            <a:graphicFrameLocks noGrp="1"/>
          </p:cNvGraphicFramePr>
          <p:nvPr/>
        </p:nvGraphicFramePr>
        <p:xfrm>
          <a:off x="7203687" y="2399806"/>
          <a:ext cx="2520000" cy="3258255"/>
        </p:xfrm>
        <a:graphic>
          <a:graphicData uri="http://schemas.openxmlformats.org/drawingml/2006/table">
            <a:tbl>
              <a:tblPr rtl="1"/>
              <a:tblGrid>
                <a:gridCol w="2520000">
                  <a:extLst>
                    <a:ext uri="{9D8B030D-6E8A-4147-A177-3AD203B41FA5}">
                      <a16:colId xmlns:a16="http://schemas.microsoft.com/office/drawing/2014/main" val="3282056893"/>
                    </a:ext>
                  </a:extLst>
                </a:gridCol>
              </a:tblGrid>
              <a:tr h="108608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رَحْمَتَ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51968"/>
                  </a:ext>
                </a:extLst>
              </a:tr>
              <a:tr h="108608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عَذَابَ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78002"/>
                  </a:ext>
                </a:extLst>
              </a:tr>
              <a:tr h="1086085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يَفْجُرُ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4443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19BC2C3-28AE-148B-E8EC-422C64F8767E}"/>
              </a:ext>
            </a:extLst>
          </p:cNvPr>
          <p:cNvGraphicFramePr>
            <a:graphicFrameLocks noGrp="1"/>
          </p:cNvGraphicFramePr>
          <p:nvPr/>
        </p:nvGraphicFramePr>
        <p:xfrm>
          <a:off x="2313709" y="2399806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تیری رحمت 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3D3BDBC-8390-8FC1-61D6-49C02CF00054}"/>
              </a:ext>
            </a:extLst>
          </p:cNvPr>
          <p:cNvGraphicFramePr>
            <a:graphicFrameLocks noGrp="1"/>
          </p:cNvGraphicFramePr>
          <p:nvPr/>
        </p:nvGraphicFramePr>
        <p:xfrm>
          <a:off x="2319755" y="3493662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تیرا عذاب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F21794-3DE1-759F-F807-F637F453A149}"/>
              </a:ext>
            </a:extLst>
          </p:cNvPr>
          <p:cNvGraphicFramePr>
            <a:graphicFrameLocks noGrp="1"/>
          </p:cNvGraphicFramePr>
          <p:nvPr/>
        </p:nvGraphicFramePr>
        <p:xfrm>
          <a:off x="2313709" y="4587518"/>
          <a:ext cx="4818494" cy="1080000"/>
        </p:xfrm>
        <a:graphic>
          <a:graphicData uri="http://schemas.openxmlformats.org/drawingml/2006/table">
            <a:tbl>
              <a:tblPr rtl="1"/>
              <a:tblGrid>
                <a:gridCol w="4818494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وہ تیری نافرمانی  کرتا ہے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042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67E441-A6D0-9A20-D40F-1EA3E82CD8B8}"/>
              </a:ext>
            </a:extLst>
          </p:cNvPr>
          <p:cNvGraphicFramePr>
            <a:graphicFrameLocks noGrp="1"/>
          </p:cNvGraphicFramePr>
          <p:nvPr/>
        </p:nvGraphicFramePr>
        <p:xfrm>
          <a:off x="7721276" y="2177447"/>
          <a:ext cx="2917939" cy="4361568"/>
        </p:xfrm>
        <a:graphic>
          <a:graphicData uri="http://schemas.openxmlformats.org/drawingml/2006/table">
            <a:tbl>
              <a:tblPr rtl="1"/>
              <a:tblGrid>
                <a:gridCol w="2917939">
                  <a:extLst>
                    <a:ext uri="{9D8B030D-6E8A-4147-A177-3AD203B41FA5}">
                      <a16:colId xmlns:a16="http://schemas.microsoft.com/office/drawing/2014/main" val="3282056893"/>
                    </a:ext>
                  </a:extLst>
                </a:gridCol>
              </a:tblGrid>
              <a:tr h="1090392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سْتَعِيْنُ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51968"/>
                  </a:ext>
                </a:extLst>
              </a:tr>
              <a:tr h="1090392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نَ</a:t>
                      </a:r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سْتَغْفِرُ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78002"/>
                  </a:ext>
                </a:extLst>
              </a:tr>
              <a:tr h="1090392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شْکُرُ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44436"/>
                  </a:ext>
                </a:extLst>
              </a:tr>
              <a:tr h="1090392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لَا 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نَ</a:t>
                      </a:r>
                      <a:r>
                        <a:rPr lang="ur-PK" sz="54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کْفُرُ</a:t>
                      </a:r>
                      <a:r>
                        <a:rPr lang="ur-PK" sz="5400" b="0" i="0" u="none" strike="noStrike" dirty="0">
                          <a:solidFill>
                            <a:srgbClr val="00206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99711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19BC2C3-28AE-148B-E8EC-422C64F8767E}"/>
              </a:ext>
            </a:extLst>
          </p:cNvPr>
          <p:cNvGraphicFramePr>
            <a:graphicFrameLocks noGrp="1"/>
          </p:cNvGraphicFramePr>
          <p:nvPr/>
        </p:nvGraphicFramePr>
        <p:xfrm>
          <a:off x="1467507" y="2177447"/>
          <a:ext cx="6182286" cy="1080000"/>
        </p:xfrm>
        <a:graphic>
          <a:graphicData uri="http://schemas.openxmlformats.org/drawingml/2006/table">
            <a:tbl>
              <a:tblPr rtl="1"/>
              <a:tblGrid>
                <a:gridCol w="6182286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تجھ سے مدد طلب کرتے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3D3BDBC-8390-8FC1-61D6-49C02CF00054}"/>
              </a:ext>
            </a:extLst>
          </p:cNvPr>
          <p:cNvGraphicFramePr>
            <a:graphicFrameLocks noGrp="1"/>
          </p:cNvGraphicFramePr>
          <p:nvPr/>
        </p:nvGraphicFramePr>
        <p:xfrm>
          <a:off x="1473553" y="3271303"/>
          <a:ext cx="6182286" cy="1080000"/>
        </p:xfrm>
        <a:graphic>
          <a:graphicData uri="http://schemas.openxmlformats.org/drawingml/2006/table">
            <a:tbl>
              <a:tblPr rtl="1"/>
              <a:tblGrid>
                <a:gridCol w="6182286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تجھ سے مغفرت طلب کرتے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F21794-3DE1-759F-F807-F637F453A149}"/>
              </a:ext>
            </a:extLst>
          </p:cNvPr>
          <p:cNvGraphicFramePr>
            <a:graphicFrameLocks noGrp="1"/>
          </p:cNvGraphicFramePr>
          <p:nvPr/>
        </p:nvGraphicFramePr>
        <p:xfrm>
          <a:off x="1467507" y="4365159"/>
          <a:ext cx="6182286" cy="1080000"/>
        </p:xfrm>
        <a:graphic>
          <a:graphicData uri="http://schemas.openxmlformats.org/drawingml/2006/table">
            <a:tbl>
              <a:tblPr rtl="1"/>
              <a:tblGrid>
                <a:gridCol w="6182286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تیرا شکر ادا  کرتے ہیں</a:t>
                      </a:r>
                    </a:p>
                  </a:txBody>
                  <a:tcPr marL="24708" marR="24708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1FF2300-A01C-5C0C-36AC-CE055EBCA4CE}"/>
              </a:ext>
            </a:extLst>
          </p:cNvPr>
          <p:cNvGraphicFramePr>
            <a:graphicFrameLocks noGrp="1"/>
          </p:cNvGraphicFramePr>
          <p:nvPr/>
        </p:nvGraphicFramePr>
        <p:xfrm>
          <a:off x="1467507" y="5459015"/>
          <a:ext cx="6182286" cy="1080000"/>
        </p:xfrm>
        <a:graphic>
          <a:graphicData uri="http://schemas.openxmlformats.org/drawingml/2006/table">
            <a:tbl>
              <a:tblPr rtl="1"/>
              <a:tblGrid>
                <a:gridCol w="6182286">
                  <a:extLst>
                    <a:ext uri="{9D8B030D-6E8A-4147-A177-3AD203B41FA5}">
                      <a16:colId xmlns:a16="http://schemas.microsoft.com/office/drawing/2014/main" val="3478842416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5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تیرا انکار نہیں کرتے ہیں </a:t>
                      </a:r>
                    </a:p>
                  </a:txBody>
                  <a:tcPr marL="24708" marR="24708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643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0DE335-A375-4EE1-B6D9-B1676D6F95EA}"/>
              </a:ext>
            </a:extLst>
          </p:cNvPr>
          <p:cNvSpPr txBox="1"/>
          <p:nvPr/>
        </p:nvSpPr>
        <p:spPr>
          <a:xfrm>
            <a:off x="2725887" y="854150"/>
            <a:ext cx="6592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ن کا معنیٰ ہم اور ک کا معنیٰ تیرا 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80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A9EF7D5-C2CF-4F29-75D8-0B8C491353A9}"/>
              </a:ext>
            </a:extLst>
          </p:cNvPr>
          <p:cNvSpPr txBox="1"/>
          <p:nvPr/>
        </p:nvSpPr>
        <p:spPr>
          <a:xfrm>
            <a:off x="2799778" y="730637"/>
            <a:ext cx="6592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حروف کا ترجمہ</a:t>
            </a:r>
            <a:endParaRPr kumimoji="0" lang="en-PK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765DC3-1828-F40C-2ADF-51D896FB9605}"/>
              </a:ext>
            </a:extLst>
          </p:cNvPr>
          <p:cNvGraphicFramePr>
            <a:graphicFrameLocks noGrp="1"/>
          </p:cNvGraphicFramePr>
          <p:nvPr/>
        </p:nvGraphicFramePr>
        <p:xfrm>
          <a:off x="9586179" y="2200435"/>
          <a:ext cx="1980000" cy="4320000"/>
        </p:xfrm>
        <a:graphic>
          <a:graphicData uri="http://schemas.openxmlformats.org/drawingml/2006/table">
            <a:tbl>
              <a:tblPr rtl="1"/>
              <a:tblGrid>
                <a:gridCol w="1980000">
                  <a:extLst>
                    <a:ext uri="{9D8B030D-6E8A-4147-A177-3AD203B41FA5}">
                      <a16:colId xmlns:a16="http://schemas.microsoft.com/office/drawing/2014/main" val="363801184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572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عَلَيْکَ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523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9077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اِلَيْکَ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1003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1D69FF-1F83-EB2E-16B0-1C2C20F30B32}"/>
              </a:ext>
            </a:extLst>
          </p:cNvPr>
          <p:cNvGraphicFramePr>
            <a:graphicFrameLocks noGrp="1"/>
          </p:cNvGraphicFramePr>
          <p:nvPr/>
        </p:nvGraphicFramePr>
        <p:xfrm>
          <a:off x="7106102" y="2200435"/>
          <a:ext cx="1800000" cy="4320000"/>
        </p:xfrm>
        <a:graphic>
          <a:graphicData uri="http://schemas.openxmlformats.org/drawingml/2006/table">
            <a:tbl>
              <a:tblPr rtl="1"/>
              <a:tblGrid>
                <a:gridCol w="1800000">
                  <a:extLst>
                    <a:ext uri="{9D8B030D-6E8A-4147-A177-3AD203B41FA5}">
                      <a16:colId xmlns:a16="http://schemas.microsoft.com/office/drawing/2014/main" val="363801184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572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عَلٰی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523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9077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اِلٰی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1003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2488AE-2E11-EE9C-98B0-2759844EAE42}"/>
              </a:ext>
            </a:extLst>
          </p:cNvPr>
          <p:cNvGraphicFramePr>
            <a:graphicFrameLocks noGrp="1"/>
          </p:cNvGraphicFramePr>
          <p:nvPr/>
        </p:nvGraphicFramePr>
        <p:xfrm>
          <a:off x="5235742" y="2200435"/>
          <a:ext cx="1800000" cy="4320000"/>
        </p:xfrm>
        <a:graphic>
          <a:graphicData uri="http://schemas.openxmlformats.org/drawingml/2006/table">
            <a:tbl>
              <a:tblPr rtl="1"/>
              <a:tblGrid>
                <a:gridCol w="1800000">
                  <a:extLst>
                    <a:ext uri="{9D8B030D-6E8A-4147-A177-3AD203B41FA5}">
                      <a16:colId xmlns:a16="http://schemas.microsoft.com/office/drawing/2014/main" val="363801184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572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523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9077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rgbClr val="FF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کَ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1003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24D3A6-EF73-2B66-9206-235122129558}"/>
              </a:ext>
            </a:extLst>
          </p:cNvPr>
          <p:cNvGraphicFramePr>
            <a:graphicFrameLocks noGrp="1"/>
          </p:cNvGraphicFramePr>
          <p:nvPr/>
        </p:nvGraphicFramePr>
        <p:xfrm>
          <a:off x="2697607" y="2172575"/>
          <a:ext cx="1800000" cy="4320000"/>
        </p:xfrm>
        <a:graphic>
          <a:graphicData uri="http://schemas.openxmlformats.org/drawingml/2006/table">
            <a:tbl>
              <a:tblPr rtl="1"/>
              <a:tblGrid>
                <a:gridCol w="1800000">
                  <a:extLst>
                    <a:ext uri="{9D8B030D-6E8A-4147-A177-3AD203B41FA5}">
                      <a16:colId xmlns:a16="http://schemas.microsoft.com/office/drawing/2014/main" val="363801184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572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عَلٰی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523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9077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اِلٰی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100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72F3C0-877D-9512-C162-0ECE9C0B969C}"/>
              </a:ext>
            </a:extLst>
          </p:cNvPr>
          <p:cNvGraphicFramePr>
            <a:graphicFrameLocks noGrp="1"/>
          </p:cNvGraphicFramePr>
          <p:nvPr/>
        </p:nvGraphicFramePr>
        <p:xfrm>
          <a:off x="836124" y="2153593"/>
          <a:ext cx="1702890" cy="4320000"/>
        </p:xfrm>
        <a:graphic>
          <a:graphicData uri="http://schemas.openxmlformats.org/drawingml/2006/table">
            <a:tbl>
              <a:tblPr rtl="1"/>
              <a:tblGrid>
                <a:gridCol w="1702890">
                  <a:extLst>
                    <a:ext uri="{9D8B030D-6E8A-4147-A177-3AD203B41FA5}">
                      <a16:colId xmlns:a16="http://schemas.microsoft.com/office/drawing/2014/main" val="363801184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ساتھ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572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پر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523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کے لیے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9077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6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کی طرف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10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506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F777D-26B2-A9BC-BF46-D7E9838DD830}"/>
              </a:ext>
            </a:extLst>
          </p:cNvPr>
          <p:cNvSpPr txBox="1"/>
          <p:nvPr/>
        </p:nvSpPr>
        <p:spPr>
          <a:xfrm>
            <a:off x="4892633" y="860757"/>
            <a:ext cx="2406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دعائے قنوت </a:t>
            </a:r>
            <a:endParaRPr kumimoji="0" lang="en-PK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CC20E-2E54-38A0-E664-E743CD072142}"/>
              </a:ext>
            </a:extLst>
          </p:cNvPr>
          <p:cNvSpPr txBox="1"/>
          <p:nvPr/>
        </p:nvSpPr>
        <p:spPr>
          <a:xfrm>
            <a:off x="581891" y="2191480"/>
            <a:ext cx="110143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اَللّٰهُمَّ إِنَّا نَسْتَعِيْنُکَ وَنَسْتَغْفِرُکَ، وَنُؤْمِنُ بِکَ وَنَتَوَکَلُّ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عَلَيْکَ، وَنُثْنِیْ عَلَيْکَ الْخَيْرَ، وَنَشْکُرُکَ وَلَا نَکْفُرُکَ،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وَنَخْلَعُ وَنَتْرُکُ مَنْ يَفْجُرُکَ، اَللّٰهُمَّ اِيَاکَ نَعْبُدُ وَلَکَ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نُصَلِّیْ وَنَسْجُدُ وَاِلَيْکَ نَسْعٰی وَنَحْفِدُ، وَنَرْجُوْا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l Qalam Quran Majeed" panose="02010000000000000000" pitchFamily="2" charset="-78"/>
                <a:ea typeface="+mn-ea"/>
                <a:cs typeface="Al Qalam Quran Majeed" panose="02010000000000000000" pitchFamily="2" charset="-78"/>
              </a:rPr>
              <a:t> رَحْمَتَکَ، وَنَخْشٰی عَذَابَکَ اِنَّ عَذَابَکَ بِالْکُفَّارِ مُلْحِقٌ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Al Qalam Quran Majeed" panose="02010000000000000000" pitchFamily="2" charset="-78"/>
              <a:ea typeface="+mn-ea"/>
              <a:cs typeface="Al Qalam Quran Majeed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42855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98613" y="10393"/>
            <a:ext cx="1849839" cy="6819900"/>
            <a:chOff x="0" y="0"/>
            <a:chExt cx="730801" cy="2976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0801" cy="2976105"/>
            </a:xfrm>
            <a:custGeom>
              <a:avLst/>
              <a:gdLst/>
              <a:ahLst/>
              <a:cxnLst/>
              <a:rect l="l" t="t" r="r" b="b"/>
              <a:pathLst>
                <a:path w="730801" h="2976105">
                  <a:moveTo>
                    <a:pt x="0" y="0"/>
                  </a:moveTo>
                  <a:lnTo>
                    <a:pt x="730801" y="0"/>
                  </a:lnTo>
                  <a:lnTo>
                    <a:pt x="730801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30801" cy="29951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629" y="-10120"/>
            <a:ext cx="1849839" cy="6868120"/>
            <a:chOff x="0" y="0"/>
            <a:chExt cx="812800" cy="29761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2813" y="2688921"/>
            <a:ext cx="73491" cy="1879331"/>
            <a:chOff x="0" y="0"/>
            <a:chExt cx="26312" cy="6728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67824" y="103488"/>
            <a:ext cx="2537714" cy="1388821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301" y="0"/>
            <a:ext cx="1886798" cy="1886798"/>
          </a:xfrm>
          <a:custGeom>
            <a:avLst/>
            <a:gdLst/>
            <a:ahLst/>
            <a:cxnLst/>
            <a:rect l="l" t="t" r="r" b="b"/>
            <a:pathLst>
              <a:path w="2830197" h="2830197">
                <a:moveTo>
                  <a:pt x="0" y="0"/>
                </a:moveTo>
                <a:lnTo>
                  <a:pt x="2830198" y="0"/>
                </a:lnTo>
                <a:lnTo>
                  <a:pt x="2830198" y="2830197"/>
                </a:lnTo>
                <a:lnTo>
                  <a:pt x="0" y="2830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4" name="Group 14"/>
          <p:cNvGrpSpPr/>
          <p:nvPr/>
        </p:nvGrpSpPr>
        <p:grpSpPr>
          <a:xfrm>
            <a:off x="260996" y="175698"/>
            <a:ext cx="1535408" cy="1535402"/>
            <a:chOff x="0" y="0"/>
            <a:chExt cx="6350000" cy="63499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709757" y="989815"/>
            <a:ext cx="3544841" cy="4921065"/>
            <a:chOff x="0" y="0"/>
            <a:chExt cx="1438367" cy="2294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38367" cy="2294560"/>
            </a:xfrm>
            <a:custGeom>
              <a:avLst/>
              <a:gdLst/>
              <a:ahLst/>
              <a:cxnLst/>
              <a:rect l="l" t="t" r="r" b="b"/>
              <a:pathLst>
                <a:path w="1438367" h="2294560">
                  <a:moveTo>
                    <a:pt x="45136" y="0"/>
                  </a:moveTo>
                  <a:lnTo>
                    <a:pt x="1393231" y="0"/>
                  </a:lnTo>
                  <a:cubicBezTo>
                    <a:pt x="1405202" y="0"/>
                    <a:pt x="1416682" y="4755"/>
                    <a:pt x="1425147" y="13220"/>
                  </a:cubicBezTo>
                  <a:cubicBezTo>
                    <a:pt x="1433612" y="21685"/>
                    <a:pt x="1438367" y="33165"/>
                    <a:pt x="1438367" y="45136"/>
                  </a:cubicBezTo>
                  <a:lnTo>
                    <a:pt x="1438367" y="2249424"/>
                  </a:lnTo>
                  <a:cubicBezTo>
                    <a:pt x="1438367" y="2261395"/>
                    <a:pt x="1433612" y="2272875"/>
                    <a:pt x="1425147" y="2281340"/>
                  </a:cubicBezTo>
                  <a:cubicBezTo>
                    <a:pt x="1416682" y="2289804"/>
                    <a:pt x="1405202" y="2294560"/>
                    <a:pt x="1393231" y="2294560"/>
                  </a:cubicBezTo>
                  <a:lnTo>
                    <a:pt x="45136" y="2294560"/>
                  </a:lnTo>
                  <a:cubicBezTo>
                    <a:pt x="33165" y="2294560"/>
                    <a:pt x="21685" y="2289804"/>
                    <a:pt x="13220" y="2281340"/>
                  </a:cubicBezTo>
                  <a:cubicBezTo>
                    <a:pt x="4755" y="2272875"/>
                    <a:pt x="0" y="2261395"/>
                    <a:pt x="0" y="2249424"/>
                  </a:cubicBezTo>
                  <a:lnTo>
                    <a:pt x="0" y="45136"/>
                  </a:lnTo>
                  <a:cubicBezTo>
                    <a:pt x="0" y="33165"/>
                    <a:pt x="4755" y="21685"/>
                    <a:pt x="13220" y="13220"/>
                  </a:cubicBezTo>
                  <a:cubicBezTo>
                    <a:pt x="21685" y="4755"/>
                    <a:pt x="33165" y="0"/>
                    <a:pt x="45136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438367" cy="233266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83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843101" y="1263911"/>
            <a:ext cx="3337090" cy="4404583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7"/>
              <a:stretch>
                <a:fillRect l="-9" r="-9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4652535" y="1130128"/>
            <a:ext cx="2535294" cy="618992"/>
            <a:chOff x="-3343557" y="-1961729"/>
            <a:chExt cx="2222991" cy="542743"/>
          </a:xfrm>
        </p:grpSpPr>
        <p:sp>
          <p:nvSpPr>
            <p:cNvPr id="22" name="Freeform 22"/>
            <p:cNvSpPr/>
            <p:nvPr/>
          </p:nvSpPr>
          <p:spPr>
            <a:xfrm>
              <a:off x="-3343556" y="-1928391"/>
              <a:ext cx="2222990" cy="476068"/>
            </a:xfrm>
            <a:custGeom>
              <a:avLst/>
              <a:gdLst/>
              <a:ahLst/>
              <a:cxnLst/>
              <a:rect l="l" t="t" r="r" b="b"/>
              <a:pathLst>
                <a:path w="2222990" h="476068">
                  <a:moveTo>
                    <a:pt x="83467" y="0"/>
                  </a:moveTo>
                  <a:lnTo>
                    <a:pt x="2139524" y="0"/>
                  </a:lnTo>
                  <a:cubicBezTo>
                    <a:pt x="2161660" y="0"/>
                    <a:pt x="2182890" y="8794"/>
                    <a:pt x="2198544" y="24447"/>
                  </a:cubicBezTo>
                  <a:cubicBezTo>
                    <a:pt x="2214196" y="40100"/>
                    <a:pt x="2222990" y="61330"/>
                    <a:pt x="2222990" y="83467"/>
                  </a:cubicBezTo>
                  <a:lnTo>
                    <a:pt x="2222990" y="392601"/>
                  </a:lnTo>
                  <a:cubicBezTo>
                    <a:pt x="2222990" y="414738"/>
                    <a:pt x="2214196" y="435968"/>
                    <a:pt x="2198544" y="451621"/>
                  </a:cubicBezTo>
                  <a:cubicBezTo>
                    <a:pt x="2182890" y="467274"/>
                    <a:pt x="2161660" y="476068"/>
                    <a:pt x="2139524" y="476068"/>
                  </a:cubicBezTo>
                  <a:lnTo>
                    <a:pt x="83467" y="476068"/>
                  </a:lnTo>
                  <a:cubicBezTo>
                    <a:pt x="61330" y="476068"/>
                    <a:pt x="40100" y="467274"/>
                    <a:pt x="24447" y="451621"/>
                  </a:cubicBezTo>
                  <a:cubicBezTo>
                    <a:pt x="8794" y="435968"/>
                    <a:pt x="0" y="414738"/>
                    <a:pt x="0" y="392601"/>
                  </a:cubicBezTo>
                  <a:lnTo>
                    <a:pt x="0" y="83467"/>
                  </a:lnTo>
                  <a:cubicBezTo>
                    <a:pt x="0" y="61330"/>
                    <a:pt x="8794" y="40100"/>
                    <a:pt x="24447" y="24447"/>
                  </a:cubicBezTo>
                  <a:cubicBezTo>
                    <a:pt x="40100" y="8794"/>
                    <a:pt x="61330" y="0"/>
                    <a:pt x="83467" y="0"/>
                  </a:cubicBezTo>
                  <a:close/>
                </a:path>
              </a:pathLst>
            </a:custGeom>
            <a:solidFill>
              <a:srgbClr val="CEAD5C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-3343557" y="-1961729"/>
              <a:ext cx="2222990" cy="542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609630" rtl="1" eaLnBrk="1" fontAlgn="auto" latinLnBrk="0" hangingPunct="1">
                <a:lnSpc>
                  <a:spcPts val="2667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ur-PK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ameel Noori Nastaleeq" panose="02000503000000020004" pitchFamily="2" charset="-78"/>
                  <a:ea typeface="Open Sauce Bold"/>
                  <a:cs typeface="Jameel Noori Nastaleeq" panose="02000503000000020004" pitchFamily="2" charset="-78"/>
                  <a:sym typeface="Open Sauce Bold"/>
                  <a:rtl/>
                </a:rPr>
                <a:t>لفظی و بامحاورہ ترجمہ </a:t>
              </a:r>
              <a:endParaRPr kumimoji="0" lang="ar-EG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ameel Noori Nastaleeq" panose="02000503000000020004" pitchFamily="2" charset="-78"/>
                <a:ea typeface="Open Sauce Bold"/>
                <a:cs typeface="Jameel Noori Nastaleeq" panose="02000503000000020004" pitchFamily="2" charset="-78"/>
                <a:sym typeface="Open Sauce Bold"/>
                <a:rtl/>
              </a:endParaRPr>
            </a:p>
          </p:txBody>
        </p:sp>
      </p:grpSp>
      <p:sp>
        <p:nvSpPr>
          <p:cNvPr id="24" name="TextBox 50">
            <a:extLst>
              <a:ext uri="{FF2B5EF4-FFF2-40B4-BE49-F238E27FC236}">
                <a16:creationId xmlns:a16="http://schemas.microsoft.com/office/drawing/2014/main" id="{154D6A91-1F33-48A6-AA63-E6BE8F20E15E}"/>
              </a:ext>
            </a:extLst>
          </p:cNvPr>
          <p:cNvSpPr txBox="1"/>
          <p:nvPr/>
        </p:nvSpPr>
        <p:spPr>
          <a:xfrm>
            <a:off x="2466527" y="2151258"/>
            <a:ext cx="4882146" cy="318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9600" b="0" i="0" u="none" strike="noStrike" kern="1200" cap="none" spc="0" normalizeH="0" baseline="0" noProof="0" dirty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آسان آیات</a:t>
            </a:r>
          </a:p>
          <a:p>
            <a:pPr marL="0" marR="0" lvl="0" indent="0" algn="ctr" defTabSz="6096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9600" b="0" i="0" u="none" strike="noStrike" kern="1200" cap="none" spc="0" normalizeH="0" baseline="0" noProof="0" dirty="0">
                <a:ln>
                  <a:noFill/>
                </a:ln>
                <a:solidFill>
                  <a:srgbClr val="343432"/>
                </a:solidFill>
                <a:effectLst/>
                <a:uLnTx/>
                <a:uFillTx/>
                <a:latin typeface="Jameel Noori Nastaleeq"/>
                <a:ea typeface="Jameel Noori Nastaleeq"/>
                <a:cs typeface="Jameel Noori Nastaleeq"/>
                <a:sym typeface="Jameel Noori Nastaleeq"/>
                <a:rtl/>
              </a:rPr>
              <a:t> کے معانی 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343432"/>
              </a:solidFill>
              <a:effectLst/>
              <a:uLnTx/>
              <a:uFillTx/>
              <a:latin typeface="Jameel Noori Nastaleeq"/>
              <a:ea typeface="Jameel Noori Nastaleeq"/>
              <a:cs typeface="Jameel Noori Nastaleeq"/>
              <a:sym typeface="Jameel Noori Nastaleeq"/>
            </a:endParaRPr>
          </a:p>
        </p:txBody>
      </p:sp>
    </p:spTree>
    <p:extLst>
      <p:ext uri="{BB962C8B-B14F-4D97-AF65-F5344CB8AC3E}">
        <p14:creationId xmlns:p14="http://schemas.microsoft.com/office/powerpoint/2010/main" val="3187022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953076-6D80-4A95-84F9-3D5F2D2B0D0A}"/>
              </a:ext>
            </a:extLst>
          </p:cNvPr>
          <p:cNvSpPr txBox="1"/>
          <p:nvPr/>
        </p:nvSpPr>
        <p:spPr>
          <a:xfrm>
            <a:off x="2238089" y="545579"/>
            <a:ext cx="7715821" cy="544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8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ان صفحات میں ایک لفظ کے علاوہ سب کا  ترجمہ آپ جانتے ہیں </a:t>
            </a:r>
            <a:endParaRPr kumimoji="0" lang="en-PK" sz="8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259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37940" y="942238"/>
          <a:ext cx="10748208" cy="2524897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08352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4705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043059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29061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38395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875">
                <a:tc gridSpan="5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بِالْاٰخِرَةِ هُمْ یُوْقِنُوْنَؕ۝۴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22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60613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بِ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60613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الْاٰخِرَۃِ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ھُمْ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یُوْقِنُوْنَ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21896" y="3498903"/>
          <a:ext cx="10748208" cy="261216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065266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3629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04680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281381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418468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527716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 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ساتھ 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آخرت 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وہ</a:t>
                      </a:r>
                      <a:r>
                        <a:rPr lang="en-US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38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اُن سب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kumimoji="0" lang="ur-PK" sz="3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وہ سب یقین</a:t>
                      </a:r>
                    </a:p>
                    <a:p>
                      <a:pPr algn="ctr" rtl="1" fontAlgn="ctr"/>
                      <a:r>
                        <a:rPr kumimoji="0" lang="ur-PK" sz="3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رکھتے ہیں</a:t>
                      </a:r>
                      <a:endParaRPr lang="ur-PK" sz="38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084448">
                <a:tc gridSpan="5">
                  <a:txBody>
                    <a:bodyPr/>
                    <a:lstStyle/>
                    <a:p>
                      <a:pPr algn="ctr" rtl="1"/>
                      <a:r>
                        <a:rPr kumimoji="0" lang="ur-PK" sz="4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 وہ آخرت پر بھی (کامل) یقین رکھتے ہیں</a:t>
                      </a:r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9" name="4">
            <a:hlinkClick r:id="" action="ppaction://media"/>
            <a:extLst>
              <a:ext uri="{FF2B5EF4-FFF2-40B4-BE49-F238E27FC236}">
                <a16:creationId xmlns:a16="http://schemas.microsoft.com/office/drawing/2014/main" id="{A77EE8B4-6865-4CA7-A377-393A18B383E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76"/>
                </p14:media>
              </p:ext>
            </p:extLst>
          </p:nvPr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718583" y="5317816"/>
            <a:ext cx="597976" cy="597946"/>
          </a:xfrm>
          <a:prstGeom prst="rect">
            <a:avLst/>
          </a:prstGeom>
        </p:spPr>
      </p:pic>
      <p:pic>
        <p:nvPicPr>
          <p:cNvPr id="13" name="002004">
            <a:hlinkClick r:id="" action="ppaction://media"/>
            <a:extLst>
              <a:ext uri="{FF2B5EF4-FFF2-40B4-BE49-F238E27FC236}">
                <a16:creationId xmlns:a16="http://schemas.microsoft.com/office/drawing/2014/main" id="{A2AF5596-992B-4E3B-AF25-EFF54DA86A5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10717" end="0.25"/>
                </p14:media>
              </p:ext>
            </p:extLst>
          </p:nvPr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645996" y="1246208"/>
            <a:ext cx="597976" cy="5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566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329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871716" y="868680"/>
          <a:ext cx="10789921" cy="256032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24166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611228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886806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99409">
                  <a:extLst>
                    <a:ext uri="{9D8B030D-6E8A-4147-A177-3AD203B41FA5}">
                      <a16:colId xmlns:a16="http://schemas.microsoft.com/office/drawing/2014/main" val="3125400486"/>
                    </a:ext>
                  </a:extLst>
                </a:gridCol>
                <a:gridCol w="189553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72774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212653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54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وَ یَقْتُلُوْنَ النَّبِیّٖنَ بِغَیْرِ الْحَقِّ ؕ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47667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یَقْتُلُوْنَ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النَّبِیّٖنَ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غَیْرِ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الْحَقِّ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855676" y="3425469"/>
          <a:ext cx="10789919" cy="2651369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19752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61800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894158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66016">
                  <a:extLst>
                    <a:ext uri="{9D8B030D-6E8A-4147-A177-3AD203B41FA5}">
                      <a16:colId xmlns:a16="http://schemas.microsoft.com/office/drawing/2014/main" val="1295316907"/>
                    </a:ext>
                  </a:extLst>
                </a:gridCol>
                <a:gridCol w="1889232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002755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53025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سب قتل کرتے ہیں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انبیآء</a:t>
                      </a:r>
                    </a:p>
                    <a:p>
                      <a:pPr algn="ctr" rtl="1" fontAlgn="ctr"/>
                      <a:r>
                        <a:rPr lang="ur-PK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(علیھم السلام)</a:t>
                      </a:r>
                      <a:endParaRPr lang="ur-PK" sz="28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ساتھ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سوائے</a:t>
                      </a: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بغیر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حق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121118">
                <a:tc gridSpan="6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انبیاء کو ناحق قتل کرتے تھے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9" name="00206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8534" end="5886.5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96613" y="1314772"/>
            <a:ext cx="406400" cy="406400"/>
          </a:xfrm>
          <a:prstGeom prst="rect">
            <a:avLst/>
          </a:prstGeom>
        </p:spPr>
      </p:pic>
      <p:pic>
        <p:nvPicPr>
          <p:cNvPr id="13" name="6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49500" end="7169.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71250" y="521049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759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30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83186"/>
              </p:ext>
            </p:extLst>
          </p:nvPr>
        </p:nvGraphicFramePr>
        <p:xfrm>
          <a:off x="737996" y="942238"/>
          <a:ext cx="10748209" cy="2524897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94353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264979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90490">
                  <a:extLst>
                    <a:ext uri="{9D8B030D-6E8A-4147-A177-3AD203B41FA5}">
                      <a16:colId xmlns:a16="http://schemas.microsoft.com/office/drawing/2014/main" val="3462949407"/>
                    </a:ext>
                  </a:extLst>
                </a:gridCol>
                <a:gridCol w="1302796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42883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42883">
                  <a:extLst>
                    <a:ext uri="{9D8B030D-6E8A-4147-A177-3AD203B41FA5}">
                      <a16:colId xmlns:a16="http://schemas.microsoft.com/office/drawing/2014/main" val="2687819053"/>
                    </a:ext>
                  </a:extLst>
                </a:gridCol>
                <a:gridCol w="1709825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87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اٰمَنَّا بِاللّٰهِ وَ بِالْیَوْمِ الْاٰخِرِ 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22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اٰمَنَّا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الْیَوْمِ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الْاٰخِرِ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21956" y="3498899"/>
          <a:ext cx="10748207" cy="264159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52110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00347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97099">
                  <a:extLst>
                    <a:ext uri="{9D8B030D-6E8A-4147-A177-3AD203B41FA5}">
                      <a16:colId xmlns:a16="http://schemas.microsoft.com/office/drawing/2014/main" val="2447343206"/>
                    </a:ext>
                  </a:extLst>
                </a:gridCol>
                <a:gridCol w="130613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31494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31494">
                  <a:extLst>
                    <a:ext uri="{9D8B030D-6E8A-4147-A177-3AD203B41FA5}">
                      <a16:colId xmlns:a16="http://schemas.microsoft.com/office/drawing/2014/main" val="3700424057"/>
                    </a:ext>
                  </a:extLst>
                </a:gridCol>
                <a:gridCol w="1729530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28669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ہم ایمان لائے</a:t>
                      </a:r>
                      <a:endParaRPr lang="ur-PK" sz="41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ساتھ </a:t>
                      </a:r>
                      <a:endParaRPr lang="ur-PK" sz="41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38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(اسم جلالت)</a:t>
                      </a:r>
                      <a:endParaRPr lang="ur-PK" sz="38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ساتھ </a:t>
                      </a:r>
                      <a:endParaRPr lang="ur-PK" sz="41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یوم</a:t>
                      </a:r>
                      <a:endParaRPr lang="ur-PK" sz="41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آخرت</a:t>
                      </a:r>
                      <a:endParaRPr lang="ur-PK" sz="41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12925">
                <a:tc gridSpan="7">
                  <a:txBody>
                    <a:bodyPr/>
                    <a:lstStyle/>
                    <a:p>
                      <a:pPr marL="0" marR="0" lvl="0" indent="0" algn="ctr" defTabSz="1060613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ہم اللہ پر اور یومِ قیامت پر ایمان لائے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9" name="002008">
            <a:hlinkClick r:id="" action="ppaction://media"/>
            <a:extLst>
              <a:ext uri="{FF2B5EF4-FFF2-40B4-BE49-F238E27FC236}">
                <a16:creationId xmlns:a16="http://schemas.microsoft.com/office/drawing/2014/main" id="{189FC2EC-049C-4A57-8746-8F3268BCA5A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508" end="3820.5"/>
                </p14:media>
              </p:ext>
            </p:extLst>
          </p:nvPr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615180" y="1216231"/>
            <a:ext cx="608225" cy="608195"/>
          </a:xfrm>
          <a:prstGeom prst="rect">
            <a:avLst/>
          </a:prstGeom>
        </p:spPr>
      </p:pic>
      <p:pic>
        <p:nvPicPr>
          <p:cNvPr id="13" name="8">
            <a:hlinkClick r:id="" action="ppaction://media"/>
            <a:extLst>
              <a:ext uri="{FF2B5EF4-FFF2-40B4-BE49-F238E27FC236}">
                <a16:creationId xmlns:a16="http://schemas.microsoft.com/office/drawing/2014/main" id="{6AFC0C3D-1237-43F8-8B3B-297DD3F4A52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3333" end="2201.9375"/>
                </p14:media>
              </p:ext>
            </p:extLst>
          </p:nvPr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615181" y="5240646"/>
            <a:ext cx="608224" cy="60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9886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384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340179"/>
              </p:ext>
            </p:extLst>
          </p:nvPr>
        </p:nvGraphicFramePr>
        <p:xfrm>
          <a:off x="606962" y="942237"/>
          <a:ext cx="10879184" cy="236492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37842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480992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511636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770833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565213">
                  <a:extLst>
                    <a:ext uri="{9D8B030D-6E8A-4147-A177-3AD203B41FA5}">
                      <a16:colId xmlns:a16="http://schemas.microsoft.com/office/drawing/2014/main" val="91549109"/>
                    </a:ext>
                  </a:extLst>
                </a:gridCol>
                <a:gridCol w="1877736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294346">
                  <a:extLst>
                    <a:ext uri="{9D8B030D-6E8A-4147-A177-3AD203B41FA5}">
                      <a16:colId xmlns:a16="http://schemas.microsoft.com/office/drawing/2014/main" val="1132603154"/>
                    </a:ext>
                  </a:extLst>
                </a:gridCol>
              </a:tblGrid>
              <a:tr h="1120106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فِیْ قُلُوْبِهِمْ مَّرَضٌ ۙ فَزَادَهُمُ اللّٰهُ مَرَضًا ۚ </a:t>
                      </a: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56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8838" marR="8838" marT="88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244816"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فِیْ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قُلُوْبِھِمْ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مَّرَضٌ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فَزَادَ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ھُمُ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اللّٰهُ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ur-PK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مَرَضاً</a:t>
                      </a:r>
                    </a:p>
                  </a:txBody>
                  <a:tcPr marL="8315" marR="8315" marT="831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604800" y="3333901"/>
          <a:ext cx="10879185" cy="252258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355817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0061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98688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78455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547486248"/>
                    </a:ext>
                  </a:extLst>
                </a:gridCol>
                <a:gridCol w="1904202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287304">
                  <a:extLst>
                    <a:ext uri="{9D8B030D-6E8A-4147-A177-3AD203B41FA5}">
                      <a16:colId xmlns:a16="http://schemas.microsoft.com/office/drawing/2014/main" val="3418509746"/>
                    </a:ext>
                  </a:extLst>
                </a:gridCol>
              </a:tblGrid>
              <a:tr h="1283292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میں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اُن سب کے دل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بیماری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پس اس نے   بڑھا دیا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</a:t>
                      </a:r>
                      <a:r>
                        <a:rPr lang="en-US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 ُن سب 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(اسم جلالت)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بیماری</a:t>
                      </a:r>
                      <a:endParaRPr lang="ur-PK" sz="3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239292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34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ان کے دلوں میں بیماری ہے، پس اللہ نے ان کی بیماری کو اور بڑھا دیا ہے</a:t>
                      </a:r>
                    </a:p>
                  </a:txBody>
                  <a:tcPr marL="7620" marR="7620" marT="76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6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8838" marR="8838" marT="88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24" name="002010">
            <a:hlinkClick r:id="" action="ppaction://media"/>
            <a:extLst>
              <a:ext uri="{FF2B5EF4-FFF2-40B4-BE49-F238E27FC236}">
                <a16:creationId xmlns:a16="http://schemas.microsoft.com/office/drawing/2014/main" id="{F4E4158D-7C2B-4EC0-8A3B-4ABF26A2337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871.6875"/>
                </p14:media>
              </p:ext>
            </p:extLst>
          </p:nvPr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727363" y="1206093"/>
            <a:ext cx="653215" cy="653182"/>
          </a:xfrm>
          <a:prstGeom prst="rect">
            <a:avLst/>
          </a:prstGeom>
        </p:spPr>
      </p:pic>
      <p:pic>
        <p:nvPicPr>
          <p:cNvPr id="3" name="10">
            <a:hlinkClick r:id="" action="ppaction://media"/>
            <a:extLst>
              <a:ext uri="{FF2B5EF4-FFF2-40B4-BE49-F238E27FC236}">
                <a16:creationId xmlns:a16="http://schemas.microsoft.com/office/drawing/2014/main" id="{3704150C-A136-4BD9-BBDE-567B793BC96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5362.5"/>
                </p14:media>
              </p:ext>
            </p:extLst>
          </p:nvPr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727365" y="4998726"/>
            <a:ext cx="653213" cy="65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167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38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519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1045298" y="1003848"/>
          <a:ext cx="10431612" cy="247252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15116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15116">
                  <a:extLst>
                    <a:ext uri="{9D8B030D-6E8A-4147-A177-3AD203B41FA5}">
                      <a16:colId xmlns:a16="http://schemas.microsoft.com/office/drawing/2014/main" val="3919148169"/>
                    </a:ext>
                  </a:extLst>
                </a:gridCol>
                <a:gridCol w="1823299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1677391">
                  <a:extLst>
                    <a:ext uri="{9D8B030D-6E8A-4147-A177-3AD203B41FA5}">
                      <a16:colId xmlns:a16="http://schemas.microsoft.com/office/drawing/2014/main" val="579746991"/>
                    </a:ext>
                  </a:extLst>
                </a:gridCol>
                <a:gridCol w="1750345">
                  <a:extLst>
                    <a:ext uri="{9D8B030D-6E8A-4147-A177-3AD203B41FA5}">
                      <a16:colId xmlns:a16="http://schemas.microsoft.com/office/drawing/2014/main" val="1229496556"/>
                    </a:ext>
                  </a:extLst>
                </a:gridCol>
                <a:gridCol w="1750345">
                  <a:extLst>
                    <a:ext uri="{9D8B030D-6E8A-4147-A177-3AD203B41FA5}">
                      <a16:colId xmlns:a16="http://schemas.microsoft.com/office/drawing/2014/main" val="1147820617"/>
                    </a:ext>
                  </a:extLst>
                </a:gridCol>
              </a:tblGrid>
              <a:tr h="1171070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54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یٰبَنِیْۤ اِسْرَآءِیْلَ اذْكُرُوْا نِعْمَتِیَ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01454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یٰا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بَنِیْۤ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اِسْرَآءِیْلَ</a:t>
                      </a:r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اذْكُرُوْا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نِعْمَتِ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یَ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1038492" y="3508139"/>
          <a:ext cx="10431614" cy="254167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23019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726153855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4058562501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90637340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212249600"/>
                    </a:ext>
                  </a:extLst>
                </a:gridCol>
              </a:tblGrid>
              <a:tr h="1386755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اولاد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اللہ کا بندہ </a:t>
                      </a:r>
                    </a:p>
                    <a:p>
                      <a:pPr algn="ctr" rtl="1" fontAlgn="ctr"/>
                      <a:r>
                        <a:rPr lang="ur-PK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(حضرت یعقوب کا لقب)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 سب یاد کرو 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نعمت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میری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154916">
                <a:tc gridSpan="6"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اے اولادِ یعقوب! میرے وہ انعام یاد کرو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40">
            <a:hlinkClick r:id="" action="ppaction://media"/>
            <a:extLst>
              <a:ext uri="{FF2B5EF4-FFF2-40B4-BE49-F238E27FC236}">
                <a16:creationId xmlns:a16="http://schemas.microsoft.com/office/drawing/2014/main" id="{F68AED30-23D9-6A84-950F-AB84B773DD2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0283.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67720" y="5232798"/>
            <a:ext cx="487363" cy="487362"/>
          </a:xfrm>
          <a:prstGeom prst="rect">
            <a:avLst/>
          </a:prstGeom>
        </p:spPr>
      </p:pic>
      <p:pic>
        <p:nvPicPr>
          <p:cNvPr id="4" name="002040">
            <a:hlinkClick r:id="" action="ppaction://media"/>
            <a:extLst>
              <a:ext uri="{FF2B5EF4-FFF2-40B4-BE49-F238E27FC236}">
                <a16:creationId xmlns:a16="http://schemas.microsoft.com/office/drawing/2014/main" id="{02BC6391-5787-17CE-4249-BAAE4A0373D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14618.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171475" y="1485218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578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6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7" y="998677"/>
          <a:ext cx="10748206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43286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4874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15252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58674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51394">
                  <a:extLst>
                    <a:ext uri="{9D8B030D-6E8A-4147-A177-3AD203B41FA5}">
                      <a16:colId xmlns:a16="http://schemas.microsoft.com/office/drawing/2014/main" val="304965363"/>
                    </a:ext>
                  </a:extLst>
                </a:gridCol>
                <a:gridCol w="1651394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651394">
                  <a:extLst>
                    <a:ext uri="{9D8B030D-6E8A-4147-A177-3AD203B41FA5}">
                      <a16:colId xmlns:a16="http://schemas.microsoft.com/office/drawing/2014/main" val="3248222524"/>
                    </a:ext>
                  </a:extLst>
                </a:gridCol>
              </a:tblGrid>
              <a:tr h="119593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مَنْ اٰمَنَ بِاللّٰهِ وَ الْیَوْمِ الْاٰخِرِ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مَنْ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اٰمَنَ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الْیَوْمِ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الْاٰخِرِ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05852" y="3555467"/>
          <a:ext cx="10748209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32200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4746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391552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573342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67883">
                  <a:extLst>
                    <a:ext uri="{9D8B030D-6E8A-4147-A177-3AD203B41FA5}">
                      <a16:colId xmlns:a16="http://schemas.microsoft.com/office/drawing/2014/main" val="1708154331"/>
                    </a:ext>
                  </a:extLst>
                </a:gridCol>
                <a:gridCol w="166788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667883">
                  <a:extLst>
                    <a:ext uri="{9D8B030D-6E8A-4147-A177-3AD203B41FA5}">
                      <a16:colId xmlns:a16="http://schemas.microsoft.com/office/drawing/2014/main" val="3188750321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جو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36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ایمان لایا</a:t>
                      </a:r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ساتھ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اللہ </a:t>
                      </a:r>
                    </a:p>
                    <a:p>
                      <a:pPr algn="ctr" rtl="1" fontAlgn="ctr"/>
                      <a:r>
                        <a:rPr lang="ur-PK" sz="3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(اسمِ جلالت)</a:t>
                      </a:r>
                      <a:endParaRPr lang="ur-PK" sz="32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دن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آخرت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ان میں سے) جو (بھی) اللہ پر اور آخرت کے دن پر ایمان لایا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5" name="00206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903" end="14116.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32066" y="1356913"/>
            <a:ext cx="406400" cy="406400"/>
          </a:xfrm>
          <a:prstGeom prst="rect">
            <a:avLst/>
          </a:prstGeom>
        </p:spPr>
      </p:pic>
      <p:pic>
        <p:nvPicPr>
          <p:cNvPr id="17" name="6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6320" end="10089.9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28866" y="532779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932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9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48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13874" y="903977"/>
          <a:ext cx="10764251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763146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582151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709477">
                  <a:extLst>
                    <a:ext uri="{9D8B030D-6E8A-4147-A177-3AD203B41FA5}">
                      <a16:colId xmlns:a16="http://schemas.microsoft.com/office/drawing/2014/main" val="2412507007"/>
                    </a:ext>
                  </a:extLst>
                </a:gridCol>
                <a:gridCol w="2709477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</a:tblGrid>
              <a:tr h="1195935">
                <a:tc gridSpan="4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قَالَ اَعُوْذُ بِاللّٰهِ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قَالَ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اَعُوْذُ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13873" y="3460767"/>
          <a:ext cx="10748210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767252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603532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688713">
                  <a:extLst>
                    <a:ext uri="{9D8B030D-6E8A-4147-A177-3AD203B41FA5}">
                      <a16:colId xmlns:a16="http://schemas.microsoft.com/office/drawing/2014/main" val="945359728"/>
                    </a:ext>
                  </a:extLst>
                </a:gridCol>
                <a:gridCol w="268871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اُس نے کہا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میں پناہ مانگتا ہوں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ساتھ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4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موسیٰ (علیہ السلام)نے</a:t>
                      </a:r>
                      <a:r>
                        <a:rPr lang="ur-PK" sz="4000" b="0" i="0" kern="1200" baseline="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</a:t>
                      </a:r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فرمایا: اللہ کی پناہ مانگتا ہوں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9" name="00206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5903" end="4005.8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11488" y="1299269"/>
            <a:ext cx="406400" cy="406400"/>
          </a:xfrm>
          <a:prstGeom prst="rect">
            <a:avLst/>
          </a:prstGeom>
        </p:spPr>
      </p:pic>
      <p:pic>
        <p:nvPicPr>
          <p:cNvPr id="13" name="6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14620" end="2665.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00401" y="528230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553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7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13876" y="1026387"/>
          <a:ext cx="10764248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513137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13137">
                  <a:extLst>
                    <a:ext uri="{9D8B030D-6E8A-4147-A177-3AD203B41FA5}">
                      <a16:colId xmlns:a16="http://schemas.microsoft.com/office/drawing/2014/main" val="1566506284"/>
                    </a:ext>
                  </a:extLst>
                </a:gridCol>
                <a:gridCol w="1513137">
                  <a:extLst>
                    <a:ext uri="{9D8B030D-6E8A-4147-A177-3AD203B41FA5}">
                      <a16:colId xmlns:a16="http://schemas.microsoft.com/office/drawing/2014/main" val="3528935350"/>
                    </a:ext>
                  </a:extLst>
                </a:gridCol>
                <a:gridCol w="1414022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83747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63534">
                  <a:extLst>
                    <a:ext uri="{9D8B030D-6E8A-4147-A177-3AD203B41FA5}">
                      <a16:colId xmlns:a16="http://schemas.microsoft.com/office/drawing/2014/main" val="1739360598"/>
                    </a:ext>
                  </a:extLst>
                </a:gridCol>
                <a:gridCol w="1663534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</a:tblGrid>
              <a:tr h="119593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فَلَوْ لَا فَضْلُ اللّٰهِ عَلَیْكُمْ وَ رَحْمَتُهٗ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فَلَوْ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فَضْلُ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عَلَیْكُمْ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رَحْمَتُهٗ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697830" y="3583177"/>
          <a:ext cx="10764252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514055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14055">
                  <a:extLst>
                    <a:ext uri="{9D8B030D-6E8A-4147-A177-3AD203B41FA5}">
                      <a16:colId xmlns:a16="http://schemas.microsoft.com/office/drawing/2014/main" val="3847044656"/>
                    </a:ext>
                  </a:extLst>
                </a:gridCol>
                <a:gridCol w="1514055">
                  <a:extLst>
                    <a:ext uri="{9D8B030D-6E8A-4147-A177-3AD203B41FA5}">
                      <a16:colId xmlns:a16="http://schemas.microsoft.com/office/drawing/2014/main" val="81711811"/>
                    </a:ext>
                  </a:extLst>
                </a:gridCol>
                <a:gridCol w="1424478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7108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63263">
                  <a:extLst>
                    <a:ext uri="{9D8B030D-6E8A-4147-A177-3AD203B41FA5}">
                      <a16:colId xmlns:a16="http://schemas.microsoft.com/office/drawing/2014/main" val="2573983236"/>
                    </a:ext>
                  </a:extLst>
                </a:gridCol>
                <a:gridCol w="1663263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پس اگر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نہیں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فضل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(اسمِ جلالت)</a:t>
                      </a:r>
                      <a:endParaRPr lang="ur-PK" sz="28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تم پر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اس کی رحمت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تم پر اللہ کا فضل اور اس کی رحمت نہ ہوتی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9" name="6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534" end="2358.8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13087" y="5381340"/>
            <a:ext cx="406400" cy="406400"/>
          </a:xfrm>
          <a:prstGeom prst="rect">
            <a:avLst/>
          </a:prstGeom>
        </p:spPr>
      </p:pic>
      <p:pic>
        <p:nvPicPr>
          <p:cNvPr id="13" name="00206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6385" end="5351.5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13087" y="1484948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886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1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73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2381" y="903977"/>
          <a:ext cx="10747237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909411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185089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15173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23513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265876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5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قُوْلُوْا لِلنَّاسِ حُسْنًا وَّ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قُوْلُوْا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النَّاسِ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حُسْنًا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وَّ</a:t>
                      </a:r>
                      <a:endParaRPr lang="x-none" sz="4400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06340" y="3460767"/>
          <a:ext cx="10747236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874803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187049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170354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237134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277896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تم سب کہو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کے لیے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لوگ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نیکی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5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عام لوگوں سے (بھی نرمی اور خوش خُلقی کے ساتھ) نیکی کی بات کہنا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5" name="83">
            <a:hlinkClick r:id="" action="ppaction://media"/>
            <a:extLst>
              <a:ext uri="{FF2B5EF4-FFF2-40B4-BE49-F238E27FC236}">
                <a16:creationId xmlns:a16="http://schemas.microsoft.com/office/drawing/2014/main" id="{891CEFC2-DCBB-46EF-A78E-7A1965108A0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485" end="12010.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15231" y="5283548"/>
            <a:ext cx="487363" cy="487362"/>
          </a:xfrm>
          <a:prstGeom prst="rect">
            <a:avLst/>
          </a:prstGeom>
        </p:spPr>
      </p:pic>
      <p:pic>
        <p:nvPicPr>
          <p:cNvPr id="6" name="00208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21381" end="14791.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15231" y="127050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151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9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7" y="903977"/>
          <a:ext cx="10748206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43286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4874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15252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58674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51394">
                  <a:extLst>
                    <a:ext uri="{9D8B030D-6E8A-4147-A177-3AD203B41FA5}">
                      <a16:colId xmlns:a16="http://schemas.microsoft.com/office/drawing/2014/main" val="3492564799"/>
                    </a:ext>
                  </a:extLst>
                </a:gridCol>
                <a:gridCol w="1651394">
                  <a:extLst>
                    <a:ext uri="{9D8B030D-6E8A-4147-A177-3AD203B41FA5}">
                      <a16:colId xmlns:a16="http://schemas.microsoft.com/office/drawing/2014/main" val="388701860"/>
                    </a:ext>
                  </a:extLst>
                </a:gridCol>
                <a:gridCol w="1651394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بَلْ لَّهٗ مَا فِی السَّمٰوٰتِ وَ الْاَرْضِ ؕ 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بَلْ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لَّ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هٗ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السَّمٰوٰتِ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الْاَرْضِ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05852" y="3460767"/>
          <a:ext cx="10748209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32200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4746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20155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27779198"/>
                    </a:ext>
                  </a:extLst>
                </a:gridCol>
                <a:gridCol w="1649625">
                  <a:extLst>
                    <a:ext uri="{9D8B030D-6E8A-4147-A177-3AD203B41FA5}">
                      <a16:colId xmlns:a16="http://schemas.microsoft.com/office/drawing/2014/main" val="3743108842"/>
                    </a:ext>
                  </a:extLst>
                </a:gridCol>
                <a:gridCol w="166788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بلکہ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کے لیے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اُس  کا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آسمان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 زمین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بلکہ  جو کچھ آسمانوں اور زمین میں ہے (سب) اسی کی (خَلق اور مِلک) ہے،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7" name="116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487" end="3241.6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45706" y="5175706"/>
            <a:ext cx="606684" cy="606684"/>
          </a:xfrm>
          <a:prstGeom prst="rect">
            <a:avLst/>
          </a:prstGeom>
        </p:spPr>
      </p:pic>
      <p:pic>
        <p:nvPicPr>
          <p:cNvPr id="19" name="002116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5505" end="4159.1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45706" y="1107378"/>
            <a:ext cx="606684" cy="60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1855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415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6" y="903977"/>
          <a:ext cx="10748208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0529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93591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7217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87479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51181">
                  <a:extLst>
                    <a:ext uri="{9D8B030D-6E8A-4147-A177-3AD203B41FA5}">
                      <a16:colId xmlns:a16="http://schemas.microsoft.com/office/drawing/2014/main" val="1785321352"/>
                    </a:ext>
                  </a:extLst>
                </a:gridCol>
                <a:gridCol w="1951181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اَنِّیْ فَضَّلْتُكُمْ عَلَی الْعٰلَمِیْنَ۝۱۲۲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اَنِّیْ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فَضَّلْتُ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كُمْ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عَلَی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الْعٰلَمِیْنَ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05854" y="3460767"/>
          <a:ext cx="10748208" cy="283956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69526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9497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4715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906571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30005">
                  <a:extLst>
                    <a:ext uri="{9D8B030D-6E8A-4147-A177-3AD203B41FA5}">
                      <a16:colId xmlns:a16="http://schemas.microsoft.com/office/drawing/2014/main" val="518117406"/>
                    </a:ext>
                  </a:extLst>
                </a:gridCol>
                <a:gridCol w="1974241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44801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بیشک میں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میں نے فضیلت دی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 سب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پر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تمام جہان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91545">
                <a:tc gridSpan="6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(خصوصاً) یہ کہ میں نے تمہیں اس زمانے کے تمام لوگوں پر فضیلت عطا کی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3" name="12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319" end="0.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75222" y="5246303"/>
            <a:ext cx="707720" cy="707720"/>
          </a:xfrm>
          <a:prstGeom prst="rect">
            <a:avLst/>
          </a:prstGeom>
        </p:spPr>
      </p:pic>
      <p:pic>
        <p:nvPicPr>
          <p:cNvPr id="15" name="00212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11116" end="0.3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83782" y="1091772"/>
            <a:ext cx="707720" cy="70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133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6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74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913430" y="1155696"/>
          <a:ext cx="10748207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45219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3824336161"/>
                    </a:ext>
                  </a:extLst>
                </a:gridCol>
                <a:gridCol w="1630902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71132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918683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9686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فَاِنَّ اللّٰهَ عَدُوٌّ لِّلْكٰفِرِیْنَ۝۹۸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اِنَّ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عَدُوٌّ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لِّ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لْكٰفِرِیْنَ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897388" y="3712486"/>
          <a:ext cx="10748207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40441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0441">
                  <a:extLst>
                    <a:ext uri="{9D8B030D-6E8A-4147-A177-3AD203B41FA5}">
                      <a16:colId xmlns:a16="http://schemas.microsoft.com/office/drawing/2014/main" val="3991456115"/>
                    </a:ext>
                  </a:extLst>
                </a:gridCol>
                <a:gridCol w="1637471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91045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925357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013452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پس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بیشک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(اسمِ جلالت)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دشمن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کے لیے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کفر کرنے والے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6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تو یقینا اللہ (بھی ان) کافروں کا دشمن ہے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7" name="002098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0754" end="0.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01324" y="1445527"/>
            <a:ext cx="600075" cy="600075"/>
          </a:xfrm>
          <a:prstGeom prst="rect">
            <a:avLst/>
          </a:prstGeom>
        </p:spPr>
      </p:pic>
      <p:pic>
        <p:nvPicPr>
          <p:cNvPr id="8" name="98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7432" end="0.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75924" y="5541277"/>
            <a:ext cx="6000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63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21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6" y="903977"/>
          <a:ext cx="10748208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08352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4705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043059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29061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38395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5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اللّٰهُ ذُو الْفَضْلِ الْعَظِیْمِ۝۱۰۵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ذُو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الْفَضْلِ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الْعَظِیْمِ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20368" y="3460767"/>
          <a:ext cx="10748208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076722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53856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029557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38683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(اسمِ جلالت)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والا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فضل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بڑا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5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اللہ بڑے فضل والا ہے۔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3" name="10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7399" end="0.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81494" y="5277744"/>
            <a:ext cx="634624" cy="634624"/>
          </a:xfrm>
          <a:prstGeom prst="rect">
            <a:avLst/>
          </a:prstGeom>
        </p:spPr>
      </p:pic>
      <p:pic>
        <p:nvPicPr>
          <p:cNvPr id="15" name="00210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20699" end="0.0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81494" y="1173856"/>
            <a:ext cx="634624" cy="6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121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09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89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132" y="903977"/>
          <a:ext cx="10749735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68743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687434">
                  <a:extLst>
                    <a:ext uri="{9D8B030D-6E8A-4147-A177-3AD203B41FA5}">
                      <a16:colId xmlns:a16="http://schemas.microsoft.com/office/drawing/2014/main" val="3432419623"/>
                    </a:ext>
                  </a:extLst>
                </a:gridCol>
                <a:gridCol w="2687433">
                  <a:extLst>
                    <a:ext uri="{9D8B030D-6E8A-4147-A177-3AD203B41FA5}">
                      <a16:colId xmlns:a16="http://schemas.microsoft.com/office/drawing/2014/main" val="1105666381"/>
                    </a:ext>
                  </a:extLst>
                </a:gridCol>
                <a:gridCol w="2687434">
                  <a:extLst>
                    <a:ext uri="{9D8B030D-6E8A-4147-A177-3AD203B41FA5}">
                      <a16:colId xmlns:a16="http://schemas.microsoft.com/office/drawing/2014/main" val="2771951842"/>
                    </a:ext>
                  </a:extLst>
                </a:gridCol>
              </a:tblGrid>
              <a:tr h="1195935">
                <a:tc gridSpan="4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لَا هُمْ یَحْزَنُوْنَ۠۝۱۱۲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هُمْ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یَحْزَنُوْنَ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19603" y="3460767"/>
          <a:ext cx="10749735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68743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687434">
                  <a:extLst>
                    <a:ext uri="{9D8B030D-6E8A-4147-A177-3AD203B41FA5}">
                      <a16:colId xmlns:a16="http://schemas.microsoft.com/office/drawing/2014/main" val="4277318659"/>
                    </a:ext>
                  </a:extLst>
                </a:gridCol>
                <a:gridCol w="2687433">
                  <a:extLst>
                    <a:ext uri="{9D8B030D-6E8A-4147-A177-3AD203B41FA5}">
                      <a16:colId xmlns:a16="http://schemas.microsoft.com/office/drawing/2014/main" val="2497453493"/>
                    </a:ext>
                  </a:extLst>
                </a:gridCol>
                <a:gridCol w="2687434">
                  <a:extLst>
                    <a:ext uri="{9D8B030D-6E8A-4147-A177-3AD203B41FA5}">
                      <a16:colId xmlns:a16="http://schemas.microsoft.com/office/drawing/2014/main" val="2064379609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نہیں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وہ</a:t>
                      </a: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اُن سب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سب رنجیدہ ہوں گے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4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اورنہ وہ رنجیدہ ہوں گے۔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5" name="11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990" end="0.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15354" y="5334894"/>
            <a:ext cx="406400" cy="406400"/>
          </a:xfrm>
          <a:prstGeom prst="rect">
            <a:avLst/>
          </a:prstGeom>
        </p:spPr>
      </p:pic>
      <p:pic>
        <p:nvPicPr>
          <p:cNvPr id="6" name="00211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19551" end="0.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15354" y="131990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058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9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953076-6D80-4A95-84F9-3D5F2D2B0D0A}"/>
              </a:ext>
            </a:extLst>
          </p:cNvPr>
          <p:cNvSpPr txBox="1"/>
          <p:nvPr/>
        </p:nvSpPr>
        <p:spPr>
          <a:xfrm>
            <a:off x="1394691" y="545579"/>
            <a:ext cx="8559219" cy="544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r-PK" sz="8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ان صفحات میں دو الفاظ کے علاوہ سب کا  ترجمہ آپ جانتے ہیں </a:t>
            </a:r>
            <a:endParaRPr kumimoji="0" lang="en-PK" sz="8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795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1045297" y="1003848"/>
          <a:ext cx="10431613" cy="247252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09343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2257747941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579746991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1229496556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1147820617"/>
                    </a:ext>
                  </a:extLst>
                </a:gridCol>
              </a:tblGrid>
              <a:tr h="1171070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54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اَقِیْمُوا الصَّلٰوةَ وَ اٰتُوا الزَّكٰوةَ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01454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اَقِیْمُوا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الصَّلٰوةَ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</a:t>
                      </a:r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اٰتُوا</a:t>
                      </a:r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الزَّكٰوةَ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1038492" y="3508139"/>
          <a:ext cx="10431614" cy="254167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23019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2804999340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4058562501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90637340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212249600"/>
                    </a:ext>
                  </a:extLst>
                </a:gridCol>
              </a:tblGrid>
              <a:tr h="1386755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 سب قائم کرو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نماز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 سب ادا کرو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زکوٰۃ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154916">
                <a:tc gridSpan="6"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 نماز قائم رکھو اور زکوٰۃ دیا کرو 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002043">
            <a:hlinkClick r:id="" action="ppaction://media"/>
            <a:extLst>
              <a:ext uri="{FF2B5EF4-FFF2-40B4-BE49-F238E27FC236}">
                <a16:creationId xmlns:a16="http://schemas.microsoft.com/office/drawing/2014/main" id="{44DC5DF8-A6F5-BFD3-5DFC-8E9C6BB471E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4199.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02925" y="1514475"/>
            <a:ext cx="487363" cy="487363"/>
          </a:xfrm>
          <a:prstGeom prst="rect">
            <a:avLst/>
          </a:prstGeom>
        </p:spPr>
      </p:pic>
      <p:pic>
        <p:nvPicPr>
          <p:cNvPr id="4" name="43">
            <a:hlinkClick r:id="" action="ppaction://media"/>
            <a:extLst>
              <a:ext uri="{FF2B5EF4-FFF2-40B4-BE49-F238E27FC236}">
                <a16:creationId xmlns:a16="http://schemas.microsoft.com/office/drawing/2014/main" id="{3FEE1F3F-78FB-6590-3FF2-54FC7CC13FA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4229.8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29850" y="5364163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33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05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995940" y="1082068"/>
          <a:ext cx="10431613" cy="247252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09343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93354773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579746991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1229496556"/>
                    </a:ext>
                  </a:extLst>
                </a:gridCol>
                <a:gridCol w="1744454">
                  <a:extLst>
                    <a:ext uri="{9D8B030D-6E8A-4147-A177-3AD203B41FA5}">
                      <a16:colId xmlns:a16="http://schemas.microsoft.com/office/drawing/2014/main" val="1147820617"/>
                    </a:ext>
                  </a:extLst>
                </a:gridCol>
              </a:tblGrid>
              <a:tr h="1171070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54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اِذْ وٰعَدْنَا مُوْسٰۤی اَرْبَعِیْنَ لَیْلَةً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01454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اِذْ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54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وٰعَدْنَا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مُوْسٰۤی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54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اَرْبَعِیْنَ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لَیْلَةً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989137" y="3586359"/>
          <a:ext cx="10431613" cy="254167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2301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2798943998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4058562501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90637340"/>
                    </a:ext>
                  </a:extLst>
                </a:gridCol>
                <a:gridCol w="1741719">
                  <a:extLst>
                    <a:ext uri="{9D8B030D-6E8A-4147-A177-3AD203B41FA5}">
                      <a16:colId xmlns:a16="http://schemas.microsoft.com/office/drawing/2014/main" val="1212249600"/>
                    </a:ext>
                  </a:extLst>
                </a:gridCol>
              </a:tblGrid>
              <a:tr h="1386755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ہم نے وعدہ فرمایا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موسیٰ </a:t>
                      </a:r>
                    </a:p>
                    <a:p>
                      <a:pPr algn="ctr" rtl="1" fontAlgn="ctr"/>
                      <a:r>
                        <a:rPr lang="ur-PK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(علیہ السلام)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چالیس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راتیں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154916">
                <a:tc gridSpan="6"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 (وہ وقت بھی یاد کرو) جب ہم نے موسیٰ (علیہ السلام) سے چالیس راتوں کا وعدہ فرمایا تھا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51">
            <a:hlinkClick r:id="" action="ppaction://media"/>
            <a:extLst>
              <a:ext uri="{FF2B5EF4-FFF2-40B4-BE49-F238E27FC236}">
                <a16:creationId xmlns:a16="http://schemas.microsoft.com/office/drawing/2014/main" id="{B5F9CCD2-5132-4663-9A79-059759724EE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0227.18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59182" y="5087335"/>
            <a:ext cx="487362" cy="487362"/>
          </a:xfrm>
          <a:prstGeom prst="rect">
            <a:avLst/>
          </a:prstGeom>
        </p:spPr>
      </p:pic>
      <p:pic>
        <p:nvPicPr>
          <p:cNvPr id="4" name="002051">
            <a:hlinkClick r:id="" action="ppaction://media"/>
            <a:extLst>
              <a:ext uri="{FF2B5EF4-FFF2-40B4-BE49-F238E27FC236}">
                <a16:creationId xmlns:a16="http://schemas.microsoft.com/office/drawing/2014/main" id="{4881CBEF-EC6E-9F95-57BF-573C15034B0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9102.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472298" y="140784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386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3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10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853243" y="1081804"/>
          <a:ext cx="10789920" cy="256032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90867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93210">
                  <a:extLst>
                    <a:ext uri="{9D8B030D-6E8A-4147-A177-3AD203B41FA5}">
                      <a16:colId xmlns:a16="http://schemas.microsoft.com/office/drawing/2014/main" val="4145153357"/>
                    </a:ext>
                  </a:extLst>
                </a:gridCol>
                <a:gridCol w="139321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61909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39051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490660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921013">
                  <a:extLst>
                    <a:ext uri="{9D8B030D-6E8A-4147-A177-3AD203B41FA5}">
                      <a16:colId xmlns:a16="http://schemas.microsoft.com/office/drawing/2014/main" val="4063769639"/>
                    </a:ext>
                  </a:extLst>
                </a:gridCol>
              </a:tblGrid>
              <a:tr h="1212653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54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وَ اِذْ اٰتَیْنَا مُوْسَی الْكِتٰبَ وَ الْفُرْقَانَ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47667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اِذْ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اٰتَیْنَا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مُوْسَی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الْكِتٰبَ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الْفُرْقَانَ</a:t>
                      </a:r>
                    </a:p>
                    <a:p>
                      <a:endParaRPr lang="en-US" sz="2000" dirty="0"/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837201" y="3638594"/>
          <a:ext cx="10789920" cy="256032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78569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88868">
                  <a:extLst>
                    <a:ext uri="{9D8B030D-6E8A-4147-A177-3AD203B41FA5}">
                      <a16:colId xmlns:a16="http://schemas.microsoft.com/office/drawing/2014/main" val="3595165076"/>
                    </a:ext>
                  </a:extLst>
                </a:gridCol>
                <a:gridCol w="1392969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6539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42162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48825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933708">
                  <a:extLst>
                    <a:ext uri="{9D8B030D-6E8A-4147-A177-3AD203B41FA5}">
                      <a16:colId xmlns:a16="http://schemas.microsoft.com/office/drawing/2014/main" val="3612361463"/>
                    </a:ext>
                  </a:extLst>
                </a:gridCol>
              </a:tblGrid>
              <a:tr h="1305620"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عطا کیا ہم نے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موسیٰ</a:t>
                      </a:r>
                    </a:p>
                    <a:p>
                      <a:pPr algn="ctr" rtl="1" fontAlgn="ctr"/>
                      <a:r>
                        <a:rPr lang="ur-PK" sz="2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(علیہ السلام)</a:t>
                      </a:r>
                      <a:endParaRPr lang="ur-PK" sz="24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کتاب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فرق کرنے والا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254700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جب ہم نے موسیٰ (علیہ السلام) کو کتاب اور حق و باطل میں فرق کرنے والا (معجزہ) عطا کیا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53">
            <a:hlinkClick r:id="" action="ppaction://media"/>
            <a:extLst>
              <a:ext uri="{FF2B5EF4-FFF2-40B4-BE49-F238E27FC236}">
                <a16:creationId xmlns:a16="http://schemas.microsoft.com/office/drawing/2014/main" id="{FFFA739B-E665-43E2-B92B-676C2564E55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620.8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44589" y="5732095"/>
            <a:ext cx="487363" cy="487362"/>
          </a:xfrm>
          <a:prstGeom prst="rect">
            <a:avLst/>
          </a:prstGeom>
        </p:spPr>
      </p:pic>
      <p:pic>
        <p:nvPicPr>
          <p:cNvPr id="4" name="002053">
            <a:hlinkClick r:id="" action="ppaction://media"/>
            <a:extLst>
              <a:ext uri="{FF2B5EF4-FFF2-40B4-BE49-F238E27FC236}">
                <a16:creationId xmlns:a16="http://schemas.microsoft.com/office/drawing/2014/main" id="{7E4F6A70-AB50-6163-D228-3037A7FD45F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4490.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83470" y="151943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5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9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10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40368" y="903977"/>
          <a:ext cx="10748208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8510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87824">
                  <a:extLst>
                    <a:ext uri="{9D8B030D-6E8A-4147-A177-3AD203B41FA5}">
                      <a16:colId xmlns:a16="http://schemas.microsoft.com/office/drawing/2014/main" val="2460746840"/>
                    </a:ext>
                  </a:extLst>
                </a:gridCol>
                <a:gridCol w="1387824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56258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32714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99242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699242">
                  <a:extLst>
                    <a:ext uri="{9D8B030D-6E8A-4147-A177-3AD203B41FA5}">
                      <a16:colId xmlns:a16="http://schemas.microsoft.com/office/drawing/2014/main" val="2064113309"/>
                    </a:ext>
                  </a:extLst>
                </a:gridCol>
              </a:tblGrid>
              <a:tr h="119593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اِذْ قَالَ مُوْسٰی لِقَوْمِهٖۤ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اِذْ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قَالَ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مُوْسٰی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قَوْمِ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هٖۤ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24326" y="3460767"/>
          <a:ext cx="10748208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7620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388870">
                  <a:extLst>
                    <a:ext uri="{9D8B030D-6E8A-4147-A177-3AD203B41FA5}">
                      <a16:colId xmlns:a16="http://schemas.microsoft.com/office/drawing/2014/main" val="1193273579"/>
                    </a:ext>
                  </a:extLst>
                </a:gridCol>
                <a:gridCol w="138887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34310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21686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719132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719132">
                  <a:extLst>
                    <a:ext uri="{9D8B030D-6E8A-4147-A177-3AD203B41FA5}">
                      <a16:colId xmlns:a16="http://schemas.microsoft.com/office/drawing/2014/main" val="2949592360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جب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اُس نے کہا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موسیٰ</a:t>
                      </a:r>
                    </a:p>
                    <a:p>
                      <a:pPr algn="ctr" rtl="1" fontAlgn="ctr"/>
                      <a:r>
                        <a:rPr lang="ur-PK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(علیہ السلام)</a:t>
                      </a:r>
                      <a:endParaRPr lang="ur-PK" sz="28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کے لیے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قوم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وہ</a:t>
                      </a: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اُس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(وہ واقعہ بھی یاد کرو) جب </a:t>
                      </a:r>
                      <a:r>
                        <a:rPr lang="ur-PK" sz="4000" b="0" i="0" kern="120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موسیٰ (علیہ السلام)نے </a:t>
                      </a:r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اپنی قوم سے فرمایا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00206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8364.8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21939" y="1299269"/>
            <a:ext cx="406400" cy="406400"/>
          </a:xfrm>
          <a:prstGeom prst="rect">
            <a:avLst/>
          </a:prstGeom>
        </p:spPr>
      </p:pic>
      <p:pic>
        <p:nvPicPr>
          <p:cNvPr id="4" name="6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15942.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10852" y="528230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626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92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897388" y="1155696"/>
          <a:ext cx="10764250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663377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11305">
                  <a:extLst>
                    <a:ext uri="{9D8B030D-6E8A-4147-A177-3AD203B41FA5}">
                      <a16:colId xmlns:a16="http://schemas.microsoft.com/office/drawing/2014/main" val="213045090"/>
                    </a:ext>
                  </a:extLst>
                </a:gridCol>
                <a:gridCol w="1911305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97784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77258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903221">
                  <a:extLst>
                    <a:ext uri="{9D8B030D-6E8A-4147-A177-3AD203B41FA5}">
                      <a16:colId xmlns:a16="http://schemas.microsoft.com/office/drawing/2014/main" val="2725675585"/>
                    </a:ext>
                  </a:extLst>
                </a:gridCol>
              </a:tblGrid>
              <a:tr h="1195935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فَاُولٰٓىِٕكَ اَصْحٰبُ النَّارِ ۚ هُمْ فِیْهَا خٰلِدُوْنَ۝۸۱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فَاُولٰٓىِٕكَ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اَصْحٰبُ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النَّارِ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هُمْ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فِیْهَا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خٰلِدُوْنَ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881346" y="3712486"/>
          <a:ext cx="10764249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639782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10595">
                  <a:extLst>
                    <a:ext uri="{9D8B030D-6E8A-4147-A177-3AD203B41FA5}">
                      <a16:colId xmlns:a16="http://schemas.microsoft.com/office/drawing/2014/main" val="2643964727"/>
                    </a:ext>
                  </a:extLst>
                </a:gridCol>
                <a:gridCol w="1910595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709316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684337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909624">
                  <a:extLst>
                    <a:ext uri="{9D8B030D-6E8A-4147-A177-3AD203B41FA5}">
                      <a16:colId xmlns:a16="http://schemas.microsoft.com/office/drawing/2014/main" val="4162384607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پس وہی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اہل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آگ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</a:t>
                      </a:r>
                      <a:r>
                        <a:rPr lang="en-US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اُن سب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اس میں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ہمیشہ رہنے والے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6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تو وہی لوگ دوزخی ہیں، وہ اس میں ہمیشہ رہنے والے ہیں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3" name="81">
            <a:hlinkClick r:id="" action="ppaction://media"/>
            <a:extLst>
              <a:ext uri="{FF2B5EF4-FFF2-40B4-BE49-F238E27FC236}">
                <a16:creationId xmlns:a16="http://schemas.microsoft.com/office/drawing/2014/main" id="{B54C7A9B-4E04-45D9-BA41-70E4F30A6F2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152" end="0.3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14856" y="5590684"/>
            <a:ext cx="487363" cy="487363"/>
          </a:xfrm>
          <a:prstGeom prst="rect">
            <a:avLst/>
          </a:prstGeom>
        </p:spPr>
      </p:pic>
      <p:pic>
        <p:nvPicPr>
          <p:cNvPr id="15" name="00208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8999" end="0.4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95819" y="1634115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3157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0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79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5" y="903977"/>
          <a:ext cx="10748209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17501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604999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8414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888210">
                  <a:extLst>
                    <a:ext uri="{9D8B030D-6E8A-4147-A177-3AD203B41FA5}">
                      <a16:colId xmlns:a16="http://schemas.microsoft.com/office/drawing/2014/main" val="726165966"/>
                    </a:ext>
                  </a:extLst>
                </a:gridCol>
                <a:gridCol w="188821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65148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الَّذِیْنَ اٰمَنُوْا وَ عَمِلُوا الصّٰلِحٰتِ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الَّذِیْنَ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اٰمَنُوْا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عَمِلُوا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الصّٰلِحٰتِ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05853" y="3460767"/>
          <a:ext cx="10748209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1310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611751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6448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881929">
                  <a:extLst>
                    <a:ext uri="{9D8B030D-6E8A-4147-A177-3AD203B41FA5}">
                      <a16:colId xmlns:a16="http://schemas.microsoft.com/office/drawing/2014/main" val="2086733708"/>
                    </a:ext>
                  </a:extLst>
                </a:gridCol>
                <a:gridCol w="1881929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95013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لوگ جو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سب ایمان لائے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اُن سب نے عمل کیئے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نیک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6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جو لوگ ایمان لائے اور (انہوں نے) نیک عمل کیے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82">
            <a:hlinkClick r:id="" action="ppaction://media"/>
            <a:extLst>
              <a:ext uri="{FF2B5EF4-FFF2-40B4-BE49-F238E27FC236}">
                <a16:creationId xmlns:a16="http://schemas.microsoft.com/office/drawing/2014/main" id="{5CE0BADF-FA0A-46DE-9EBF-01C2B77E4C9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4703.5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48293" y="5283548"/>
            <a:ext cx="487363" cy="487362"/>
          </a:xfrm>
          <a:prstGeom prst="rect">
            <a:avLst/>
          </a:prstGeom>
        </p:spPr>
      </p:pic>
      <p:pic>
        <p:nvPicPr>
          <p:cNvPr id="4" name="00208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9758.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54292" y="1350069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8598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5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6" y="903977"/>
          <a:ext cx="10748208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70529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93591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7217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874790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51181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951181">
                  <a:extLst>
                    <a:ext uri="{9D8B030D-6E8A-4147-A177-3AD203B41FA5}">
                      <a16:colId xmlns:a16="http://schemas.microsoft.com/office/drawing/2014/main" val="3195004306"/>
                    </a:ext>
                  </a:extLst>
                </a:gridCol>
              </a:tblGrid>
              <a:tr h="1195935">
                <a:tc gridSpan="6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اُولٰٓىِٕكَ اَصْحٰبُ الْجَنَّةِ ۚ هُمْ فِیْهَا خٰلِدُوْنَ۠۝۸۲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اُولٰٓىِٕكَ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اَصْحٰبُ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الْجَنَّةِ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هُمْ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فِیْهَا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خٰلِدُوْنَ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05854" y="3460767"/>
          <a:ext cx="10748208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69526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9497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647153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862335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974241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  <a:gridCol w="1974241">
                  <a:extLst>
                    <a:ext uri="{9D8B030D-6E8A-4147-A177-3AD203B41FA5}">
                      <a16:colId xmlns:a16="http://schemas.microsoft.com/office/drawing/2014/main" val="4163643526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وہی لوگ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اہل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جنت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</a:t>
                      </a:r>
                      <a:r>
                        <a:rPr lang="en-US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/</a:t>
                      </a:r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اُن سب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اس میں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ہمیشہ رہنے والے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6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تو وہی لوگ جنّتی ہیں وہ اس میں ہمیشہ رہنے والے ہیں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3" name="82">
            <a:hlinkClick r:id="" action="ppaction://media"/>
            <a:extLst>
              <a:ext uri="{FF2B5EF4-FFF2-40B4-BE49-F238E27FC236}">
                <a16:creationId xmlns:a16="http://schemas.microsoft.com/office/drawing/2014/main" id="{5CE0BADF-FA0A-46DE-9EBF-01C2B77E4C9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524" end="0.5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48293" y="5283548"/>
            <a:ext cx="487363" cy="487362"/>
          </a:xfrm>
          <a:prstGeom prst="rect">
            <a:avLst/>
          </a:prstGeom>
        </p:spPr>
      </p:pic>
      <p:pic>
        <p:nvPicPr>
          <p:cNvPr id="15" name="00208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4503" end="0.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54292" y="1350069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998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59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70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802597" y="903977"/>
          <a:ext cx="10748204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53545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35457">
                  <a:extLst>
                    <a:ext uri="{9D8B030D-6E8A-4147-A177-3AD203B41FA5}">
                      <a16:colId xmlns:a16="http://schemas.microsoft.com/office/drawing/2014/main" val="1065695299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1029511239"/>
                    </a:ext>
                  </a:extLst>
                </a:gridCol>
                <a:gridCol w="1535457">
                  <a:extLst>
                    <a:ext uri="{9D8B030D-6E8A-4147-A177-3AD203B41FA5}">
                      <a16:colId xmlns:a16="http://schemas.microsoft.com/office/drawing/2014/main" val="1696669873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62439891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2694247571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438748712"/>
                    </a:ext>
                  </a:extLst>
                </a:gridCol>
              </a:tblGrid>
              <a:tr h="119593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مَنْ كَانَ عَدُوًّا لِّلّٰهِ وَ مَلٰٓىِٕكَتِهٖ وَ رُسُلِهٖ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مَنْ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كَانَ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عَدُوًّا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لِّلّٰهِ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مَلٰٓىِٕكَتِهٖ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رُسُلِهٖ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86555" y="3460767"/>
          <a:ext cx="10748204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535458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535457">
                  <a:extLst>
                    <a:ext uri="{9D8B030D-6E8A-4147-A177-3AD203B41FA5}">
                      <a16:colId xmlns:a16="http://schemas.microsoft.com/office/drawing/2014/main" val="861139449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3958714526"/>
                    </a:ext>
                  </a:extLst>
                </a:gridCol>
                <a:gridCol w="1535457">
                  <a:extLst>
                    <a:ext uri="{9D8B030D-6E8A-4147-A177-3AD203B41FA5}">
                      <a16:colId xmlns:a16="http://schemas.microsoft.com/office/drawing/2014/main" val="2287511687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2819343167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4149635980"/>
                    </a:ext>
                  </a:extLst>
                </a:gridCol>
                <a:gridCol w="1535458">
                  <a:extLst>
                    <a:ext uri="{9D8B030D-6E8A-4147-A177-3AD203B41FA5}">
                      <a16:colId xmlns:a16="http://schemas.microsoft.com/office/drawing/2014/main" val="3042277090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جو شخص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ہوا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دشمن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 کا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فرشتے اُسکے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رسول اُسکے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جو شخص اللہ کا اور اس کے فرشتوں اور اس کے رسولوں کا(دشمن ہوا 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002098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8941.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98489" y="1299269"/>
            <a:ext cx="406400" cy="406400"/>
          </a:xfrm>
          <a:prstGeom prst="rect">
            <a:avLst/>
          </a:prstGeom>
        </p:spPr>
      </p:pic>
      <p:pic>
        <p:nvPicPr>
          <p:cNvPr id="4" name="98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end="7427.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73089" y="5395019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7847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2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0680" y="903977"/>
          <a:ext cx="10750640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550623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77917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100442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01998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101670">
                  <a:extLst>
                    <a:ext uri="{9D8B030D-6E8A-4147-A177-3AD203B41FA5}">
                      <a16:colId xmlns:a16="http://schemas.microsoft.com/office/drawing/2014/main" val="1158821683"/>
                    </a:ext>
                  </a:extLst>
                </a:gridCol>
              </a:tblGrid>
              <a:tr h="1195935">
                <a:tc gridSpan="5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لَا تَعْبُدُوْنَ اِلَّا اللّٰهَ ۫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لَا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تَعْبُدُوْنَ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اِلَّا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20681" y="3479239"/>
          <a:ext cx="10753068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555755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979514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208462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204732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2085850">
                  <a:extLst>
                    <a:ext uri="{9D8B030D-6E8A-4147-A177-3AD203B41FA5}">
                      <a16:colId xmlns:a16="http://schemas.microsoft.com/office/drawing/2014/main" val="1207583795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نہیں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 سب عبادت کرتےہو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مگر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(اسمِ جلالت)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5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کہ اللہ کے سوا (کسی اور کی) عبادت نہ کرنا، 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ur-PK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5" name="83">
            <a:hlinkClick r:id="" action="ppaction://media"/>
            <a:extLst>
              <a:ext uri="{FF2B5EF4-FFF2-40B4-BE49-F238E27FC236}">
                <a16:creationId xmlns:a16="http://schemas.microsoft.com/office/drawing/2014/main" id="{891CEFC2-DCBB-46EF-A78E-7A1965108A0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763" end="25072.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16932" y="5283548"/>
            <a:ext cx="487363" cy="487362"/>
          </a:xfrm>
          <a:prstGeom prst="rect">
            <a:avLst/>
          </a:prstGeom>
        </p:spPr>
      </p:pic>
      <p:pic>
        <p:nvPicPr>
          <p:cNvPr id="6" name="00208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6998" end="29666.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80920" y="127545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7215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721897" y="903977"/>
          <a:ext cx="10748206" cy="252502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519454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419924">
                  <a:extLst>
                    <a:ext uri="{9D8B030D-6E8A-4147-A177-3AD203B41FA5}">
                      <a16:colId xmlns:a16="http://schemas.microsoft.com/office/drawing/2014/main" val="1155681651"/>
                    </a:ext>
                  </a:extLst>
                </a:gridCol>
                <a:gridCol w="1419924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89941">
                  <a:extLst>
                    <a:ext uri="{9D8B030D-6E8A-4147-A177-3AD203B41FA5}">
                      <a16:colId xmlns:a16="http://schemas.microsoft.com/office/drawing/2014/main" val="2033737879"/>
                    </a:ext>
                  </a:extLst>
                </a:gridCol>
                <a:gridCol w="1489941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70478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738544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195935">
                <a:tc gridSpan="7">
                  <a:txBody>
                    <a:bodyPr/>
                    <a:lstStyle/>
                    <a:p>
                      <a:pPr algn="ctr" rtl="1" fontAlgn="t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اللّٰهُ یَخْتَصُّ بِرَحْمَتِهٖ مَنْ یَّشَآءُ ؕ </a:t>
                      </a:r>
                      <a:endParaRPr lang="en-US" sz="4800" b="0" i="0" u="none" strike="noStrike" dirty="0">
                        <a:solidFill>
                          <a:srgbClr val="000000"/>
                        </a:solidFill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29088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اللّٰه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یَخْتَصُّ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بِ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رَحْمَتِهٖ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مَنْ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یَّشَآءُ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719708" y="3460767"/>
          <a:ext cx="10748208" cy="26617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514787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1416900">
                  <a:extLst>
                    <a:ext uri="{9D8B030D-6E8A-4147-A177-3AD203B41FA5}">
                      <a16:colId xmlns:a16="http://schemas.microsoft.com/office/drawing/2014/main" val="2268123296"/>
                    </a:ext>
                  </a:extLst>
                </a:gridCol>
                <a:gridCol w="1416900">
                  <a:extLst>
                    <a:ext uri="{9D8B030D-6E8A-4147-A177-3AD203B41FA5}">
                      <a16:colId xmlns:a16="http://schemas.microsoft.com/office/drawing/2014/main" val="2081268159"/>
                    </a:ext>
                  </a:extLst>
                </a:gridCol>
                <a:gridCol w="1491430">
                  <a:extLst>
                    <a:ext uri="{9D8B030D-6E8A-4147-A177-3AD203B41FA5}">
                      <a16:colId xmlns:a16="http://schemas.microsoft.com/office/drawing/2014/main" val="3370129810"/>
                    </a:ext>
                  </a:extLst>
                </a:gridCol>
                <a:gridCol w="1491430">
                  <a:extLst>
                    <a:ext uri="{9D8B030D-6E8A-4147-A177-3AD203B41FA5}">
                      <a16:colId xmlns:a16="http://schemas.microsoft.com/office/drawing/2014/main" val="3305461434"/>
                    </a:ext>
                  </a:extLst>
                </a:gridCol>
                <a:gridCol w="1676701">
                  <a:extLst>
                    <a:ext uri="{9D8B030D-6E8A-4147-A177-3AD203B41FA5}">
                      <a16:colId xmlns:a16="http://schemas.microsoft.com/office/drawing/2014/main" val="2096589802"/>
                    </a:ext>
                  </a:extLst>
                </a:gridCol>
                <a:gridCol w="1740060">
                  <a:extLst>
                    <a:ext uri="{9D8B030D-6E8A-4147-A177-3AD203B41FA5}">
                      <a16:colId xmlns:a16="http://schemas.microsoft.com/office/drawing/2014/main" val="564386052"/>
                    </a:ext>
                  </a:extLst>
                </a:gridCol>
              </a:tblGrid>
              <a:tr h="1357341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اللہ</a:t>
                      </a:r>
                    </a:p>
                    <a:p>
                      <a:pPr algn="ctr" rtl="1" fontAlgn="ctr"/>
                      <a:r>
                        <a:rPr lang="ur-PK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(اسمِ جلالت)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 وہ خاص کرتاہے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ساتھ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رحمت اُسکی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جو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وہ چاہتا ہے </a:t>
                      </a:r>
                      <a:endParaRPr lang="ur-PK" sz="40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304404">
                <a:tc gridSpan="7">
                  <a:txBody>
                    <a:bodyPr/>
                    <a:lstStyle/>
                    <a:p>
                      <a:pPr algn="ctr" rtl="1"/>
                      <a:r>
                        <a:rPr lang="ur-PK" sz="4000" b="0" i="0" kern="1200" dirty="0">
                          <a:solidFill>
                            <a:schemeClr val="dk1"/>
                          </a:solidFill>
                          <a:effectLst/>
                          <a:latin typeface="Jameel Noori Nastaleeq" panose="02000503000000020004" pitchFamily="2" charset="-78"/>
                          <a:ea typeface="+mn-ea"/>
                          <a:cs typeface="Jameel Noori Nastaleeq" panose="02000503000000020004" pitchFamily="2" charset="-78"/>
                        </a:rPr>
                        <a:t>اور اللہ جسے چاہتا ہے اپنی رحمت کے ساتھ خاص کر لیتا ہے</a:t>
                      </a:r>
                      <a:endParaRPr lang="en-US" sz="4000" b="0" i="0" kern="1200" dirty="0">
                        <a:solidFill>
                          <a:schemeClr val="dk1"/>
                        </a:solidFill>
                        <a:effectLst/>
                        <a:latin typeface="Jameel Noori Nastaleeq" panose="02000503000000020004" pitchFamily="2" charset="-78"/>
                        <a:ea typeface="+mn-ea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13" name="10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1188" end="2897.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55486" y="5324029"/>
            <a:ext cx="406400" cy="406400"/>
          </a:xfrm>
          <a:prstGeom prst="rect">
            <a:avLst/>
          </a:prstGeom>
        </p:spPr>
      </p:pic>
      <p:pic>
        <p:nvPicPr>
          <p:cNvPr id="15" name="00210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13087" end="4508.06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80834" y="117385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9104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1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21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4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F8C26-8D4E-0290-0E56-477172A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CC54C5-4E74-C4A9-6833-C45E0061D7D9}"/>
              </a:ext>
            </a:extLst>
          </p:cNvPr>
          <p:cNvGraphicFramePr>
            <a:graphicFrameLocks noGrp="1"/>
          </p:cNvGraphicFramePr>
          <p:nvPr/>
        </p:nvGraphicFramePr>
        <p:xfrm>
          <a:off x="817418" y="1003848"/>
          <a:ext cx="10659492" cy="2472524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624442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678350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2678350">
                  <a:extLst>
                    <a:ext uri="{9D8B030D-6E8A-4147-A177-3AD203B41FA5}">
                      <a16:colId xmlns:a16="http://schemas.microsoft.com/office/drawing/2014/main" val="579746991"/>
                    </a:ext>
                  </a:extLst>
                </a:gridCol>
                <a:gridCol w="2678350">
                  <a:extLst>
                    <a:ext uri="{9D8B030D-6E8A-4147-A177-3AD203B41FA5}">
                      <a16:colId xmlns:a16="http://schemas.microsoft.com/office/drawing/2014/main" val="1229496556"/>
                    </a:ext>
                  </a:extLst>
                </a:gridCol>
              </a:tblGrid>
              <a:tr h="1171070">
                <a:tc gridSpan="4">
                  <a:txBody>
                    <a:bodyPr/>
                    <a:lstStyle/>
                    <a:p>
                      <a:pPr algn="ctr" rtl="1" fontAlgn="t"/>
                      <a:r>
                        <a:rPr lang="ur-PK" sz="5400" b="0" i="0" u="none" strike="noStrike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 ارْكَعُوْا مَعَ الرّٰكِعِیْنَ۝۴۳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t"/>
                      <a:endParaRPr lang="ur-PK" sz="4800" b="0" i="0" u="none" strike="noStrike" dirty="0">
                        <a:solidFill>
                          <a:srgbClr val="000000"/>
                        </a:solidFill>
                        <a:effectLst/>
                        <a:latin typeface="Al Qalam Quran Majeed" panose="02010000000000000000" pitchFamily="2" charset="-78"/>
                        <a:cs typeface="Al Qalam Quran Majeed" panose="02010000000000000000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013700"/>
                  </a:ext>
                </a:extLst>
              </a:tr>
              <a:tr h="1301454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وَ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54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ارْكَعُوْا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800" b="0" i="0" u="none" strike="noStrike" dirty="0">
                          <a:solidFill>
                            <a:srgbClr val="000000"/>
                          </a:solidFill>
                          <a:effectLst/>
                          <a:latin typeface="Al Qalam Quran Majeed" panose="02010000000000000000" pitchFamily="2" charset="-78"/>
                          <a:cs typeface="Al Qalam Quran Majeed" panose="02010000000000000000" pitchFamily="2" charset="-78"/>
                        </a:rPr>
                        <a:t>مَعَ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5400" b="0" i="0" u="none" strike="noStrike" kern="1200" dirty="0">
                          <a:solidFill>
                            <a:srgbClr val="000000"/>
                          </a:solidFill>
                          <a:effectLst>
                            <a:glow rad="228600">
                              <a:schemeClr val="accent4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Al Qalam Quran Majeed" panose="02010000000000000000" pitchFamily="2" charset="-78"/>
                          <a:ea typeface="+mn-ea"/>
                          <a:cs typeface="Al Qalam Quran Majeed" panose="02010000000000000000" pitchFamily="2" charset="-78"/>
                        </a:rPr>
                        <a:t>الرّٰكِعِیْنَ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279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8125FD-E986-48C3-B244-53B6FC3CB6F5}"/>
              </a:ext>
            </a:extLst>
          </p:cNvPr>
          <p:cNvGraphicFramePr>
            <a:graphicFrameLocks noGrp="1"/>
          </p:cNvGraphicFramePr>
          <p:nvPr/>
        </p:nvGraphicFramePr>
        <p:xfrm>
          <a:off x="819430" y="3535849"/>
          <a:ext cx="10664531" cy="254167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644607">
                  <a:extLst>
                    <a:ext uri="{9D8B030D-6E8A-4147-A177-3AD203B41FA5}">
                      <a16:colId xmlns:a16="http://schemas.microsoft.com/office/drawing/2014/main" val="4174183585"/>
                    </a:ext>
                  </a:extLst>
                </a:gridCol>
                <a:gridCol w="2673308">
                  <a:extLst>
                    <a:ext uri="{9D8B030D-6E8A-4147-A177-3AD203B41FA5}">
                      <a16:colId xmlns:a16="http://schemas.microsoft.com/office/drawing/2014/main" val="1594425781"/>
                    </a:ext>
                  </a:extLst>
                </a:gridCol>
                <a:gridCol w="2673308">
                  <a:extLst>
                    <a:ext uri="{9D8B030D-6E8A-4147-A177-3AD203B41FA5}">
                      <a16:colId xmlns:a16="http://schemas.microsoft.com/office/drawing/2014/main" val="4058562501"/>
                    </a:ext>
                  </a:extLst>
                </a:gridCol>
                <a:gridCol w="2673308">
                  <a:extLst>
                    <a:ext uri="{9D8B030D-6E8A-4147-A177-3AD203B41FA5}">
                      <a16:colId xmlns:a16="http://schemas.microsoft.com/office/drawing/2014/main" val="190637340"/>
                    </a:ext>
                  </a:extLst>
                </a:gridCol>
              </a:tblGrid>
              <a:tr h="1386755"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اور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تم سب رکوع کرو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معیت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رکوع کرنے والے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07317"/>
                  </a:ext>
                </a:extLst>
              </a:tr>
              <a:tr h="1154916">
                <a:tc gridSpan="4">
                  <a:txBody>
                    <a:bodyPr/>
                    <a:lstStyle/>
                    <a:p>
                      <a:pPr algn="ctr" rtl="1" fontAlgn="ctr"/>
                      <a:r>
                        <a:rPr lang="ur-PK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Jameel Noori Nastaleeq" panose="02000503000000020004" pitchFamily="2" charset="-78"/>
                          <a:cs typeface="Jameel Noori Nastaleeq" panose="02000503000000020004" pitchFamily="2" charset="-78"/>
                        </a:rPr>
                        <a:t> اور رکوع کرنے والوں کے ساتھ (مل کر) رکوع کیا کرو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/>
                      <a:endParaRPr lang="ur-PK" sz="3600" b="0" i="0" u="none" strike="noStrike" dirty="0">
                        <a:solidFill>
                          <a:srgbClr val="000000"/>
                        </a:solidFill>
                        <a:effectLst/>
                        <a:latin typeface="Jameel Noori Nastaleeq" panose="02000503000000020004" pitchFamily="2" charset="-78"/>
                        <a:cs typeface="Jameel Noori Nastaleeq" panose="02000503000000020004" pitchFamily="2" charset="-7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535534"/>
                  </a:ext>
                </a:extLst>
              </a:tr>
            </a:tbl>
          </a:graphicData>
        </a:graphic>
      </p:graphicFrame>
      <p:pic>
        <p:nvPicPr>
          <p:cNvPr id="3" name="002043">
            <a:hlinkClick r:id="" action="ppaction://media"/>
            <a:extLst>
              <a:ext uri="{FF2B5EF4-FFF2-40B4-BE49-F238E27FC236}">
                <a16:creationId xmlns:a16="http://schemas.microsoft.com/office/drawing/2014/main" id="{A119236A-3173-1DE8-8611-9EB6B92A862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793" end="0.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02925" y="1514475"/>
            <a:ext cx="487363" cy="487363"/>
          </a:xfrm>
          <a:prstGeom prst="rect">
            <a:avLst/>
          </a:prstGeom>
        </p:spPr>
      </p:pic>
      <p:pic>
        <p:nvPicPr>
          <p:cNvPr id="4" name="43">
            <a:hlinkClick r:id="" action="ppaction://media"/>
            <a:extLst>
              <a:ext uri="{FF2B5EF4-FFF2-40B4-BE49-F238E27FC236}">
                <a16:creationId xmlns:a16="http://schemas.microsoft.com/office/drawing/2014/main" id="{B7D567B4-6EC1-2DD1-5160-1D3657F6CAE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4050" end="0.812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02925" y="5412510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03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2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2194</TotalTime>
  <Words>1985</Words>
  <Application>Microsoft Office PowerPoint</Application>
  <PresentationFormat>Widescreen</PresentationFormat>
  <Paragraphs>789</Paragraphs>
  <Slides>58</Slides>
  <Notes>13</Notes>
  <HiddenSlides>0</HiddenSlides>
  <MMClips>50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58</vt:i4>
      </vt:variant>
    </vt:vector>
  </HeadingPairs>
  <TitlesOfParts>
    <vt:vector size="79" baseType="lpstr">
      <vt:lpstr>Al Qalam Quran Majeed</vt:lpstr>
      <vt:lpstr>Al_Mushaf</vt:lpstr>
      <vt:lpstr>Alvi Nastaleeq</vt:lpstr>
      <vt:lpstr>Arial</vt:lpstr>
      <vt:lpstr>Calibri</vt:lpstr>
      <vt:lpstr>Calibri Light</vt:lpstr>
      <vt:lpstr>Gill Sans MT</vt:lpstr>
      <vt:lpstr>Jameel Noori Nastaleeq</vt:lpstr>
      <vt:lpstr>Wingdings 2</vt:lpstr>
      <vt:lpstr>ZakariyaSet</vt:lpstr>
      <vt:lpstr>3_Office Theme</vt:lpstr>
      <vt:lpstr>2_Office Theme</vt:lpstr>
      <vt:lpstr>8_Office Theme</vt:lpstr>
      <vt:lpstr>Office Theme</vt:lpstr>
      <vt:lpstr>5_Office Theme</vt:lpstr>
      <vt:lpstr>14_Office Theme</vt:lpstr>
      <vt:lpstr>7_Office Theme</vt:lpstr>
      <vt:lpstr>6_Office Theme</vt:lpstr>
      <vt:lpstr>17_Office Theme</vt:lpstr>
      <vt:lpstr>4_Office Theme</vt:lpstr>
      <vt:lpstr>1_Dividend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Hp</cp:lastModifiedBy>
  <cp:revision>129</cp:revision>
  <dcterms:created xsi:type="dcterms:W3CDTF">2025-02-23T20:39:06Z</dcterms:created>
  <dcterms:modified xsi:type="dcterms:W3CDTF">2025-10-13T13:27:54Z</dcterms:modified>
</cp:coreProperties>
</file>